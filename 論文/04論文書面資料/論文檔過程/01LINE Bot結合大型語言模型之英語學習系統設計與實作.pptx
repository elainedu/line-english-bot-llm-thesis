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2"/>
  </p:notesMasterIdLst>
  <p:sldIdLst>
    <p:sldId id="276" r:id="rId2"/>
    <p:sldId id="256" r:id="rId3"/>
    <p:sldId id="260" r:id="rId4"/>
    <p:sldId id="286" r:id="rId5"/>
    <p:sldId id="294" r:id="rId6"/>
    <p:sldId id="324" r:id="rId7"/>
    <p:sldId id="352" r:id="rId8"/>
    <p:sldId id="341" r:id="rId9"/>
    <p:sldId id="336" r:id="rId10"/>
    <p:sldId id="353" r:id="rId11"/>
    <p:sldId id="342" r:id="rId12"/>
    <p:sldId id="343" r:id="rId13"/>
    <p:sldId id="279" r:id="rId14"/>
    <p:sldId id="345" r:id="rId15"/>
    <p:sldId id="339" r:id="rId16"/>
    <p:sldId id="346" r:id="rId17"/>
    <p:sldId id="278" r:id="rId18"/>
    <p:sldId id="354" r:id="rId19"/>
    <p:sldId id="355" r:id="rId20"/>
    <p:sldId id="321" r:id="rId21"/>
    <p:sldId id="328" r:id="rId22"/>
    <p:sldId id="277" r:id="rId23"/>
    <p:sldId id="380" r:id="rId24"/>
    <p:sldId id="381" r:id="rId25"/>
    <p:sldId id="361" r:id="rId26"/>
    <p:sldId id="360" r:id="rId27"/>
    <p:sldId id="363" r:id="rId28"/>
    <p:sldId id="365" r:id="rId29"/>
    <p:sldId id="366" r:id="rId30"/>
    <p:sldId id="367" r:id="rId31"/>
    <p:sldId id="334" r:id="rId32"/>
    <p:sldId id="368" r:id="rId33"/>
    <p:sldId id="298" r:id="rId34"/>
    <p:sldId id="376" r:id="rId35"/>
    <p:sldId id="290" r:id="rId36"/>
    <p:sldId id="369" r:id="rId37"/>
    <p:sldId id="292" r:id="rId38"/>
    <p:sldId id="382" r:id="rId39"/>
    <p:sldId id="378" r:id="rId40"/>
    <p:sldId id="340" r:id="rId41"/>
  </p:sldIdLst>
  <p:sldSz cx="14630400" cy="8229600"/>
  <p:notesSz cx="8229600" cy="14630400"/>
  <p:embeddedFontLst>
    <p:embeddedFont>
      <p:font typeface="Microsoft JhengHei UI" panose="020B0604030504040204" pitchFamily="34" charset="-120"/>
      <p:regular r:id="rId43"/>
      <p:bold r:id="rId44"/>
    </p:embeddedFont>
    <p:embeddedFont>
      <p:font typeface="Work Sans" pitchFamily="2" charset="0"/>
      <p:regular r:id="rId45"/>
      <p:bold r:id="rId46"/>
      <p:italic r:id="rId47"/>
      <p:boldItalic r:id="rId48"/>
    </p:embeddedFont>
    <p:embeddedFont>
      <p:font typeface="微軟正黑體" panose="020B0604030504040204" pitchFamily="34" charset="-120"/>
      <p:regular r:id="rId49"/>
      <p:bold r:id="rId50"/>
    </p:embeddedFont>
    <p:embeddedFont>
      <p:font typeface="微軟正黑體" panose="020B0604030504040204" pitchFamily="34" charset="-120"/>
      <p:regular r:id="rId49"/>
      <p:bold r:id="rId50"/>
    </p:embeddedFont>
  </p:embeddedFontLst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A5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798542-C9FC-4B03-9892-8D96E3D5224B}" v="31" dt="2025-05-28T19:12:07.541"/>
  </p1510:revLst>
</p1510:revInfo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33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7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112119106" userId="adaf6635-d4fd-44d9-8849-0e027005b18e" providerId="ADAL" clId="{07798542-C9FC-4B03-9892-8D96E3D5224B}"/>
    <pc:docChg chg="undo custSel addSld delSld modSld sldOrd">
      <pc:chgData name="F112119106" userId="adaf6635-d4fd-44d9-8849-0e027005b18e" providerId="ADAL" clId="{07798542-C9FC-4B03-9892-8D96E3D5224B}" dt="2025-05-28T19:12:59.343" v="159" actId="47"/>
      <pc:docMkLst>
        <pc:docMk/>
      </pc:docMkLst>
      <pc:sldChg chg="addSp delSp modSp add del mod">
        <pc:chgData name="F112119106" userId="adaf6635-d4fd-44d9-8849-0e027005b18e" providerId="ADAL" clId="{07798542-C9FC-4B03-9892-8D96E3D5224B}" dt="2025-05-28T19:08:14.103" v="103" actId="1076"/>
        <pc:sldMkLst>
          <pc:docMk/>
          <pc:sldMk cId="0" sldId="277"/>
        </pc:sldMkLst>
        <pc:spChg chg="del mod">
          <ac:chgData name="F112119106" userId="adaf6635-d4fd-44d9-8849-0e027005b18e" providerId="ADAL" clId="{07798542-C9FC-4B03-9892-8D96E3D5224B}" dt="2025-05-28T19:07:45.278" v="92" actId="478"/>
          <ac:spMkLst>
            <pc:docMk/>
            <pc:sldMk cId="0" sldId="277"/>
            <ac:spMk id="19" creationId="{00000000-0000-0000-0000-000000000000}"/>
          </ac:spMkLst>
        </pc:spChg>
        <pc:spChg chg="del">
          <ac:chgData name="F112119106" userId="adaf6635-d4fd-44d9-8849-0e027005b18e" providerId="ADAL" clId="{07798542-C9FC-4B03-9892-8D96E3D5224B}" dt="2025-05-28T19:07:48.632" v="93" actId="478"/>
          <ac:spMkLst>
            <pc:docMk/>
            <pc:sldMk cId="0" sldId="277"/>
            <ac:spMk id="25" creationId="{00000000-0000-0000-0000-000000000000}"/>
          </ac:spMkLst>
        </pc:spChg>
        <pc:spChg chg="add del mod">
          <ac:chgData name="F112119106" userId="adaf6635-d4fd-44d9-8849-0e027005b18e" providerId="ADAL" clId="{07798542-C9FC-4B03-9892-8D96E3D5224B}" dt="2025-05-28T19:08:00.067" v="95" actId="478"/>
          <ac:spMkLst>
            <pc:docMk/>
            <pc:sldMk cId="0" sldId="277"/>
            <ac:spMk id="26" creationId="{D2422CBA-CE3E-7EB6-FA2C-DC3A065E4E01}"/>
          </ac:spMkLst>
        </pc:spChg>
        <pc:spChg chg="add mod">
          <ac:chgData name="F112119106" userId="adaf6635-d4fd-44d9-8849-0e027005b18e" providerId="ADAL" clId="{07798542-C9FC-4B03-9892-8D96E3D5224B}" dt="2025-05-28T19:08:02.115" v="97"/>
          <ac:spMkLst>
            <pc:docMk/>
            <pc:sldMk cId="0" sldId="277"/>
            <ac:spMk id="27" creationId="{CCA5CA94-2733-42EF-2A7D-BF6D8F994C34}"/>
          </ac:spMkLst>
        </pc:spChg>
        <pc:spChg chg="add mod">
          <ac:chgData name="F112119106" userId="adaf6635-d4fd-44d9-8849-0e027005b18e" providerId="ADAL" clId="{07798542-C9FC-4B03-9892-8D96E3D5224B}" dt="2025-05-28T19:08:14.103" v="103" actId="1076"/>
          <ac:spMkLst>
            <pc:docMk/>
            <pc:sldMk cId="0" sldId="277"/>
            <ac:spMk id="29" creationId="{044A71DB-FAA5-5D49-833E-B7034D20A65D}"/>
          </ac:spMkLst>
        </pc:spChg>
        <pc:picChg chg="add">
          <ac:chgData name="F112119106" userId="adaf6635-d4fd-44d9-8849-0e027005b18e" providerId="ADAL" clId="{07798542-C9FC-4B03-9892-8D96E3D5224B}" dt="2025-05-28T19:08:03.369" v="98"/>
          <ac:picMkLst>
            <pc:docMk/>
            <pc:sldMk cId="0" sldId="277"/>
            <ac:picMk id="28" creationId="{3D66D622-0DD0-B2D3-99F3-BD56A01C080C}"/>
          </ac:picMkLst>
        </pc:picChg>
      </pc:sldChg>
      <pc:sldChg chg="add del">
        <pc:chgData name="F112119106" userId="adaf6635-d4fd-44d9-8849-0e027005b18e" providerId="ADAL" clId="{07798542-C9FC-4B03-9892-8D96E3D5224B}" dt="2025-05-28T19:11:18.596" v="147"/>
        <pc:sldMkLst>
          <pc:docMk/>
          <pc:sldMk cId="0" sldId="289"/>
        </pc:sldMkLst>
      </pc:sldChg>
      <pc:sldChg chg="add ord">
        <pc:chgData name="F112119106" userId="adaf6635-d4fd-44d9-8849-0e027005b18e" providerId="ADAL" clId="{07798542-C9FC-4B03-9892-8D96E3D5224B}" dt="2025-05-28T19:12:34.063" v="158"/>
        <pc:sldMkLst>
          <pc:docMk/>
          <pc:sldMk cId="0" sldId="290"/>
        </pc:sldMkLst>
      </pc:sldChg>
      <pc:sldChg chg="add">
        <pc:chgData name="F112119106" userId="adaf6635-d4fd-44d9-8849-0e027005b18e" providerId="ADAL" clId="{07798542-C9FC-4B03-9892-8D96E3D5224B}" dt="2025-05-28T19:11:42.151" v="148"/>
        <pc:sldMkLst>
          <pc:docMk/>
          <pc:sldMk cId="0" sldId="292"/>
        </pc:sldMkLst>
      </pc:sldChg>
      <pc:sldChg chg="del">
        <pc:chgData name="F112119106" userId="adaf6635-d4fd-44d9-8849-0e027005b18e" providerId="ADAL" clId="{07798542-C9FC-4B03-9892-8D96E3D5224B}" dt="2025-05-28T19:12:13.075" v="155" actId="47"/>
        <pc:sldMkLst>
          <pc:docMk/>
          <pc:sldMk cId="1693104180" sldId="319"/>
        </pc:sldMkLst>
      </pc:sldChg>
      <pc:sldChg chg="addSp delSp modSp mod">
        <pc:chgData name="F112119106" userId="adaf6635-d4fd-44d9-8849-0e027005b18e" providerId="ADAL" clId="{07798542-C9FC-4B03-9892-8D96E3D5224B}" dt="2025-05-28T19:07:22.628" v="82" actId="1035"/>
        <pc:sldMkLst>
          <pc:docMk/>
          <pc:sldMk cId="1309782655" sldId="328"/>
        </pc:sldMkLst>
        <pc:spChg chg="del">
          <ac:chgData name="F112119106" userId="adaf6635-d4fd-44d9-8849-0e027005b18e" providerId="ADAL" clId="{07798542-C9FC-4B03-9892-8D96E3D5224B}" dt="2025-05-28T19:06:44.840" v="57" actId="478"/>
          <ac:spMkLst>
            <pc:docMk/>
            <pc:sldMk cId="1309782655" sldId="328"/>
            <ac:spMk id="9" creationId="{23E0B26B-9041-4FF6-BDBF-4C3E6730E7A3}"/>
          </ac:spMkLst>
        </pc:spChg>
        <pc:spChg chg="del">
          <ac:chgData name="F112119106" userId="adaf6635-d4fd-44d9-8849-0e027005b18e" providerId="ADAL" clId="{07798542-C9FC-4B03-9892-8D96E3D5224B}" dt="2025-05-28T19:06:44.840" v="57" actId="478"/>
          <ac:spMkLst>
            <pc:docMk/>
            <pc:sldMk cId="1309782655" sldId="328"/>
            <ac:spMk id="10" creationId="{2F706734-8DA2-410E-9F15-779501AFBCAA}"/>
          </ac:spMkLst>
        </pc:spChg>
        <pc:spChg chg="del">
          <ac:chgData name="F112119106" userId="adaf6635-d4fd-44d9-8849-0e027005b18e" providerId="ADAL" clId="{07798542-C9FC-4B03-9892-8D96E3D5224B}" dt="2025-05-28T19:06:44.840" v="57" actId="478"/>
          <ac:spMkLst>
            <pc:docMk/>
            <pc:sldMk cId="1309782655" sldId="328"/>
            <ac:spMk id="13" creationId="{E3C87B40-8439-472E-8D76-545A7962FE19}"/>
          </ac:spMkLst>
        </pc:spChg>
        <pc:spChg chg="add mod">
          <ac:chgData name="F112119106" userId="adaf6635-d4fd-44d9-8849-0e027005b18e" providerId="ADAL" clId="{07798542-C9FC-4B03-9892-8D96E3D5224B}" dt="2025-05-28T19:06:25.690" v="51"/>
          <ac:spMkLst>
            <pc:docMk/>
            <pc:sldMk cId="1309782655" sldId="328"/>
            <ac:spMk id="16" creationId="{57346FFB-5BCD-7A55-07C8-A72C9C157BBF}"/>
          </ac:spMkLst>
        </pc:spChg>
        <pc:spChg chg="add mod">
          <ac:chgData name="F112119106" userId="adaf6635-d4fd-44d9-8849-0e027005b18e" providerId="ADAL" clId="{07798542-C9FC-4B03-9892-8D96E3D5224B}" dt="2025-05-28T19:06:25.690" v="51"/>
          <ac:spMkLst>
            <pc:docMk/>
            <pc:sldMk cId="1309782655" sldId="328"/>
            <ac:spMk id="17" creationId="{F6E6C592-84C8-F9A6-5053-70E0ED9251FA}"/>
          </ac:spMkLst>
        </pc:spChg>
        <pc:spChg chg="add mod">
          <ac:chgData name="F112119106" userId="adaf6635-d4fd-44d9-8849-0e027005b18e" providerId="ADAL" clId="{07798542-C9FC-4B03-9892-8D96E3D5224B}" dt="2025-05-28T19:06:25.690" v="51"/>
          <ac:spMkLst>
            <pc:docMk/>
            <pc:sldMk cId="1309782655" sldId="328"/>
            <ac:spMk id="25" creationId="{BC5FCCCF-F86A-4A11-54AE-2E6E6D2CE75B}"/>
          </ac:spMkLst>
        </pc:spChg>
        <pc:spChg chg="del">
          <ac:chgData name="F112119106" userId="adaf6635-d4fd-44d9-8849-0e027005b18e" providerId="ADAL" clId="{07798542-C9FC-4B03-9892-8D96E3D5224B}" dt="2025-05-28T19:06:44.840" v="57" actId="478"/>
          <ac:spMkLst>
            <pc:docMk/>
            <pc:sldMk cId="1309782655" sldId="328"/>
            <ac:spMk id="27" creationId="{B5480EBF-6FAA-4615-9178-C0EB34ADC982}"/>
          </ac:spMkLst>
        </pc:spChg>
        <pc:spChg chg="del">
          <ac:chgData name="F112119106" userId="adaf6635-d4fd-44d9-8849-0e027005b18e" providerId="ADAL" clId="{07798542-C9FC-4B03-9892-8D96E3D5224B}" dt="2025-05-28T19:06:44.840" v="57" actId="478"/>
          <ac:spMkLst>
            <pc:docMk/>
            <pc:sldMk cId="1309782655" sldId="328"/>
            <ac:spMk id="34" creationId="{75BD4391-CAD0-4FAB-9848-481C5FFA8297}"/>
          </ac:spMkLst>
        </pc:spChg>
        <pc:spChg chg="del">
          <ac:chgData name="F112119106" userId="adaf6635-d4fd-44d9-8849-0e027005b18e" providerId="ADAL" clId="{07798542-C9FC-4B03-9892-8D96E3D5224B}" dt="2025-05-28T19:06:44.840" v="57" actId="478"/>
          <ac:spMkLst>
            <pc:docMk/>
            <pc:sldMk cId="1309782655" sldId="328"/>
            <ac:spMk id="35" creationId="{B16C2041-94E3-4046-A454-52A2065C995C}"/>
          </ac:spMkLst>
        </pc:spChg>
        <pc:spChg chg="del">
          <ac:chgData name="F112119106" userId="adaf6635-d4fd-44d9-8849-0e027005b18e" providerId="ADAL" clId="{07798542-C9FC-4B03-9892-8D96E3D5224B}" dt="2025-05-28T19:06:44.840" v="57" actId="478"/>
          <ac:spMkLst>
            <pc:docMk/>
            <pc:sldMk cId="1309782655" sldId="328"/>
            <ac:spMk id="37" creationId="{4429B83F-5FB8-4A34-B9B4-242F997C3B28}"/>
          </ac:spMkLst>
        </pc:spChg>
        <pc:spChg chg="del">
          <ac:chgData name="F112119106" userId="adaf6635-d4fd-44d9-8849-0e027005b18e" providerId="ADAL" clId="{07798542-C9FC-4B03-9892-8D96E3D5224B}" dt="2025-05-28T19:06:44.840" v="57" actId="478"/>
          <ac:spMkLst>
            <pc:docMk/>
            <pc:sldMk cId="1309782655" sldId="328"/>
            <ac:spMk id="38" creationId="{08436396-1D5A-4BA0-B655-550AFB60EB5F}"/>
          </ac:spMkLst>
        </pc:spChg>
        <pc:spChg chg="mod">
          <ac:chgData name="F112119106" userId="adaf6635-d4fd-44d9-8849-0e027005b18e" providerId="ADAL" clId="{07798542-C9FC-4B03-9892-8D96E3D5224B}" dt="2025-05-28T19:06:25.690" v="51"/>
          <ac:spMkLst>
            <pc:docMk/>
            <pc:sldMk cId="1309782655" sldId="328"/>
            <ac:spMk id="39" creationId="{99489A17-9A3E-CA12-4242-20A90C2EEB93}"/>
          </ac:spMkLst>
        </pc:spChg>
        <pc:spChg chg="mod">
          <ac:chgData name="F112119106" userId="adaf6635-d4fd-44d9-8849-0e027005b18e" providerId="ADAL" clId="{07798542-C9FC-4B03-9892-8D96E3D5224B}" dt="2025-05-28T19:06:25.690" v="51"/>
          <ac:spMkLst>
            <pc:docMk/>
            <pc:sldMk cId="1309782655" sldId="328"/>
            <ac:spMk id="40" creationId="{FC39216A-4E01-4623-A0D4-D5EE775857D7}"/>
          </ac:spMkLst>
        </pc:spChg>
        <pc:spChg chg="add mod">
          <ac:chgData name="F112119106" userId="adaf6635-d4fd-44d9-8849-0e027005b18e" providerId="ADAL" clId="{07798542-C9FC-4B03-9892-8D96E3D5224B}" dt="2025-05-28T19:06:25.690" v="51"/>
          <ac:spMkLst>
            <pc:docMk/>
            <pc:sldMk cId="1309782655" sldId="328"/>
            <ac:spMk id="41" creationId="{BFDEE741-C894-5B7F-A095-4ED3EF7021FF}"/>
          </ac:spMkLst>
        </pc:spChg>
        <pc:spChg chg="del">
          <ac:chgData name="F112119106" userId="adaf6635-d4fd-44d9-8849-0e027005b18e" providerId="ADAL" clId="{07798542-C9FC-4B03-9892-8D96E3D5224B}" dt="2025-05-28T19:06:44.840" v="57" actId="478"/>
          <ac:spMkLst>
            <pc:docMk/>
            <pc:sldMk cId="1309782655" sldId="328"/>
            <ac:spMk id="42" creationId="{1E95AF89-B644-DD78-333F-79FFCF4B82EE}"/>
          </ac:spMkLst>
        </pc:spChg>
        <pc:spChg chg="del">
          <ac:chgData name="F112119106" userId="adaf6635-d4fd-44d9-8849-0e027005b18e" providerId="ADAL" clId="{07798542-C9FC-4B03-9892-8D96E3D5224B}" dt="2025-05-28T19:06:44.840" v="57" actId="478"/>
          <ac:spMkLst>
            <pc:docMk/>
            <pc:sldMk cId="1309782655" sldId="328"/>
            <ac:spMk id="43" creationId="{129CFC5B-C1DA-7B95-3F2C-DBC710768049}"/>
          </ac:spMkLst>
        </pc:spChg>
        <pc:spChg chg="add mod">
          <ac:chgData name="F112119106" userId="adaf6635-d4fd-44d9-8849-0e027005b18e" providerId="ADAL" clId="{07798542-C9FC-4B03-9892-8D96E3D5224B}" dt="2025-05-28T19:06:25.690" v="51"/>
          <ac:spMkLst>
            <pc:docMk/>
            <pc:sldMk cId="1309782655" sldId="328"/>
            <ac:spMk id="47" creationId="{8C464015-94A2-BD4C-8809-10F87E12F1DD}"/>
          </ac:spMkLst>
        </pc:spChg>
        <pc:spChg chg="add mod">
          <ac:chgData name="F112119106" userId="adaf6635-d4fd-44d9-8849-0e027005b18e" providerId="ADAL" clId="{07798542-C9FC-4B03-9892-8D96E3D5224B}" dt="2025-05-28T19:06:25.690" v="51"/>
          <ac:spMkLst>
            <pc:docMk/>
            <pc:sldMk cId="1309782655" sldId="328"/>
            <ac:spMk id="49" creationId="{621A7929-EDC0-29F3-7A43-6EFBE7F18F33}"/>
          </ac:spMkLst>
        </pc:spChg>
        <pc:spChg chg="add mod">
          <ac:chgData name="F112119106" userId="adaf6635-d4fd-44d9-8849-0e027005b18e" providerId="ADAL" clId="{07798542-C9FC-4B03-9892-8D96E3D5224B}" dt="2025-05-28T19:06:26.686" v="52"/>
          <ac:spMkLst>
            <pc:docMk/>
            <pc:sldMk cId="1309782655" sldId="328"/>
            <ac:spMk id="51" creationId="{2F460DB5-091A-B91E-3160-FD562C7D589E}"/>
          </ac:spMkLst>
        </pc:spChg>
        <pc:spChg chg="add mod">
          <ac:chgData name="F112119106" userId="adaf6635-d4fd-44d9-8849-0e027005b18e" providerId="ADAL" clId="{07798542-C9FC-4B03-9892-8D96E3D5224B}" dt="2025-05-28T19:06:26.686" v="52"/>
          <ac:spMkLst>
            <pc:docMk/>
            <pc:sldMk cId="1309782655" sldId="328"/>
            <ac:spMk id="52" creationId="{2E64F4D3-7456-8416-C086-ABB3BCFAFD80}"/>
          </ac:spMkLst>
        </pc:spChg>
        <pc:spChg chg="mod">
          <ac:chgData name="F112119106" userId="adaf6635-d4fd-44d9-8849-0e027005b18e" providerId="ADAL" clId="{07798542-C9FC-4B03-9892-8D96E3D5224B}" dt="2025-05-28T19:06:33.708" v="53"/>
          <ac:spMkLst>
            <pc:docMk/>
            <pc:sldMk cId="1309782655" sldId="328"/>
            <ac:spMk id="56" creationId="{3A74C364-806F-FD1E-9069-6DD1245AAA73}"/>
          </ac:spMkLst>
        </pc:spChg>
        <pc:spChg chg="add mod">
          <ac:chgData name="F112119106" userId="adaf6635-d4fd-44d9-8849-0e027005b18e" providerId="ADAL" clId="{07798542-C9FC-4B03-9892-8D96E3D5224B}" dt="2025-05-28T19:06:33.708" v="53"/>
          <ac:spMkLst>
            <pc:docMk/>
            <pc:sldMk cId="1309782655" sldId="328"/>
            <ac:spMk id="58" creationId="{966031DE-8884-7EBC-CF96-8C08418B2FBC}"/>
          </ac:spMkLst>
        </pc:spChg>
        <pc:spChg chg="add mod">
          <ac:chgData name="F112119106" userId="adaf6635-d4fd-44d9-8849-0e027005b18e" providerId="ADAL" clId="{07798542-C9FC-4B03-9892-8D96E3D5224B}" dt="2025-05-28T19:06:33.708" v="53"/>
          <ac:spMkLst>
            <pc:docMk/>
            <pc:sldMk cId="1309782655" sldId="328"/>
            <ac:spMk id="59" creationId="{E8B10329-F747-0E31-6B47-BEAA0D8056EC}"/>
          </ac:spMkLst>
        </pc:spChg>
        <pc:spChg chg="mod">
          <ac:chgData name="F112119106" userId="adaf6635-d4fd-44d9-8849-0e027005b18e" providerId="ADAL" clId="{07798542-C9FC-4B03-9892-8D96E3D5224B}" dt="2025-05-28T19:06:33.708" v="53"/>
          <ac:spMkLst>
            <pc:docMk/>
            <pc:sldMk cId="1309782655" sldId="328"/>
            <ac:spMk id="63" creationId="{64AFB2D4-D092-03B2-13B3-9EC2DD664913}"/>
          </ac:spMkLst>
        </pc:spChg>
        <pc:spChg chg="add mod">
          <ac:chgData name="F112119106" userId="adaf6635-d4fd-44d9-8849-0e027005b18e" providerId="ADAL" clId="{07798542-C9FC-4B03-9892-8D96E3D5224B}" dt="2025-05-28T19:06:33.708" v="53"/>
          <ac:spMkLst>
            <pc:docMk/>
            <pc:sldMk cId="1309782655" sldId="328"/>
            <ac:spMk id="64" creationId="{71132749-CA5D-2A0A-CAE4-AA2F6F00D3B8}"/>
          </ac:spMkLst>
        </pc:spChg>
        <pc:spChg chg="add mod">
          <ac:chgData name="F112119106" userId="adaf6635-d4fd-44d9-8849-0e027005b18e" providerId="ADAL" clId="{07798542-C9FC-4B03-9892-8D96E3D5224B}" dt="2025-05-28T19:06:33.708" v="53"/>
          <ac:spMkLst>
            <pc:docMk/>
            <pc:sldMk cId="1309782655" sldId="328"/>
            <ac:spMk id="67" creationId="{525BC5D4-0F94-C1CA-429C-FD1B75594D1E}"/>
          </ac:spMkLst>
        </pc:spChg>
        <pc:spChg chg="add mod">
          <ac:chgData name="F112119106" userId="adaf6635-d4fd-44d9-8849-0e027005b18e" providerId="ADAL" clId="{07798542-C9FC-4B03-9892-8D96E3D5224B}" dt="2025-05-28T19:06:33.708" v="53"/>
          <ac:spMkLst>
            <pc:docMk/>
            <pc:sldMk cId="1309782655" sldId="328"/>
            <ac:spMk id="68" creationId="{ACEA70B8-0722-EF41-5287-A544829801B8}"/>
          </ac:spMkLst>
        </pc:spChg>
        <pc:spChg chg="add mod">
          <ac:chgData name="F112119106" userId="adaf6635-d4fd-44d9-8849-0e027005b18e" providerId="ADAL" clId="{07798542-C9FC-4B03-9892-8D96E3D5224B}" dt="2025-05-28T19:06:33.708" v="53"/>
          <ac:spMkLst>
            <pc:docMk/>
            <pc:sldMk cId="1309782655" sldId="328"/>
            <ac:spMk id="69" creationId="{DD94FC94-C7AA-5843-04DD-1C49AF3F5AF8}"/>
          </ac:spMkLst>
        </pc:spChg>
        <pc:spChg chg="add mod">
          <ac:chgData name="F112119106" userId="adaf6635-d4fd-44d9-8849-0e027005b18e" providerId="ADAL" clId="{07798542-C9FC-4B03-9892-8D96E3D5224B}" dt="2025-05-28T19:06:33.708" v="53"/>
          <ac:spMkLst>
            <pc:docMk/>
            <pc:sldMk cId="1309782655" sldId="328"/>
            <ac:spMk id="70" creationId="{910ED6A5-B516-1D36-D523-96DB88929FA1}"/>
          </ac:spMkLst>
        </pc:spChg>
        <pc:spChg chg="mod">
          <ac:chgData name="F112119106" userId="adaf6635-d4fd-44d9-8849-0e027005b18e" providerId="ADAL" clId="{07798542-C9FC-4B03-9892-8D96E3D5224B}" dt="2025-05-28T19:06:34.612" v="54"/>
          <ac:spMkLst>
            <pc:docMk/>
            <pc:sldMk cId="1309782655" sldId="328"/>
            <ac:spMk id="72" creationId="{76462ED5-E5F9-E0A5-A04B-9F7E337797A7}"/>
          </ac:spMkLst>
        </pc:spChg>
        <pc:spChg chg="mod">
          <ac:chgData name="F112119106" userId="adaf6635-d4fd-44d9-8849-0e027005b18e" providerId="ADAL" clId="{07798542-C9FC-4B03-9892-8D96E3D5224B}" dt="2025-05-28T19:06:34.612" v="54"/>
          <ac:spMkLst>
            <pc:docMk/>
            <pc:sldMk cId="1309782655" sldId="328"/>
            <ac:spMk id="73" creationId="{91C79238-17F6-2D08-F670-8531F7FD2D38}"/>
          </ac:spMkLst>
        </pc:spChg>
        <pc:spChg chg="add mod">
          <ac:chgData name="F112119106" userId="adaf6635-d4fd-44d9-8849-0e027005b18e" providerId="ADAL" clId="{07798542-C9FC-4B03-9892-8D96E3D5224B}" dt="2025-05-28T19:06:33.708" v="53"/>
          <ac:spMkLst>
            <pc:docMk/>
            <pc:sldMk cId="1309782655" sldId="328"/>
            <ac:spMk id="74" creationId="{A7CFA8D5-4E11-6DE2-DD3B-8CC4F6F1E95F}"/>
          </ac:spMkLst>
        </pc:spChg>
        <pc:spChg chg="mod">
          <ac:chgData name="F112119106" userId="adaf6635-d4fd-44d9-8849-0e027005b18e" providerId="ADAL" clId="{07798542-C9FC-4B03-9892-8D96E3D5224B}" dt="2025-05-28T19:06:42.656" v="55"/>
          <ac:spMkLst>
            <pc:docMk/>
            <pc:sldMk cId="1309782655" sldId="328"/>
            <ac:spMk id="77" creationId="{1B394356-E086-93E0-ED44-E5ED1D7F4E14}"/>
          </ac:spMkLst>
        </pc:spChg>
        <pc:spChg chg="add mod">
          <ac:chgData name="F112119106" userId="adaf6635-d4fd-44d9-8849-0e027005b18e" providerId="ADAL" clId="{07798542-C9FC-4B03-9892-8D96E3D5224B}" dt="2025-05-28T19:06:42.656" v="55"/>
          <ac:spMkLst>
            <pc:docMk/>
            <pc:sldMk cId="1309782655" sldId="328"/>
            <ac:spMk id="78" creationId="{14A0EC6B-73D0-78E2-0FA8-958584B08D54}"/>
          </ac:spMkLst>
        </pc:spChg>
        <pc:spChg chg="add mod">
          <ac:chgData name="F112119106" userId="adaf6635-d4fd-44d9-8849-0e027005b18e" providerId="ADAL" clId="{07798542-C9FC-4B03-9892-8D96E3D5224B}" dt="2025-05-28T19:06:42.656" v="55"/>
          <ac:spMkLst>
            <pc:docMk/>
            <pc:sldMk cId="1309782655" sldId="328"/>
            <ac:spMk id="79" creationId="{8E8D5134-F1E2-FE73-49FD-D17F2D873DEE}"/>
          </ac:spMkLst>
        </pc:spChg>
        <pc:spChg chg="add mod">
          <ac:chgData name="F112119106" userId="adaf6635-d4fd-44d9-8849-0e027005b18e" providerId="ADAL" clId="{07798542-C9FC-4B03-9892-8D96E3D5224B}" dt="2025-05-28T19:06:42.656" v="55"/>
          <ac:spMkLst>
            <pc:docMk/>
            <pc:sldMk cId="1309782655" sldId="328"/>
            <ac:spMk id="80" creationId="{1EFE01F2-C133-E0DE-FFB0-BBE14BACDF56}"/>
          </ac:spMkLst>
        </pc:spChg>
        <pc:spChg chg="add mod">
          <ac:chgData name="F112119106" userId="adaf6635-d4fd-44d9-8849-0e027005b18e" providerId="ADAL" clId="{07798542-C9FC-4B03-9892-8D96E3D5224B}" dt="2025-05-28T19:06:42.656" v="55"/>
          <ac:spMkLst>
            <pc:docMk/>
            <pc:sldMk cId="1309782655" sldId="328"/>
            <ac:spMk id="81" creationId="{9A84C78E-D5A1-8870-3F62-52153D3565A9}"/>
          </ac:spMkLst>
        </pc:spChg>
        <pc:spChg chg="mod">
          <ac:chgData name="F112119106" userId="adaf6635-d4fd-44d9-8849-0e027005b18e" providerId="ADAL" clId="{07798542-C9FC-4B03-9892-8D96E3D5224B}" dt="2025-05-28T19:06:42.656" v="55"/>
          <ac:spMkLst>
            <pc:docMk/>
            <pc:sldMk cId="1309782655" sldId="328"/>
            <ac:spMk id="83" creationId="{1A9316D3-650A-D192-FE52-6FEEF7E84722}"/>
          </ac:spMkLst>
        </pc:spChg>
        <pc:spChg chg="add mod">
          <ac:chgData name="F112119106" userId="adaf6635-d4fd-44d9-8849-0e027005b18e" providerId="ADAL" clId="{07798542-C9FC-4B03-9892-8D96E3D5224B}" dt="2025-05-28T19:06:42.656" v="55"/>
          <ac:spMkLst>
            <pc:docMk/>
            <pc:sldMk cId="1309782655" sldId="328"/>
            <ac:spMk id="86" creationId="{6F7EF156-6D9D-C95C-5579-E3336C533C66}"/>
          </ac:spMkLst>
        </pc:spChg>
        <pc:spChg chg="add mod">
          <ac:chgData name="F112119106" userId="adaf6635-d4fd-44d9-8849-0e027005b18e" providerId="ADAL" clId="{07798542-C9FC-4B03-9892-8D96E3D5224B}" dt="2025-05-28T19:06:42.656" v="55"/>
          <ac:spMkLst>
            <pc:docMk/>
            <pc:sldMk cId="1309782655" sldId="328"/>
            <ac:spMk id="91" creationId="{975B625C-D4FD-A522-F4A8-CAC206D05C90}"/>
          </ac:spMkLst>
        </pc:spChg>
        <pc:spChg chg="add mod">
          <ac:chgData name="F112119106" userId="adaf6635-d4fd-44d9-8849-0e027005b18e" providerId="ADAL" clId="{07798542-C9FC-4B03-9892-8D96E3D5224B}" dt="2025-05-28T19:06:42.656" v="55"/>
          <ac:spMkLst>
            <pc:docMk/>
            <pc:sldMk cId="1309782655" sldId="328"/>
            <ac:spMk id="92" creationId="{06298760-EF1D-04B5-2F70-8DBE1E7D16ED}"/>
          </ac:spMkLst>
        </pc:spChg>
        <pc:spChg chg="add mod">
          <ac:chgData name="F112119106" userId="adaf6635-d4fd-44d9-8849-0e027005b18e" providerId="ADAL" clId="{07798542-C9FC-4B03-9892-8D96E3D5224B}" dt="2025-05-28T19:06:43.335" v="56"/>
          <ac:spMkLst>
            <pc:docMk/>
            <pc:sldMk cId="1309782655" sldId="328"/>
            <ac:spMk id="93" creationId="{D91B90A8-1C95-B07C-9E05-BEBBFE48E317}"/>
          </ac:spMkLst>
        </pc:spChg>
        <pc:spChg chg="mod">
          <ac:chgData name="F112119106" userId="adaf6635-d4fd-44d9-8849-0e027005b18e" providerId="ADAL" clId="{07798542-C9FC-4B03-9892-8D96E3D5224B}" dt="2025-05-28T19:06:43.335" v="56"/>
          <ac:spMkLst>
            <pc:docMk/>
            <pc:sldMk cId="1309782655" sldId="328"/>
            <ac:spMk id="94" creationId="{16BE3E77-047A-76AB-69FF-867C1864A73A}"/>
          </ac:spMkLst>
        </pc:spChg>
        <pc:spChg chg="del">
          <ac:chgData name="F112119106" userId="adaf6635-d4fd-44d9-8849-0e027005b18e" providerId="ADAL" clId="{07798542-C9FC-4B03-9892-8D96E3D5224B}" dt="2025-05-28T19:06:50.929" v="59" actId="478"/>
          <ac:spMkLst>
            <pc:docMk/>
            <pc:sldMk cId="1309782655" sldId="328"/>
            <ac:spMk id="97" creationId="{A5556136-70C3-CD8B-229B-732E2B771BF4}"/>
          </ac:spMkLst>
        </pc:spChg>
        <pc:spChg chg="mod">
          <ac:chgData name="F112119106" userId="adaf6635-d4fd-44d9-8849-0e027005b18e" providerId="ADAL" clId="{07798542-C9FC-4B03-9892-8D96E3D5224B}" dt="2025-05-28T19:06:45.568" v="58"/>
          <ac:spMkLst>
            <pc:docMk/>
            <pc:sldMk cId="1309782655" sldId="328"/>
            <ac:spMk id="100" creationId="{346756F2-47DE-835C-4521-15F6A81A5047}"/>
          </ac:spMkLst>
        </pc:spChg>
        <pc:spChg chg="add mod">
          <ac:chgData name="F112119106" userId="adaf6635-d4fd-44d9-8849-0e027005b18e" providerId="ADAL" clId="{07798542-C9FC-4B03-9892-8D96E3D5224B}" dt="2025-05-28T19:06:45.568" v="58"/>
          <ac:spMkLst>
            <pc:docMk/>
            <pc:sldMk cId="1309782655" sldId="328"/>
            <ac:spMk id="101" creationId="{9F01A65F-F017-D6A1-4F53-804ED57FF0C1}"/>
          </ac:spMkLst>
        </pc:spChg>
        <pc:spChg chg="add mod">
          <ac:chgData name="F112119106" userId="adaf6635-d4fd-44d9-8849-0e027005b18e" providerId="ADAL" clId="{07798542-C9FC-4B03-9892-8D96E3D5224B}" dt="2025-05-28T19:06:45.568" v="58"/>
          <ac:spMkLst>
            <pc:docMk/>
            <pc:sldMk cId="1309782655" sldId="328"/>
            <ac:spMk id="102" creationId="{854BD4A6-7735-B598-6ABE-2E8255137CD5}"/>
          </ac:spMkLst>
        </pc:spChg>
        <pc:spChg chg="add mod">
          <ac:chgData name="F112119106" userId="adaf6635-d4fd-44d9-8849-0e027005b18e" providerId="ADAL" clId="{07798542-C9FC-4B03-9892-8D96E3D5224B}" dt="2025-05-28T19:06:45.568" v="58"/>
          <ac:spMkLst>
            <pc:docMk/>
            <pc:sldMk cId="1309782655" sldId="328"/>
            <ac:spMk id="103" creationId="{90181C76-0985-C359-818C-5ABB820EBBE3}"/>
          </ac:spMkLst>
        </pc:spChg>
        <pc:spChg chg="add mod">
          <ac:chgData name="F112119106" userId="adaf6635-d4fd-44d9-8849-0e027005b18e" providerId="ADAL" clId="{07798542-C9FC-4B03-9892-8D96E3D5224B}" dt="2025-05-28T19:06:45.568" v="58"/>
          <ac:spMkLst>
            <pc:docMk/>
            <pc:sldMk cId="1309782655" sldId="328"/>
            <ac:spMk id="104" creationId="{C3DA3B35-73E7-A804-146F-AEC20DBEC592}"/>
          </ac:spMkLst>
        </pc:spChg>
        <pc:spChg chg="mod">
          <ac:chgData name="F112119106" userId="adaf6635-d4fd-44d9-8849-0e027005b18e" providerId="ADAL" clId="{07798542-C9FC-4B03-9892-8D96E3D5224B}" dt="2025-05-28T19:07:16.008" v="75" actId="1036"/>
          <ac:spMkLst>
            <pc:docMk/>
            <pc:sldMk cId="1309782655" sldId="328"/>
            <ac:spMk id="106" creationId="{C7EC7CA3-49D8-A0A2-B8D9-2E282D41BFEF}"/>
          </ac:spMkLst>
        </pc:spChg>
        <pc:spChg chg="mod">
          <ac:chgData name="F112119106" userId="adaf6635-d4fd-44d9-8849-0e027005b18e" providerId="ADAL" clId="{07798542-C9FC-4B03-9892-8D96E3D5224B}" dt="2025-05-28T19:07:22.628" v="82" actId="1035"/>
          <ac:spMkLst>
            <pc:docMk/>
            <pc:sldMk cId="1309782655" sldId="328"/>
            <ac:spMk id="107" creationId="{72E7EA10-AFEB-BC9E-3AF4-F10D488D3DEC}"/>
          </ac:spMkLst>
        </pc:spChg>
        <pc:spChg chg="add mod">
          <ac:chgData name="F112119106" userId="adaf6635-d4fd-44d9-8849-0e027005b18e" providerId="ADAL" clId="{07798542-C9FC-4B03-9892-8D96E3D5224B}" dt="2025-05-28T19:06:45.568" v="58"/>
          <ac:spMkLst>
            <pc:docMk/>
            <pc:sldMk cId="1309782655" sldId="328"/>
            <ac:spMk id="108" creationId="{3C509FAD-37F4-76C4-D707-3EF62081BAE0}"/>
          </ac:spMkLst>
        </pc:spChg>
        <pc:spChg chg="add mod">
          <ac:chgData name="F112119106" userId="adaf6635-d4fd-44d9-8849-0e027005b18e" providerId="ADAL" clId="{07798542-C9FC-4B03-9892-8D96E3D5224B}" dt="2025-05-28T19:06:45.568" v="58"/>
          <ac:spMkLst>
            <pc:docMk/>
            <pc:sldMk cId="1309782655" sldId="328"/>
            <ac:spMk id="109" creationId="{CD6AFFF9-3BF4-1E3B-BB9C-4B9E7195B359}"/>
          </ac:spMkLst>
        </pc:spChg>
        <pc:spChg chg="add mod">
          <ac:chgData name="F112119106" userId="adaf6635-d4fd-44d9-8849-0e027005b18e" providerId="ADAL" clId="{07798542-C9FC-4B03-9892-8D96E3D5224B}" dt="2025-05-28T19:06:45.568" v="58"/>
          <ac:spMkLst>
            <pc:docMk/>
            <pc:sldMk cId="1309782655" sldId="328"/>
            <ac:spMk id="111" creationId="{23E7BCCD-7325-E352-5DB8-5B51369A1F53}"/>
          </ac:spMkLst>
        </pc:spChg>
        <pc:spChg chg="add mod">
          <ac:chgData name="F112119106" userId="adaf6635-d4fd-44d9-8849-0e027005b18e" providerId="ADAL" clId="{07798542-C9FC-4B03-9892-8D96E3D5224B}" dt="2025-05-28T19:06:45.568" v="58"/>
          <ac:spMkLst>
            <pc:docMk/>
            <pc:sldMk cId="1309782655" sldId="328"/>
            <ac:spMk id="114" creationId="{FD62FA9F-CAC9-F061-1266-FAB0EB796EAA}"/>
          </ac:spMkLst>
        </pc:spChg>
        <pc:spChg chg="add mod">
          <ac:chgData name="F112119106" userId="adaf6635-d4fd-44d9-8849-0e027005b18e" providerId="ADAL" clId="{07798542-C9FC-4B03-9892-8D96E3D5224B}" dt="2025-05-28T19:07:09.376" v="63" actId="1076"/>
          <ac:spMkLst>
            <pc:docMk/>
            <pc:sldMk cId="1309782655" sldId="328"/>
            <ac:spMk id="116" creationId="{3C7A54FE-D228-4245-6F8F-23B7B3AF9547}"/>
          </ac:spMkLst>
        </pc:spChg>
      </pc:sldChg>
      <pc:sldChg chg="modSp mod">
        <pc:chgData name="F112119106" userId="adaf6635-d4fd-44d9-8849-0e027005b18e" providerId="ADAL" clId="{07798542-C9FC-4B03-9892-8D96E3D5224B}" dt="2025-05-28T13:10:20.356" v="37" actId="20577"/>
        <pc:sldMkLst>
          <pc:docMk/>
          <pc:sldMk cId="4005271684" sldId="336"/>
        </pc:sldMkLst>
        <pc:spChg chg="mod">
          <ac:chgData name="F112119106" userId="adaf6635-d4fd-44d9-8849-0e027005b18e" providerId="ADAL" clId="{07798542-C9FC-4B03-9892-8D96E3D5224B}" dt="2025-05-28T13:10:06.313" v="35" actId="20577"/>
          <ac:spMkLst>
            <pc:docMk/>
            <pc:sldMk cId="4005271684" sldId="336"/>
            <ac:spMk id="12" creationId="{1DB7A0B3-ED9B-414E-9B79-B706EEDC6C6C}"/>
          </ac:spMkLst>
        </pc:spChg>
        <pc:spChg chg="mod">
          <ac:chgData name="F112119106" userId="adaf6635-d4fd-44d9-8849-0e027005b18e" providerId="ADAL" clId="{07798542-C9FC-4B03-9892-8D96E3D5224B}" dt="2025-05-28T13:10:13.376" v="36" actId="20577"/>
          <ac:spMkLst>
            <pc:docMk/>
            <pc:sldMk cId="4005271684" sldId="336"/>
            <ac:spMk id="14" creationId="{34AE4588-6A72-415D-B89E-5B380235C1AF}"/>
          </ac:spMkLst>
        </pc:spChg>
        <pc:spChg chg="mod">
          <ac:chgData name="F112119106" userId="adaf6635-d4fd-44d9-8849-0e027005b18e" providerId="ADAL" clId="{07798542-C9FC-4B03-9892-8D96E3D5224B}" dt="2025-05-28T13:10:20.356" v="37" actId="20577"/>
          <ac:spMkLst>
            <pc:docMk/>
            <pc:sldMk cId="4005271684" sldId="336"/>
            <ac:spMk id="18" creationId="{915EED31-C798-4A44-9DAC-5F76455F90A5}"/>
          </ac:spMkLst>
        </pc:spChg>
      </pc:sldChg>
      <pc:sldChg chg="modSp mod">
        <pc:chgData name="F112119106" userId="adaf6635-d4fd-44d9-8849-0e027005b18e" providerId="ADAL" clId="{07798542-C9FC-4B03-9892-8D96E3D5224B}" dt="2025-05-28T13:09:59.500" v="33" actId="20577"/>
        <pc:sldMkLst>
          <pc:docMk/>
          <pc:sldMk cId="3956899320" sldId="341"/>
        </pc:sldMkLst>
        <pc:spChg chg="mod">
          <ac:chgData name="F112119106" userId="adaf6635-d4fd-44d9-8849-0e027005b18e" providerId="ADAL" clId="{07798542-C9FC-4B03-9892-8D96E3D5224B}" dt="2025-05-28T13:09:59.500" v="33" actId="20577"/>
          <ac:spMkLst>
            <pc:docMk/>
            <pc:sldMk cId="3956899320" sldId="341"/>
            <ac:spMk id="38" creationId="{00000000-0000-0000-0000-000000000000}"/>
          </ac:spMkLst>
        </pc:spChg>
      </pc:sldChg>
      <pc:sldChg chg="del">
        <pc:chgData name="F112119106" userId="adaf6635-d4fd-44d9-8849-0e027005b18e" providerId="ADAL" clId="{07798542-C9FC-4B03-9892-8D96E3D5224B}" dt="2025-05-28T19:08:16.711" v="104" actId="47"/>
        <pc:sldMkLst>
          <pc:docMk/>
          <pc:sldMk cId="528274964" sldId="357"/>
        </pc:sldMkLst>
      </pc:sldChg>
      <pc:sldChg chg="add del">
        <pc:chgData name="F112119106" userId="adaf6635-d4fd-44d9-8849-0e027005b18e" providerId="ADAL" clId="{07798542-C9FC-4B03-9892-8D96E3D5224B}" dt="2025-05-28T19:10:09.277" v="128" actId="47"/>
        <pc:sldMkLst>
          <pc:docMk/>
          <pc:sldMk cId="2951673931" sldId="358"/>
        </pc:sldMkLst>
      </pc:sldChg>
      <pc:sldChg chg="del">
        <pc:chgData name="F112119106" userId="adaf6635-d4fd-44d9-8849-0e027005b18e" providerId="ADAL" clId="{07798542-C9FC-4B03-9892-8D96E3D5224B}" dt="2025-05-28T19:09:05.730" v="117" actId="47"/>
        <pc:sldMkLst>
          <pc:docMk/>
          <pc:sldMk cId="3910101379" sldId="359"/>
        </pc:sldMkLst>
      </pc:sldChg>
      <pc:sldChg chg="del">
        <pc:chgData name="F112119106" userId="adaf6635-d4fd-44d9-8849-0e027005b18e" providerId="ADAL" clId="{07798542-C9FC-4B03-9892-8D96E3D5224B}" dt="2025-05-28T19:11:51.954" v="149" actId="47"/>
        <pc:sldMkLst>
          <pc:docMk/>
          <pc:sldMk cId="3960310246" sldId="370"/>
        </pc:sldMkLst>
      </pc:sldChg>
      <pc:sldChg chg="del">
        <pc:chgData name="F112119106" userId="adaf6635-d4fd-44d9-8849-0e027005b18e" providerId="ADAL" clId="{07798542-C9FC-4B03-9892-8D96E3D5224B}" dt="2025-05-28T19:11:51.954" v="149" actId="47"/>
        <pc:sldMkLst>
          <pc:docMk/>
          <pc:sldMk cId="3411199029" sldId="371"/>
        </pc:sldMkLst>
      </pc:sldChg>
      <pc:sldChg chg="del">
        <pc:chgData name="F112119106" userId="adaf6635-d4fd-44d9-8849-0e027005b18e" providerId="ADAL" clId="{07798542-C9FC-4B03-9892-8D96E3D5224B}" dt="2025-05-28T19:11:51.954" v="149" actId="47"/>
        <pc:sldMkLst>
          <pc:docMk/>
          <pc:sldMk cId="2787008659" sldId="372"/>
        </pc:sldMkLst>
      </pc:sldChg>
      <pc:sldChg chg="del">
        <pc:chgData name="F112119106" userId="adaf6635-d4fd-44d9-8849-0e027005b18e" providerId="ADAL" clId="{07798542-C9FC-4B03-9892-8D96E3D5224B}" dt="2025-05-28T19:11:51.954" v="149" actId="47"/>
        <pc:sldMkLst>
          <pc:docMk/>
          <pc:sldMk cId="3664461150" sldId="373"/>
        </pc:sldMkLst>
      </pc:sldChg>
      <pc:sldChg chg="del">
        <pc:chgData name="F112119106" userId="adaf6635-d4fd-44d9-8849-0e027005b18e" providerId="ADAL" clId="{07798542-C9FC-4B03-9892-8D96E3D5224B}" dt="2025-05-28T19:11:51.954" v="149" actId="47"/>
        <pc:sldMkLst>
          <pc:docMk/>
          <pc:sldMk cId="1963767111" sldId="374"/>
        </pc:sldMkLst>
      </pc:sldChg>
      <pc:sldChg chg="del">
        <pc:chgData name="F112119106" userId="adaf6635-d4fd-44d9-8849-0e027005b18e" providerId="ADAL" clId="{07798542-C9FC-4B03-9892-8D96E3D5224B}" dt="2025-05-28T19:11:53.762" v="150" actId="47"/>
        <pc:sldMkLst>
          <pc:docMk/>
          <pc:sldMk cId="3379424795" sldId="375"/>
        </pc:sldMkLst>
      </pc:sldChg>
      <pc:sldChg chg="ord">
        <pc:chgData name="F112119106" userId="adaf6635-d4fd-44d9-8849-0e027005b18e" providerId="ADAL" clId="{07798542-C9FC-4B03-9892-8D96E3D5224B}" dt="2025-05-28T19:12:34.063" v="158"/>
        <pc:sldMkLst>
          <pc:docMk/>
          <pc:sldMk cId="104984152" sldId="376"/>
        </pc:sldMkLst>
      </pc:sldChg>
      <pc:sldChg chg="del">
        <pc:chgData name="F112119106" userId="adaf6635-d4fd-44d9-8849-0e027005b18e" providerId="ADAL" clId="{07798542-C9FC-4B03-9892-8D96E3D5224B}" dt="2025-05-28T19:12:14.675" v="156" actId="47"/>
        <pc:sldMkLst>
          <pc:docMk/>
          <pc:sldMk cId="3900955733" sldId="377"/>
        </pc:sldMkLst>
      </pc:sldChg>
      <pc:sldChg chg="addSp delSp modSp add del mod">
        <pc:chgData name="F112119106" userId="adaf6635-d4fd-44d9-8849-0e027005b18e" providerId="ADAL" clId="{07798542-C9FC-4B03-9892-8D96E3D5224B}" dt="2025-05-28T19:12:59.343" v="159" actId="47"/>
        <pc:sldMkLst>
          <pc:docMk/>
          <pc:sldMk cId="0" sldId="379"/>
        </pc:sldMkLst>
        <pc:spChg chg="del mod">
          <ac:chgData name="F112119106" userId="adaf6635-d4fd-44d9-8849-0e027005b18e" providerId="ADAL" clId="{07798542-C9FC-4B03-9892-8D96E3D5224B}" dt="2025-05-28T19:08:41.513" v="109" actId="478"/>
          <ac:spMkLst>
            <pc:docMk/>
            <pc:sldMk cId="0" sldId="379"/>
            <ac:spMk id="19" creationId="{00000000-0000-0000-0000-000000000000}"/>
          </ac:spMkLst>
        </pc:spChg>
        <pc:spChg chg="mod">
          <ac:chgData name="F112119106" userId="adaf6635-d4fd-44d9-8849-0e027005b18e" providerId="ADAL" clId="{07798542-C9FC-4B03-9892-8D96E3D5224B}" dt="2025-05-28T19:06:09.416" v="49" actId="20577"/>
          <ac:spMkLst>
            <pc:docMk/>
            <pc:sldMk cId="0" sldId="379"/>
            <ac:spMk id="20" creationId="{00000000-0000-0000-0000-000000000000}"/>
          </ac:spMkLst>
        </pc:spChg>
        <pc:spChg chg="del">
          <ac:chgData name="F112119106" userId="adaf6635-d4fd-44d9-8849-0e027005b18e" providerId="ADAL" clId="{07798542-C9FC-4B03-9892-8D96E3D5224B}" dt="2025-05-28T19:08:47.682" v="110" actId="478"/>
          <ac:spMkLst>
            <pc:docMk/>
            <pc:sldMk cId="0" sldId="379"/>
            <ac:spMk id="25" creationId="{00000000-0000-0000-0000-000000000000}"/>
          </ac:spMkLst>
        </pc:spChg>
        <pc:spChg chg="add mod">
          <ac:chgData name="F112119106" userId="adaf6635-d4fd-44d9-8849-0e027005b18e" providerId="ADAL" clId="{07798542-C9FC-4B03-9892-8D96E3D5224B}" dt="2025-05-28T19:09:02.342" v="116" actId="5793"/>
          <ac:spMkLst>
            <pc:docMk/>
            <pc:sldMk cId="0" sldId="379"/>
            <ac:spMk id="26" creationId="{D9F2E72F-EDBB-D590-4EEB-6A44F0E92316}"/>
          </ac:spMkLst>
        </pc:spChg>
      </pc:sldChg>
      <pc:sldChg chg="addSp delSp modSp add del mod">
        <pc:chgData name="F112119106" userId="adaf6635-d4fd-44d9-8849-0e027005b18e" providerId="ADAL" clId="{07798542-C9FC-4B03-9892-8D96E3D5224B}" dt="2025-05-28T19:10:06.773" v="127" actId="5793"/>
        <pc:sldMkLst>
          <pc:docMk/>
          <pc:sldMk cId="0" sldId="380"/>
        </pc:sldMkLst>
        <pc:spChg chg="del mod">
          <ac:chgData name="F112119106" userId="adaf6635-d4fd-44d9-8849-0e027005b18e" providerId="ADAL" clId="{07798542-C9FC-4B03-9892-8D96E3D5224B}" dt="2025-05-28T19:09:50.589" v="121" actId="478"/>
          <ac:spMkLst>
            <pc:docMk/>
            <pc:sldMk cId="0" sldId="380"/>
            <ac:spMk id="19" creationId="{00000000-0000-0000-0000-000000000000}"/>
          </ac:spMkLst>
        </pc:spChg>
        <pc:spChg chg="add del mod">
          <ac:chgData name="F112119106" userId="adaf6635-d4fd-44d9-8849-0e027005b18e" providerId="ADAL" clId="{07798542-C9FC-4B03-9892-8D96E3D5224B}" dt="2025-05-28T19:10:04.588" v="126" actId="478"/>
          <ac:spMkLst>
            <pc:docMk/>
            <pc:sldMk cId="0" sldId="380"/>
            <ac:spMk id="25" creationId="{00000000-0000-0000-0000-000000000000}"/>
          </ac:spMkLst>
        </pc:spChg>
        <pc:spChg chg="add mod">
          <ac:chgData name="F112119106" userId="adaf6635-d4fd-44d9-8849-0e027005b18e" providerId="ADAL" clId="{07798542-C9FC-4B03-9892-8D96E3D5224B}" dt="2025-05-28T19:09:56.258" v="124"/>
          <ac:spMkLst>
            <pc:docMk/>
            <pc:sldMk cId="0" sldId="380"/>
            <ac:spMk id="26" creationId="{4BC4F8A7-CA4A-9B60-8779-367112F07CB4}"/>
          </ac:spMkLst>
        </pc:spChg>
        <pc:spChg chg="add mod">
          <ac:chgData name="F112119106" userId="adaf6635-d4fd-44d9-8849-0e027005b18e" providerId="ADAL" clId="{07798542-C9FC-4B03-9892-8D96E3D5224B}" dt="2025-05-28T19:10:06.773" v="127" actId="5793"/>
          <ac:spMkLst>
            <pc:docMk/>
            <pc:sldMk cId="0" sldId="380"/>
            <ac:spMk id="27" creationId="{4FE8492D-3AC6-7ED4-BEB7-789BE11B9975}"/>
          </ac:spMkLst>
        </pc:spChg>
      </pc:sldChg>
      <pc:sldChg chg="addSp delSp modSp add del mod ord">
        <pc:chgData name="F112119106" userId="adaf6635-d4fd-44d9-8849-0e027005b18e" providerId="ADAL" clId="{07798542-C9FC-4B03-9892-8D96E3D5224B}" dt="2025-05-28T19:10:50.419" v="145" actId="478"/>
        <pc:sldMkLst>
          <pc:docMk/>
          <pc:sldMk cId="0" sldId="381"/>
        </pc:sldMkLst>
        <pc:spChg chg="del mod">
          <ac:chgData name="F112119106" userId="adaf6635-d4fd-44d9-8849-0e027005b18e" providerId="ADAL" clId="{07798542-C9FC-4B03-9892-8D96E3D5224B}" dt="2025-05-28T19:10:38.048" v="140" actId="478"/>
          <ac:spMkLst>
            <pc:docMk/>
            <pc:sldMk cId="0" sldId="381"/>
            <ac:spMk id="17" creationId="{00000000-0000-0000-0000-000000000000}"/>
          </ac:spMkLst>
        </pc:spChg>
        <pc:spChg chg="add del mod">
          <ac:chgData name="F112119106" userId="adaf6635-d4fd-44d9-8849-0e027005b18e" providerId="ADAL" clId="{07798542-C9FC-4B03-9892-8D96E3D5224B}" dt="2025-05-28T19:10:50.419" v="145" actId="478"/>
          <ac:spMkLst>
            <pc:docMk/>
            <pc:sldMk cId="0" sldId="381"/>
            <ac:spMk id="23" creationId="{00000000-0000-0000-0000-000000000000}"/>
          </ac:spMkLst>
        </pc:spChg>
        <pc:spChg chg="add mod">
          <ac:chgData name="F112119106" userId="adaf6635-d4fd-44d9-8849-0e027005b18e" providerId="ADAL" clId="{07798542-C9FC-4B03-9892-8D96E3D5224B}" dt="2025-05-28T19:10:42.765" v="143"/>
          <ac:spMkLst>
            <pc:docMk/>
            <pc:sldMk cId="0" sldId="381"/>
            <ac:spMk id="24" creationId="{3B75451D-0560-3AB6-CA4F-C75BB54B77F1}"/>
          </ac:spMkLst>
        </pc:spChg>
        <pc:spChg chg="add mod">
          <ac:chgData name="F112119106" userId="adaf6635-d4fd-44d9-8849-0e027005b18e" providerId="ADAL" clId="{07798542-C9FC-4B03-9892-8D96E3D5224B}" dt="2025-05-28T19:10:45.906" v="144"/>
          <ac:spMkLst>
            <pc:docMk/>
            <pc:sldMk cId="0" sldId="381"/>
            <ac:spMk id="25" creationId="{F8E1F1F5-2809-77F8-471D-5ECCBE1578C5}"/>
          </ac:spMkLst>
        </pc:spChg>
      </pc:sldChg>
      <pc:sldChg chg="add ord">
        <pc:chgData name="F112119106" userId="adaf6635-d4fd-44d9-8849-0e027005b18e" providerId="ADAL" clId="{07798542-C9FC-4B03-9892-8D96E3D5224B}" dt="2025-05-28T19:12:01.251" v="153"/>
        <pc:sldMkLst>
          <pc:docMk/>
          <pc:sldMk cId="0" sldId="382"/>
        </pc:sldMkLst>
      </pc:sldChg>
      <pc:sldMasterChg chg="delSldLayout">
        <pc:chgData name="F112119106" userId="adaf6635-d4fd-44d9-8849-0e027005b18e" providerId="ADAL" clId="{07798542-C9FC-4B03-9892-8D96E3D5224B}" dt="2025-05-28T19:12:14.675" v="156" actId="47"/>
        <pc:sldMasterMkLst>
          <pc:docMk/>
          <pc:sldMasterMk cId="0" sldId="2147483648"/>
        </pc:sldMasterMkLst>
        <pc:sldLayoutChg chg="del">
          <pc:chgData name="F112119106" userId="adaf6635-d4fd-44d9-8849-0e027005b18e" providerId="ADAL" clId="{07798542-C9FC-4B03-9892-8D96E3D5224B}" dt="2025-05-28T19:12:14.675" v="156" actId="47"/>
          <pc:sldLayoutMkLst>
            <pc:docMk/>
            <pc:sldMasterMk cId="0" sldId="2147483648"/>
            <pc:sldLayoutMk cId="1017156210" sldId="214748366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6874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各位口委們好，感謝您的蒞臨，來參加學生的口試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我是</a:t>
            </a:r>
            <a:r>
              <a:rPr lang="en-US" altLang="zh-TW" dirty="0"/>
              <a:t>XXX</a:t>
            </a:r>
            <a:r>
              <a:rPr lang="zh-TW" altLang="en-US" dirty="0"/>
              <a:t>，口試論文是：基於穩定擴散模型之個人化影像生成的微調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指導教授是</a:t>
            </a:r>
            <a:r>
              <a:rPr lang="en-US" altLang="zh-TW" dirty="0"/>
              <a:t>XXX</a:t>
            </a:r>
            <a:r>
              <a:rPr lang="zh-TW" altLang="en-US" dirty="0"/>
              <a:t>，這邊謝謝老師兩年的照顧與教導，也謝謝兩位口不遠千里來指導我的論文</a:t>
            </a:r>
            <a:endParaRPr lang="en-US" altLang="zh-TW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那這邊就開始我的報告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198726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>
          <a:extLst>
            <a:ext uri="{FF2B5EF4-FFF2-40B4-BE49-F238E27FC236}">
              <a16:creationId xmlns:a16="http://schemas.microsoft.com/office/drawing/2014/main" id="{51679155-55D3-0E1F-B4B9-75759EB22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54dda1946d_6_257:notes">
            <a:extLst>
              <a:ext uri="{FF2B5EF4-FFF2-40B4-BE49-F238E27FC236}">
                <a16:creationId xmlns:a16="http://schemas.microsoft.com/office/drawing/2014/main" id="{73D04884-C82C-1B5D-0575-552C66A04A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54dda1946d_6_257:notes">
            <a:extLst>
              <a:ext uri="{FF2B5EF4-FFF2-40B4-BE49-F238E27FC236}">
                <a16:creationId xmlns:a16="http://schemas.microsoft.com/office/drawing/2014/main" id="{598958DD-B68F-33D1-8E3B-D1EEAD546B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40837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>
          <a:extLst>
            <a:ext uri="{FF2B5EF4-FFF2-40B4-BE49-F238E27FC236}">
              <a16:creationId xmlns:a16="http://schemas.microsoft.com/office/drawing/2014/main" id="{4908351D-176F-5650-67FD-38C82BDC1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54dda1946d_6_257:notes">
            <a:extLst>
              <a:ext uri="{FF2B5EF4-FFF2-40B4-BE49-F238E27FC236}">
                <a16:creationId xmlns:a16="http://schemas.microsoft.com/office/drawing/2014/main" id="{1059844E-B272-7051-408F-F813D1E4E3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54dda1946d_6_257:notes">
            <a:extLst>
              <a:ext uri="{FF2B5EF4-FFF2-40B4-BE49-F238E27FC236}">
                <a16:creationId xmlns:a16="http://schemas.microsoft.com/office/drawing/2014/main" id="{7279F700-FFC2-B5C8-B3A7-FB62E041E2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05898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>
          <a:extLst>
            <a:ext uri="{FF2B5EF4-FFF2-40B4-BE49-F238E27FC236}">
              <a16:creationId xmlns:a16="http://schemas.microsoft.com/office/drawing/2014/main" id="{63F87EC2-1CD1-A28D-EA88-BC498765A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54dda1946d_6_257:notes">
            <a:extLst>
              <a:ext uri="{FF2B5EF4-FFF2-40B4-BE49-F238E27FC236}">
                <a16:creationId xmlns:a16="http://schemas.microsoft.com/office/drawing/2014/main" id="{C0202C3A-40CE-8F05-9F96-A748A97082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54dda1946d_6_257:notes">
            <a:extLst>
              <a:ext uri="{FF2B5EF4-FFF2-40B4-BE49-F238E27FC236}">
                <a16:creationId xmlns:a16="http://schemas.microsoft.com/office/drawing/2014/main" id="{08B9DB6C-423C-2A75-25A6-6C0D48F49A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44180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>
          <a:extLst>
            <a:ext uri="{FF2B5EF4-FFF2-40B4-BE49-F238E27FC236}">
              <a16:creationId xmlns:a16="http://schemas.microsoft.com/office/drawing/2014/main" id="{55645D56-5453-BE3D-175E-5FED08416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54dda1946d_6_257:notes">
            <a:extLst>
              <a:ext uri="{FF2B5EF4-FFF2-40B4-BE49-F238E27FC236}">
                <a16:creationId xmlns:a16="http://schemas.microsoft.com/office/drawing/2014/main" id="{4C4D0A0C-82B5-347A-28B4-CD1FBAA549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54dda1946d_6_257:notes">
            <a:extLst>
              <a:ext uri="{FF2B5EF4-FFF2-40B4-BE49-F238E27FC236}">
                <a16:creationId xmlns:a16="http://schemas.microsoft.com/office/drawing/2014/main" id="{7786DB74-31C9-62B6-49CA-19032EE4D6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50694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>
          <a:extLst>
            <a:ext uri="{FF2B5EF4-FFF2-40B4-BE49-F238E27FC236}">
              <a16:creationId xmlns:a16="http://schemas.microsoft.com/office/drawing/2014/main" id="{7A492EC2-BA0D-7ABC-5BA6-C748378E7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54dda1946d_6_257:notes">
            <a:extLst>
              <a:ext uri="{FF2B5EF4-FFF2-40B4-BE49-F238E27FC236}">
                <a16:creationId xmlns:a16="http://schemas.microsoft.com/office/drawing/2014/main" id="{F0CEEF14-ED0A-C6A7-8D75-DBAA295027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54dda1946d_6_257:notes">
            <a:extLst>
              <a:ext uri="{FF2B5EF4-FFF2-40B4-BE49-F238E27FC236}">
                <a16:creationId xmlns:a16="http://schemas.microsoft.com/office/drawing/2014/main" id="{DD52735B-63B3-4B06-5CD9-3E12D1E1AB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51454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>
          <a:extLst>
            <a:ext uri="{FF2B5EF4-FFF2-40B4-BE49-F238E27FC236}">
              <a16:creationId xmlns:a16="http://schemas.microsoft.com/office/drawing/2014/main" id="{3E7B4C81-C9CB-2012-DB0A-5B513B1C5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54dda1946d_6_257:notes">
            <a:extLst>
              <a:ext uri="{FF2B5EF4-FFF2-40B4-BE49-F238E27FC236}">
                <a16:creationId xmlns:a16="http://schemas.microsoft.com/office/drawing/2014/main" id="{B0D4B8F7-A15E-51B0-6303-0B4023428A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54dda1946d_6_257:notes">
            <a:extLst>
              <a:ext uri="{FF2B5EF4-FFF2-40B4-BE49-F238E27FC236}">
                <a16:creationId xmlns:a16="http://schemas.microsoft.com/office/drawing/2014/main" id="{B9B3D763-D73C-9902-DDEF-53650680EC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03108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>
          <a:extLst>
            <a:ext uri="{FF2B5EF4-FFF2-40B4-BE49-F238E27FC236}">
              <a16:creationId xmlns:a16="http://schemas.microsoft.com/office/drawing/2014/main" id="{FFAC0C7B-A4A0-6492-5822-B2E7946EC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54dda1946d_6_257:notes">
            <a:extLst>
              <a:ext uri="{FF2B5EF4-FFF2-40B4-BE49-F238E27FC236}">
                <a16:creationId xmlns:a16="http://schemas.microsoft.com/office/drawing/2014/main" id="{67B0FC65-FD8F-C402-479F-E22165B7B1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54dda1946d_6_257:notes">
            <a:extLst>
              <a:ext uri="{FF2B5EF4-FFF2-40B4-BE49-F238E27FC236}">
                <a16:creationId xmlns:a16="http://schemas.microsoft.com/office/drawing/2014/main" id="{27D93263-7783-CAED-4FE7-04AFC8FD43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14613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>
          <a:extLst>
            <a:ext uri="{FF2B5EF4-FFF2-40B4-BE49-F238E27FC236}">
              <a16:creationId xmlns:a16="http://schemas.microsoft.com/office/drawing/2014/main" id="{9EB75742-F37E-8F14-D8F7-BC4708990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54dda1946d_6_257:notes">
            <a:extLst>
              <a:ext uri="{FF2B5EF4-FFF2-40B4-BE49-F238E27FC236}">
                <a16:creationId xmlns:a16="http://schemas.microsoft.com/office/drawing/2014/main" id="{32162D52-CB49-6A29-91F0-D58D179569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54dda1946d_6_257:notes">
            <a:extLst>
              <a:ext uri="{FF2B5EF4-FFF2-40B4-BE49-F238E27FC236}">
                <a16:creationId xmlns:a16="http://schemas.microsoft.com/office/drawing/2014/main" id="{C55706D2-6FED-7640-0920-42D967BBEB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35120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>
          <a:extLst>
            <a:ext uri="{FF2B5EF4-FFF2-40B4-BE49-F238E27FC236}">
              <a16:creationId xmlns:a16="http://schemas.microsoft.com/office/drawing/2014/main" id="{4FDCD462-6DA4-1D2B-4541-18E12F1D5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54dda1946d_6_257:notes">
            <a:extLst>
              <a:ext uri="{FF2B5EF4-FFF2-40B4-BE49-F238E27FC236}">
                <a16:creationId xmlns:a16="http://schemas.microsoft.com/office/drawing/2014/main" id="{B958AF91-CBD3-62D9-70F0-4A41A453FA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54dda1946d_6_257:notes">
            <a:extLst>
              <a:ext uri="{FF2B5EF4-FFF2-40B4-BE49-F238E27FC236}">
                <a16:creationId xmlns:a16="http://schemas.microsoft.com/office/drawing/2014/main" id="{D4E7C2C4-D189-A39C-61A2-394D210DF7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01469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31619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8827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p9"/>
          <p:cNvGrpSpPr/>
          <p:nvPr/>
        </p:nvGrpSpPr>
        <p:grpSpPr>
          <a:xfrm>
            <a:off x="-34111" y="0"/>
            <a:ext cx="14664520" cy="8229587"/>
            <a:chOff x="-21320" y="0"/>
            <a:chExt cx="9165325" cy="5143492"/>
          </a:xfrm>
        </p:grpSpPr>
        <p:sp>
          <p:nvSpPr>
            <p:cNvPr id="147" name="Google Shape;147;p9"/>
            <p:cNvSpPr/>
            <p:nvPr/>
          </p:nvSpPr>
          <p:spPr>
            <a:xfrm rot="10788682">
              <a:off x="-3803" y="2142"/>
              <a:ext cx="1093506" cy="2266512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48" name="Google Shape;148;p9"/>
            <p:cNvSpPr/>
            <p:nvPr/>
          </p:nvSpPr>
          <p:spPr>
            <a:xfrm rot="-5400000">
              <a:off x="7674905" y="3674391"/>
              <a:ext cx="1469100" cy="14691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149" name="Google Shape;149;p9"/>
            <p:cNvGrpSpPr/>
            <p:nvPr/>
          </p:nvGrpSpPr>
          <p:grpSpPr>
            <a:xfrm>
              <a:off x="7841404" y="3753771"/>
              <a:ext cx="1178731" cy="1178731"/>
              <a:chOff x="1834375" y="-134612"/>
              <a:chExt cx="1348200" cy="1348200"/>
            </a:xfrm>
          </p:grpSpPr>
          <p:sp>
            <p:nvSpPr>
              <p:cNvPr id="150" name="Google Shape;150;p9"/>
              <p:cNvSpPr/>
              <p:nvPr/>
            </p:nvSpPr>
            <p:spPr>
              <a:xfrm>
                <a:off x="2217015" y="248044"/>
                <a:ext cx="582900" cy="582900"/>
              </a:xfrm>
              <a:prstGeom prst="ellipse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80"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51" name="Google Shape;151;p9"/>
              <p:cNvSpPr/>
              <p:nvPr/>
            </p:nvSpPr>
            <p:spPr>
              <a:xfrm>
                <a:off x="2087561" y="118585"/>
                <a:ext cx="841800" cy="841800"/>
              </a:xfrm>
              <a:prstGeom prst="ellipse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80"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52" name="Google Shape;152;p9"/>
              <p:cNvSpPr/>
              <p:nvPr/>
            </p:nvSpPr>
            <p:spPr>
              <a:xfrm>
                <a:off x="1966075" y="-2888"/>
                <a:ext cx="1084800" cy="1084800"/>
              </a:xfrm>
              <a:prstGeom prst="ellipse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80"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53" name="Google Shape;153;p9"/>
              <p:cNvSpPr/>
              <p:nvPr/>
            </p:nvSpPr>
            <p:spPr>
              <a:xfrm>
                <a:off x="1834375" y="-134612"/>
                <a:ext cx="1348200" cy="1348200"/>
              </a:xfrm>
              <a:prstGeom prst="ellipse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80"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154" name="Google Shape;154;p9"/>
            <p:cNvGrpSpPr/>
            <p:nvPr/>
          </p:nvGrpSpPr>
          <p:grpSpPr>
            <a:xfrm>
              <a:off x="509240" y="4361512"/>
              <a:ext cx="1135902" cy="485000"/>
              <a:chOff x="476924" y="4119012"/>
              <a:chExt cx="1135902" cy="485000"/>
            </a:xfrm>
          </p:grpSpPr>
          <p:grpSp>
            <p:nvGrpSpPr>
              <p:cNvPr id="155" name="Google Shape;155;p9"/>
              <p:cNvGrpSpPr/>
              <p:nvPr/>
            </p:nvGrpSpPr>
            <p:grpSpPr>
              <a:xfrm rot="5400000">
                <a:off x="970325" y="3625611"/>
                <a:ext cx="149100" cy="1135902"/>
                <a:chOff x="8356225" y="3672261"/>
                <a:chExt cx="149100" cy="1135902"/>
              </a:xfrm>
            </p:grpSpPr>
            <p:sp>
              <p:nvSpPr>
                <p:cNvPr id="156" name="Google Shape;156;p9"/>
                <p:cNvSpPr/>
                <p:nvPr/>
              </p:nvSpPr>
              <p:spPr>
                <a:xfrm rot="5400000">
                  <a:off x="8356525" y="4165874"/>
                  <a:ext cx="148500" cy="1491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880"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  <p:sp>
              <p:nvSpPr>
                <p:cNvPr id="157" name="Google Shape;157;p9"/>
                <p:cNvSpPr/>
                <p:nvPr/>
              </p:nvSpPr>
              <p:spPr>
                <a:xfrm rot="5400000">
                  <a:off x="8356525" y="4412406"/>
                  <a:ext cx="148500" cy="1491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880"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  <p:sp>
              <p:nvSpPr>
                <p:cNvPr id="158" name="Google Shape;158;p9"/>
                <p:cNvSpPr/>
                <p:nvPr/>
              </p:nvSpPr>
              <p:spPr>
                <a:xfrm rot="5400000">
                  <a:off x="8356525" y="3918917"/>
                  <a:ext cx="148500" cy="1491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880"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  <p:sp>
              <p:nvSpPr>
                <p:cNvPr id="159" name="Google Shape;159;p9"/>
                <p:cNvSpPr/>
                <p:nvPr/>
              </p:nvSpPr>
              <p:spPr>
                <a:xfrm rot="5400000">
                  <a:off x="8356525" y="3671961"/>
                  <a:ext cx="148500" cy="1491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880"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  <p:sp>
              <p:nvSpPr>
                <p:cNvPr id="160" name="Google Shape;160;p9"/>
                <p:cNvSpPr/>
                <p:nvPr/>
              </p:nvSpPr>
              <p:spPr>
                <a:xfrm rot="5400000">
                  <a:off x="8356525" y="4659363"/>
                  <a:ext cx="148500" cy="1491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880"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</p:grpSp>
          <p:grpSp>
            <p:nvGrpSpPr>
              <p:cNvPr id="161" name="Google Shape;161;p9"/>
              <p:cNvGrpSpPr/>
              <p:nvPr/>
            </p:nvGrpSpPr>
            <p:grpSpPr>
              <a:xfrm rot="5400000">
                <a:off x="970325" y="3961511"/>
                <a:ext cx="149100" cy="1135902"/>
                <a:chOff x="8356225" y="3672261"/>
                <a:chExt cx="149100" cy="1135902"/>
              </a:xfrm>
            </p:grpSpPr>
            <p:sp>
              <p:nvSpPr>
                <p:cNvPr id="162" name="Google Shape;162;p9"/>
                <p:cNvSpPr/>
                <p:nvPr/>
              </p:nvSpPr>
              <p:spPr>
                <a:xfrm rot="5400000">
                  <a:off x="8356525" y="4165874"/>
                  <a:ext cx="148500" cy="1491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880"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  <p:sp>
              <p:nvSpPr>
                <p:cNvPr id="163" name="Google Shape;163;p9"/>
                <p:cNvSpPr/>
                <p:nvPr/>
              </p:nvSpPr>
              <p:spPr>
                <a:xfrm rot="5400000">
                  <a:off x="8356525" y="4412406"/>
                  <a:ext cx="148500" cy="1491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880"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  <p:sp>
              <p:nvSpPr>
                <p:cNvPr id="164" name="Google Shape;164;p9"/>
                <p:cNvSpPr/>
                <p:nvPr/>
              </p:nvSpPr>
              <p:spPr>
                <a:xfrm rot="5400000">
                  <a:off x="8356525" y="3918917"/>
                  <a:ext cx="148500" cy="1491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880"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  <p:sp>
              <p:nvSpPr>
                <p:cNvPr id="165" name="Google Shape;165;p9"/>
                <p:cNvSpPr/>
                <p:nvPr/>
              </p:nvSpPr>
              <p:spPr>
                <a:xfrm rot="5400000">
                  <a:off x="8356525" y="3671961"/>
                  <a:ext cx="148500" cy="1491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880"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  <p:sp>
              <p:nvSpPr>
                <p:cNvPr id="166" name="Google Shape;166;p9"/>
                <p:cNvSpPr/>
                <p:nvPr/>
              </p:nvSpPr>
              <p:spPr>
                <a:xfrm rot="5400000">
                  <a:off x="8356525" y="4659363"/>
                  <a:ext cx="148500" cy="1491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880"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</p:grpSp>
        </p:grpSp>
        <p:sp>
          <p:nvSpPr>
            <p:cNvPr id="167" name="Google Shape;167;p9"/>
            <p:cNvSpPr/>
            <p:nvPr/>
          </p:nvSpPr>
          <p:spPr>
            <a:xfrm rot="5400000">
              <a:off x="-21320" y="341"/>
              <a:ext cx="1469100" cy="14691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68" name="Google Shape;168;p9"/>
            <p:cNvSpPr/>
            <p:nvPr/>
          </p:nvSpPr>
          <p:spPr>
            <a:xfrm rot="-5400000" flipH="1">
              <a:off x="7985100" y="-151500"/>
              <a:ext cx="1007400" cy="13104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169" name="Google Shape;169;p9"/>
          <p:cNvSpPr txBox="1">
            <a:spLocks noGrp="1"/>
          </p:cNvSpPr>
          <p:nvPr>
            <p:ph type="title"/>
          </p:nvPr>
        </p:nvSpPr>
        <p:spPr>
          <a:xfrm>
            <a:off x="4031160" y="2097760"/>
            <a:ext cx="6430560" cy="188592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9"/>
          <p:cNvSpPr txBox="1">
            <a:spLocks noGrp="1"/>
          </p:cNvSpPr>
          <p:nvPr>
            <p:ph type="subTitle" idx="1"/>
          </p:nvPr>
        </p:nvSpPr>
        <p:spPr>
          <a:xfrm>
            <a:off x="4031181" y="4643568"/>
            <a:ext cx="6430560" cy="15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6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55827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77D0EB80-5ACB-4B75-B1FE-BC47C43D140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5539" y="-12160"/>
            <a:ext cx="14635939" cy="4284617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None/>
              <a:defRPr lang="ko-KR" altLang="en-US" sz="144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  <p:sp>
        <p:nvSpPr>
          <p:cNvPr id="30" name="Picture Placeholder 9">
            <a:extLst>
              <a:ext uri="{FF2B5EF4-FFF2-40B4-BE49-F238E27FC236}">
                <a16:creationId xmlns:a16="http://schemas.microsoft.com/office/drawing/2014/main" id="{C2375C0B-9A4C-42FF-991E-CA66F2BCF79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16740" y="2088960"/>
            <a:ext cx="2430791" cy="421337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None/>
              <a:defRPr lang="ko-KR" altLang="en-US" sz="144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5769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236" y="407412"/>
            <a:ext cx="13887836" cy="86909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48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2375550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pos="4608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8"/>
          <p:cNvGrpSpPr/>
          <p:nvPr/>
        </p:nvGrpSpPr>
        <p:grpSpPr>
          <a:xfrm>
            <a:off x="-34112" y="0"/>
            <a:ext cx="14664528" cy="8229587"/>
            <a:chOff x="-21320" y="0"/>
            <a:chExt cx="9165330" cy="5143492"/>
          </a:xfrm>
        </p:grpSpPr>
        <p:sp>
          <p:nvSpPr>
            <p:cNvPr id="121" name="Google Shape;121;p8"/>
            <p:cNvSpPr/>
            <p:nvPr/>
          </p:nvSpPr>
          <p:spPr>
            <a:xfrm rot="-10788682" flipH="1">
              <a:off x="8046756" y="2142"/>
              <a:ext cx="1093506" cy="2266512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22" name="Google Shape;122;p8"/>
            <p:cNvSpPr/>
            <p:nvPr/>
          </p:nvSpPr>
          <p:spPr>
            <a:xfrm rot="5400000" flipH="1">
              <a:off x="-21320" y="3674391"/>
              <a:ext cx="1469100" cy="14691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123" name="Google Shape;123;p8"/>
            <p:cNvGrpSpPr/>
            <p:nvPr/>
          </p:nvGrpSpPr>
          <p:grpSpPr>
            <a:xfrm flipH="1">
              <a:off x="102549" y="3753771"/>
              <a:ext cx="1178731" cy="1178731"/>
              <a:chOff x="1834375" y="-134612"/>
              <a:chExt cx="1348200" cy="1348200"/>
            </a:xfrm>
          </p:grpSpPr>
          <p:sp>
            <p:nvSpPr>
              <p:cNvPr id="124" name="Google Shape;124;p8"/>
              <p:cNvSpPr/>
              <p:nvPr/>
            </p:nvSpPr>
            <p:spPr>
              <a:xfrm>
                <a:off x="2217015" y="248044"/>
                <a:ext cx="582900" cy="5829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80"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25" name="Google Shape;125;p8"/>
              <p:cNvSpPr/>
              <p:nvPr/>
            </p:nvSpPr>
            <p:spPr>
              <a:xfrm>
                <a:off x="2087561" y="118585"/>
                <a:ext cx="841800" cy="8418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80"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26" name="Google Shape;126;p8"/>
              <p:cNvSpPr/>
              <p:nvPr/>
            </p:nvSpPr>
            <p:spPr>
              <a:xfrm>
                <a:off x="1966075" y="-2888"/>
                <a:ext cx="1084800" cy="10848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80"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27" name="Google Shape;127;p8"/>
              <p:cNvSpPr/>
              <p:nvPr/>
            </p:nvSpPr>
            <p:spPr>
              <a:xfrm>
                <a:off x="1834375" y="-134612"/>
                <a:ext cx="1348200" cy="13482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80"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128" name="Google Shape;128;p8"/>
            <p:cNvGrpSpPr/>
            <p:nvPr/>
          </p:nvGrpSpPr>
          <p:grpSpPr>
            <a:xfrm flipH="1">
              <a:off x="7477543" y="4361512"/>
              <a:ext cx="1135902" cy="485000"/>
              <a:chOff x="476924" y="4119012"/>
              <a:chExt cx="1135902" cy="485000"/>
            </a:xfrm>
          </p:grpSpPr>
          <p:grpSp>
            <p:nvGrpSpPr>
              <p:cNvPr id="129" name="Google Shape;129;p8"/>
              <p:cNvGrpSpPr/>
              <p:nvPr/>
            </p:nvGrpSpPr>
            <p:grpSpPr>
              <a:xfrm rot="5400000">
                <a:off x="970325" y="3625611"/>
                <a:ext cx="149100" cy="1135902"/>
                <a:chOff x="8356225" y="3672261"/>
                <a:chExt cx="149100" cy="1135902"/>
              </a:xfrm>
            </p:grpSpPr>
            <p:sp>
              <p:nvSpPr>
                <p:cNvPr id="130" name="Google Shape;130;p8"/>
                <p:cNvSpPr/>
                <p:nvPr/>
              </p:nvSpPr>
              <p:spPr>
                <a:xfrm rot="5400000">
                  <a:off x="8356525" y="4165874"/>
                  <a:ext cx="148500" cy="149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880"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  <p:sp>
              <p:nvSpPr>
                <p:cNvPr id="131" name="Google Shape;131;p8"/>
                <p:cNvSpPr/>
                <p:nvPr/>
              </p:nvSpPr>
              <p:spPr>
                <a:xfrm rot="5400000">
                  <a:off x="8356525" y="4412406"/>
                  <a:ext cx="148500" cy="149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880"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  <p:sp>
              <p:nvSpPr>
                <p:cNvPr id="132" name="Google Shape;132;p8"/>
                <p:cNvSpPr/>
                <p:nvPr/>
              </p:nvSpPr>
              <p:spPr>
                <a:xfrm rot="5400000">
                  <a:off x="8356525" y="3918917"/>
                  <a:ext cx="148500" cy="149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880"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  <p:sp>
              <p:nvSpPr>
                <p:cNvPr id="133" name="Google Shape;133;p8"/>
                <p:cNvSpPr/>
                <p:nvPr/>
              </p:nvSpPr>
              <p:spPr>
                <a:xfrm rot="5400000">
                  <a:off x="8356525" y="3671961"/>
                  <a:ext cx="148500" cy="149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880"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  <p:sp>
              <p:nvSpPr>
                <p:cNvPr id="134" name="Google Shape;134;p8"/>
                <p:cNvSpPr/>
                <p:nvPr/>
              </p:nvSpPr>
              <p:spPr>
                <a:xfrm rot="5400000">
                  <a:off x="8356525" y="4659363"/>
                  <a:ext cx="148500" cy="149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880"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</p:grpSp>
          <p:grpSp>
            <p:nvGrpSpPr>
              <p:cNvPr id="135" name="Google Shape;135;p8"/>
              <p:cNvGrpSpPr/>
              <p:nvPr/>
            </p:nvGrpSpPr>
            <p:grpSpPr>
              <a:xfrm rot="5400000">
                <a:off x="970325" y="3961511"/>
                <a:ext cx="149100" cy="1135902"/>
                <a:chOff x="8356225" y="3672261"/>
                <a:chExt cx="149100" cy="1135902"/>
              </a:xfrm>
            </p:grpSpPr>
            <p:sp>
              <p:nvSpPr>
                <p:cNvPr id="136" name="Google Shape;136;p8"/>
                <p:cNvSpPr/>
                <p:nvPr/>
              </p:nvSpPr>
              <p:spPr>
                <a:xfrm rot="5400000">
                  <a:off x="8356525" y="4165874"/>
                  <a:ext cx="148500" cy="149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880"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  <p:sp>
              <p:nvSpPr>
                <p:cNvPr id="137" name="Google Shape;137;p8"/>
                <p:cNvSpPr/>
                <p:nvPr/>
              </p:nvSpPr>
              <p:spPr>
                <a:xfrm rot="5400000">
                  <a:off x="8356525" y="4412406"/>
                  <a:ext cx="148500" cy="149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880"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  <p:sp>
              <p:nvSpPr>
                <p:cNvPr id="138" name="Google Shape;138;p8"/>
                <p:cNvSpPr/>
                <p:nvPr/>
              </p:nvSpPr>
              <p:spPr>
                <a:xfrm rot="5400000">
                  <a:off x="8356525" y="3918917"/>
                  <a:ext cx="148500" cy="149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880"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  <p:sp>
              <p:nvSpPr>
                <p:cNvPr id="139" name="Google Shape;139;p8"/>
                <p:cNvSpPr/>
                <p:nvPr/>
              </p:nvSpPr>
              <p:spPr>
                <a:xfrm rot="5400000">
                  <a:off x="8356525" y="3671961"/>
                  <a:ext cx="148500" cy="149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880"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  <p:sp>
              <p:nvSpPr>
                <p:cNvPr id="140" name="Google Shape;140;p8"/>
                <p:cNvSpPr/>
                <p:nvPr/>
              </p:nvSpPr>
              <p:spPr>
                <a:xfrm rot="5400000">
                  <a:off x="8356525" y="4659363"/>
                  <a:ext cx="148500" cy="149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880"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</p:grpSp>
        </p:grpSp>
        <p:sp>
          <p:nvSpPr>
            <p:cNvPr id="141" name="Google Shape;141;p8"/>
            <p:cNvSpPr/>
            <p:nvPr/>
          </p:nvSpPr>
          <p:spPr>
            <a:xfrm rot="-5400000" flipH="1">
              <a:off x="7674905" y="341"/>
              <a:ext cx="1469100" cy="14691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42" name="Google Shape;142;p8"/>
            <p:cNvSpPr/>
            <p:nvPr/>
          </p:nvSpPr>
          <p:spPr>
            <a:xfrm rot="5400000">
              <a:off x="130184" y="-151500"/>
              <a:ext cx="1007400" cy="13104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43" name="Google Shape;143;p8"/>
            <p:cNvSpPr/>
            <p:nvPr/>
          </p:nvSpPr>
          <p:spPr>
            <a:xfrm>
              <a:off x="201625" y="730250"/>
              <a:ext cx="739200" cy="739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144" name="Google Shape;144;p8"/>
          <p:cNvSpPr txBox="1">
            <a:spLocks noGrp="1"/>
          </p:cNvSpPr>
          <p:nvPr>
            <p:ph type="title"/>
          </p:nvPr>
        </p:nvSpPr>
        <p:spPr>
          <a:xfrm>
            <a:off x="3150960" y="2753989"/>
            <a:ext cx="8328480" cy="272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768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768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768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768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768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768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768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768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79409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357920" y="1223680"/>
            <a:ext cx="7007520" cy="398784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32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32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32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32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32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32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32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32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32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147280" y="5963920"/>
            <a:ext cx="3838560" cy="11409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6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8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8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8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8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8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8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8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8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3" y="-604498"/>
            <a:ext cx="14710558" cy="9373739"/>
            <a:chOff x="1" y="-377812"/>
            <a:chExt cx="9194099" cy="5858587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1428740" y="-377812"/>
              <a:ext cx="1085166" cy="1085166"/>
              <a:chOff x="1834375" y="-134612"/>
              <a:chExt cx="1348200" cy="1348200"/>
            </a:xfrm>
          </p:grpSpPr>
          <p:sp>
            <p:nvSpPr>
              <p:cNvPr id="13" name="Google Shape;13;p2"/>
              <p:cNvSpPr/>
              <p:nvPr/>
            </p:nvSpPr>
            <p:spPr>
              <a:xfrm>
                <a:off x="2217015" y="248044"/>
                <a:ext cx="582900" cy="582900"/>
              </a:xfrm>
              <a:prstGeom prst="ellipse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80"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2087561" y="118585"/>
                <a:ext cx="841800" cy="841800"/>
              </a:xfrm>
              <a:prstGeom prst="ellipse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80"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1966075" y="-2888"/>
                <a:ext cx="1084800" cy="1084800"/>
              </a:xfrm>
              <a:prstGeom prst="ellipse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80"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1834375" y="-134612"/>
                <a:ext cx="1348200" cy="1348200"/>
              </a:xfrm>
              <a:prstGeom prst="ellipse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80"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sp>
          <p:nvSpPr>
            <p:cNvPr id="17" name="Google Shape;17;p2"/>
            <p:cNvSpPr/>
            <p:nvPr/>
          </p:nvSpPr>
          <p:spPr>
            <a:xfrm rot="5388639">
              <a:off x="541948" y="3708045"/>
              <a:ext cx="907805" cy="19887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 rot="5389199">
              <a:off x="297299" y="4514022"/>
              <a:ext cx="668403" cy="126090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 rot="-5400000">
              <a:off x="7543350" y="59500"/>
              <a:ext cx="1262700" cy="20388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20" name="Google Shape;20;p2"/>
            <p:cNvGrpSpPr/>
            <p:nvPr/>
          </p:nvGrpSpPr>
          <p:grpSpPr>
            <a:xfrm>
              <a:off x="8356225" y="3672261"/>
              <a:ext cx="149100" cy="1135902"/>
              <a:chOff x="8356225" y="3672261"/>
              <a:chExt cx="149100" cy="1135902"/>
            </a:xfrm>
          </p:grpSpPr>
          <p:sp>
            <p:nvSpPr>
              <p:cNvPr id="21" name="Google Shape;21;p2"/>
              <p:cNvSpPr/>
              <p:nvPr/>
            </p:nvSpPr>
            <p:spPr>
              <a:xfrm rot="5400000">
                <a:off x="8356525" y="4165874"/>
                <a:ext cx="148500" cy="149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80"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 rot="5400000">
                <a:off x="8356525" y="4412406"/>
                <a:ext cx="148500" cy="149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80"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 rot="5400000">
                <a:off x="8356525" y="3918917"/>
                <a:ext cx="148500" cy="149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80"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 rot="5400000">
                <a:off x="8356525" y="3671961"/>
                <a:ext cx="148500" cy="149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80"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 rot="5400000">
                <a:off x="8356525" y="4659363"/>
                <a:ext cx="148500" cy="149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80"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26" name="Google Shape;26;p2"/>
            <p:cNvGrpSpPr/>
            <p:nvPr/>
          </p:nvGrpSpPr>
          <p:grpSpPr>
            <a:xfrm>
              <a:off x="236175" y="3825675"/>
              <a:ext cx="713100" cy="713100"/>
              <a:chOff x="716700" y="3082200"/>
              <a:chExt cx="713100" cy="713100"/>
            </a:xfrm>
          </p:grpSpPr>
          <p:sp>
            <p:nvSpPr>
              <p:cNvPr id="27" name="Google Shape;27;p2"/>
              <p:cNvSpPr/>
              <p:nvPr/>
            </p:nvSpPr>
            <p:spPr>
              <a:xfrm>
                <a:off x="716700" y="3082200"/>
                <a:ext cx="713100" cy="713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80"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969450" y="3334950"/>
                <a:ext cx="207600" cy="207600"/>
              </a:xfrm>
              <a:prstGeom prst="star4">
                <a:avLst>
                  <a:gd name="adj" fmla="val 22268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80"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615560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rgbClr val="252525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40363232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rgbClr val="252525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607330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4" r:id="rId15"/>
    <p:sldLayoutId id="2147483665" r:id="rId16"/>
    <p:sldLayoutId id="2147483666" r:id="rId17"/>
    <p:sldLayoutId id="2147483667" r:id="rId1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7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394498" y="119745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altLang="zh-TW" sz="48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Syne Bold" pitchFamily="34" charset="-120"/>
              </a:rPr>
              <a:t>LINE Bot</a:t>
            </a:r>
            <a:r>
              <a:rPr lang="zh-TW" altLang="en-US" sz="48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Syne Bold" pitchFamily="34" charset="-120"/>
              </a:rPr>
              <a:t>結合大型語言模型</a:t>
            </a:r>
            <a:endParaRPr lang="en-US" altLang="zh-TW" sz="4800" b="1" dirty="0">
              <a:latin typeface="Microsoft JhengHei" panose="020B0604030504040204" pitchFamily="34" charset="-120"/>
              <a:ea typeface="Microsoft JhengHei" panose="020B0604030504040204" pitchFamily="34" charset="-120"/>
              <a:cs typeface="Syne Bold" pitchFamily="34" charset="-120"/>
            </a:endParaRPr>
          </a:p>
          <a:p>
            <a:pPr marL="0" indent="0" algn="ctr">
              <a:lnSpc>
                <a:spcPts val="5550"/>
              </a:lnSpc>
              <a:buNone/>
            </a:pPr>
            <a:r>
              <a:rPr lang="zh-TW" altLang="en-US" sz="48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Syne Bold" pitchFamily="34" charset="-120"/>
              </a:rPr>
              <a:t>之英語學習系統設計與實作</a:t>
            </a:r>
            <a:endParaRPr lang="en-US" sz="48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139667" y="5491993"/>
            <a:ext cx="30120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zh-TW" altLang="en-US" sz="2000" b="1" dirty="0">
              <a:latin typeface="Microsoft JhengHei" panose="020B0604030504040204" pitchFamily="34" charset="-120"/>
              <a:ea typeface="Microsoft JhengHei" panose="020B0604030504040204" pitchFamily="34" charset="-120"/>
              <a:cs typeface="Overpass Light" pitchFamily="34" charset="-12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280190" y="5302568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grpSp>
        <p:nvGrpSpPr>
          <p:cNvPr id="15" name="Group 323">
            <a:extLst>
              <a:ext uri="{FF2B5EF4-FFF2-40B4-BE49-F238E27FC236}">
                <a16:creationId xmlns:a16="http://schemas.microsoft.com/office/drawing/2014/main" id="{F8757124-4DEB-6852-B1D6-D3BC76280256}"/>
              </a:ext>
            </a:extLst>
          </p:cNvPr>
          <p:cNvGrpSpPr/>
          <p:nvPr/>
        </p:nvGrpSpPr>
        <p:grpSpPr>
          <a:xfrm flipH="1">
            <a:off x="141801" y="5814838"/>
            <a:ext cx="2416047" cy="2396330"/>
            <a:chOff x="837241" y="2338238"/>
            <a:chExt cx="4340280" cy="3982478"/>
          </a:xfrm>
        </p:grpSpPr>
        <p:sp>
          <p:nvSpPr>
            <p:cNvPr id="16" name="Freeform: Shape 324">
              <a:extLst>
                <a:ext uri="{FF2B5EF4-FFF2-40B4-BE49-F238E27FC236}">
                  <a16:creationId xmlns:a16="http://schemas.microsoft.com/office/drawing/2014/main" id="{8938E9F1-6800-F25D-6C1E-B028C901FFB0}"/>
                </a:ext>
              </a:extLst>
            </p:cNvPr>
            <p:cNvSpPr/>
            <p:nvPr/>
          </p:nvSpPr>
          <p:spPr>
            <a:xfrm>
              <a:off x="837241" y="2338238"/>
              <a:ext cx="4340280" cy="3982478"/>
            </a:xfrm>
            <a:custGeom>
              <a:avLst/>
              <a:gdLst>
                <a:gd name="connsiteX0" fmla="*/ 2649379 w 2657475"/>
                <a:gd name="connsiteY0" fmla="*/ 2105847 h 2438400"/>
                <a:gd name="connsiteX1" fmla="*/ 2644616 w 2657475"/>
                <a:gd name="connsiteY1" fmla="*/ 2094417 h 2438400"/>
                <a:gd name="connsiteX2" fmla="*/ 2649379 w 2657475"/>
                <a:gd name="connsiteY2" fmla="*/ 2070604 h 2438400"/>
                <a:gd name="connsiteX3" fmla="*/ 2644616 w 2657475"/>
                <a:gd name="connsiteY3" fmla="*/ 2062984 h 2438400"/>
                <a:gd name="connsiteX4" fmla="*/ 2630329 w 2657475"/>
                <a:gd name="connsiteY4" fmla="*/ 2055364 h 2438400"/>
                <a:gd name="connsiteX5" fmla="*/ 2633186 w 2657475"/>
                <a:gd name="connsiteY5" fmla="*/ 2039172 h 2438400"/>
                <a:gd name="connsiteX6" fmla="*/ 2628424 w 2657475"/>
                <a:gd name="connsiteY6" fmla="*/ 2032504 h 2438400"/>
                <a:gd name="connsiteX7" fmla="*/ 2620804 w 2657475"/>
                <a:gd name="connsiteY7" fmla="*/ 2029647 h 2438400"/>
                <a:gd name="connsiteX8" fmla="*/ 2576036 w 2657475"/>
                <a:gd name="connsiteY8" fmla="*/ 1994404 h 2438400"/>
                <a:gd name="connsiteX9" fmla="*/ 2450306 w 2657475"/>
                <a:gd name="connsiteY9" fmla="*/ 2037267 h 2438400"/>
                <a:gd name="connsiteX10" fmla="*/ 2367439 w 2657475"/>
                <a:gd name="connsiteY10" fmla="*/ 2059175 h 2438400"/>
                <a:gd name="connsiteX11" fmla="*/ 2388394 w 2657475"/>
                <a:gd name="connsiteY11" fmla="*/ 2002025 h 2438400"/>
                <a:gd name="connsiteX12" fmla="*/ 2333149 w 2657475"/>
                <a:gd name="connsiteY12" fmla="*/ 1995357 h 2438400"/>
                <a:gd name="connsiteX13" fmla="*/ 2230279 w 2657475"/>
                <a:gd name="connsiteY13" fmla="*/ 2017264 h 2438400"/>
                <a:gd name="connsiteX14" fmla="*/ 2156936 w 2657475"/>
                <a:gd name="connsiteY14" fmla="*/ 2010597 h 2438400"/>
                <a:gd name="connsiteX15" fmla="*/ 2101691 w 2657475"/>
                <a:gd name="connsiteY15" fmla="*/ 2037267 h 2438400"/>
                <a:gd name="connsiteX16" fmla="*/ 1998821 w 2657475"/>
                <a:gd name="connsiteY16" fmla="*/ 1897250 h 2438400"/>
                <a:gd name="connsiteX17" fmla="*/ 2027396 w 2657475"/>
                <a:gd name="connsiteY17" fmla="*/ 1709607 h 2438400"/>
                <a:gd name="connsiteX18" fmla="*/ 2015966 w 2657475"/>
                <a:gd name="connsiteY18" fmla="*/ 1630550 h 2438400"/>
                <a:gd name="connsiteX19" fmla="*/ 1779746 w 2657475"/>
                <a:gd name="connsiteY19" fmla="*/ 1366707 h 2438400"/>
                <a:gd name="connsiteX20" fmla="*/ 1827371 w 2657475"/>
                <a:gd name="connsiteY20" fmla="*/ 1300032 h 2438400"/>
                <a:gd name="connsiteX21" fmla="*/ 1854041 w 2657475"/>
                <a:gd name="connsiteY21" fmla="*/ 1255264 h 2438400"/>
                <a:gd name="connsiteX22" fmla="*/ 1841659 w 2657475"/>
                <a:gd name="connsiteY22" fmla="*/ 1220022 h 2438400"/>
                <a:gd name="connsiteX23" fmla="*/ 1834991 w 2657475"/>
                <a:gd name="connsiteY23" fmla="*/ 1188589 h 2438400"/>
                <a:gd name="connsiteX24" fmla="*/ 1833086 w 2657475"/>
                <a:gd name="connsiteY24" fmla="*/ 1147632 h 2438400"/>
                <a:gd name="connsiteX25" fmla="*/ 1799749 w 2657475"/>
                <a:gd name="connsiteY25" fmla="*/ 1114294 h 2438400"/>
                <a:gd name="connsiteX26" fmla="*/ 1774031 w 2657475"/>
                <a:gd name="connsiteY26" fmla="*/ 1078099 h 2438400"/>
                <a:gd name="connsiteX27" fmla="*/ 1723549 w 2657475"/>
                <a:gd name="connsiteY27" fmla="*/ 1099054 h 2438400"/>
                <a:gd name="connsiteX28" fmla="*/ 1654016 w 2657475"/>
                <a:gd name="connsiteY28" fmla="*/ 1186684 h 2438400"/>
                <a:gd name="connsiteX29" fmla="*/ 1637824 w 2657475"/>
                <a:gd name="connsiteY29" fmla="*/ 1186684 h 2438400"/>
                <a:gd name="connsiteX30" fmla="*/ 1458754 w 2657475"/>
                <a:gd name="connsiteY30" fmla="*/ 1060954 h 2438400"/>
                <a:gd name="connsiteX31" fmla="*/ 1353979 w 2657475"/>
                <a:gd name="connsiteY31" fmla="*/ 1099054 h 2438400"/>
                <a:gd name="connsiteX32" fmla="*/ 1339691 w 2657475"/>
                <a:gd name="connsiteY32" fmla="*/ 1081909 h 2438400"/>
                <a:gd name="connsiteX33" fmla="*/ 1256824 w 2657475"/>
                <a:gd name="connsiteY33" fmla="*/ 1012377 h 2438400"/>
                <a:gd name="connsiteX34" fmla="*/ 1223486 w 2657475"/>
                <a:gd name="connsiteY34" fmla="*/ 958084 h 2438400"/>
                <a:gd name="connsiteX35" fmla="*/ 1261586 w 2657475"/>
                <a:gd name="connsiteY35" fmla="*/ 899029 h 2438400"/>
                <a:gd name="connsiteX36" fmla="*/ 1299686 w 2657475"/>
                <a:gd name="connsiteY36" fmla="*/ 920937 h 2438400"/>
                <a:gd name="connsiteX37" fmla="*/ 1358741 w 2657475"/>
                <a:gd name="connsiteY37" fmla="*/ 916174 h 2438400"/>
                <a:gd name="connsiteX38" fmla="*/ 1366361 w 2657475"/>
                <a:gd name="connsiteY38" fmla="*/ 887599 h 2438400"/>
                <a:gd name="connsiteX39" fmla="*/ 1399699 w 2657475"/>
                <a:gd name="connsiteY39" fmla="*/ 889504 h 2438400"/>
                <a:gd name="connsiteX40" fmla="*/ 1412081 w 2657475"/>
                <a:gd name="connsiteY40" fmla="*/ 865692 h 2438400"/>
                <a:gd name="connsiteX41" fmla="*/ 1440656 w 2657475"/>
                <a:gd name="connsiteY41" fmla="*/ 860929 h 2438400"/>
                <a:gd name="connsiteX42" fmla="*/ 1452086 w 2657475"/>
                <a:gd name="connsiteY42" fmla="*/ 830449 h 2438400"/>
                <a:gd name="connsiteX43" fmla="*/ 1497806 w 2657475"/>
                <a:gd name="connsiteY43" fmla="*/ 825687 h 2438400"/>
                <a:gd name="connsiteX44" fmla="*/ 1513999 w 2657475"/>
                <a:gd name="connsiteY44" fmla="*/ 797112 h 2438400"/>
                <a:gd name="connsiteX45" fmla="*/ 1520666 w 2657475"/>
                <a:gd name="connsiteY45" fmla="*/ 687574 h 2438400"/>
                <a:gd name="connsiteX46" fmla="*/ 1560671 w 2657475"/>
                <a:gd name="connsiteY46" fmla="*/ 654237 h 2438400"/>
                <a:gd name="connsiteX47" fmla="*/ 1667351 w 2657475"/>
                <a:gd name="connsiteY47" fmla="*/ 541842 h 2438400"/>
                <a:gd name="connsiteX48" fmla="*/ 1674019 w 2657475"/>
                <a:gd name="connsiteY48" fmla="*/ 578037 h 2438400"/>
                <a:gd name="connsiteX49" fmla="*/ 1697831 w 2657475"/>
                <a:gd name="connsiteY49" fmla="*/ 511362 h 2438400"/>
                <a:gd name="connsiteX50" fmla="*/ 1718786 w 2657475"/>
                <a:gd name="connsiteY50" fmla="*/ 552319 h 2438400"/>
                <a:gd name="connsiteX51" fmla="*/ 1749266 w 2657475"/>
                <a:gd name="connsiteY51" fmla="*/ 473262 h 2438400"/>
                <a:gd name="connsiteX52" fmla="*/ 1768316 w 2657475"/>
                <a:gd name="connsiteY52" fmla="*/ 552319 h 2438400"/>
                <a:gd name="connsiteX53" fmla="*/ 1777841 w 2657475"/>
                <a:gd name="connsiteY53" fmla="*/ 436114 h 2438400"/>
                <a:gd name="connsiteX54" fmla="*/ 1744504 w 2657475"/>
                <a:gd name="connsiteY54" fmla="*/ 324672 h 2438400"/>
                <a:gd name="connsiteX55" fmla="*/ 1623536 w 2657475"/>
                <a:gd name="connsiteY55" fmla="*/ 188464 h 2438400"/>
                <a:gd name="connsiteX56" fmla="*/ 1264444 w 2657475"/>
                <a:gd name="connsiteY56" fmla="*/ 7489 h 2438400"/>
                <a:gd name="connsiteX57" fmla="*/ 845344 w 2657475"/>
                <a:gd name="connsiteY57" fmla="*/ 407539 h 2438400"/>
                <a:gd name="connsiteX58" fmla="*/ 673894 w 2657475"/>
                <a:gd name="connsiteY58" fmla="*/ 515172 h 2438400"/>
                <a:gd name="connsiteX59" fmla="*/ 432911 w 2657475"/>
                <a:gd name="connsiteY59" fmla="*/ 683764 h 2438400"/>
                <a:gd name="connsiteX60" fmla="*/ 328136 w 2657475"/>
                <a:gd name="connsiteY60" fmla="*/ 871407 h 2438400"/>
                <a:gd name="connsiteX61" fmla="*/ 210979 w 2657475"/>
                <a:gd name="connsiteY61" fmla="*/ 1068574 h 2438400"/>
                <a:gd name="connsiteX62" fmla="*/ 90964 w 2657475"/>
                <a:gd name="connsiteY62" fmla="*/ 1174302 h 2438400"/>
                <a:gd name="connsiteX63" fmla="*/ 133826 w 2657475"/>
                <a:gd name="connsiteY63" fmla="*/ 1162872 h 2438400"/>
                <a:gd name="connsiteX64" fmla="*/ 16669 w 2657475"/>
                <a:gd name="connsiteY64" fmla="*/ 1445764 h 2438400"/>
                <a:gd name="connsiteX65" fmla="*/ 64294 w 2657475"/>
                <a:gd name="connsiteY65" fmla="*/ 1400997 h 2438400"/>
                <a:gd name="connsiteX66" fmla="*/ 38576 w 2657475"/>
                <a:gd name="connsiteY66" fmla="*/ 1543872 h 2438400"/>
                <a:gd name="connsiteX67" fmla="*/ 7144 w 2657475"/>
                <a:gd name="connsiteY67" fmla="*/ 1769614 h 2438400"/>
                <a:gd name="connsiteX68" fmla="*/ 57626 w 2657475"/>
                <a:gd name="connsiteY68" fmla="*/ 1696272 h 2438400"/>
                <a:gd name="connsiteX69" fmla="*/ 10001 w 2657475"/>
                <a:gd name="connsiteY69" fmla="*/ 1889629 h 2438400"/>
                <a:gd name="connsiteX70" fmla="*/ 64294 w 2657475"/>
                <a:gd name="connsiteY70" fmla="*/ 1791522 h 2438400"/>
                <a:gd name="connsiteX71" fmla="*/ 32861 w 2657475"/>
                <a:gd name="connsiteY71" fmla="*/ 2001072 h 2438400"/>
                <a:gd name="connsiteX72" fmla="*/ 68104 w 2657475"/>
                <a:gd name="connsiteY72" fmla="*/ 2184905 h 2438400"/>
                <a:gd name="connsiteX73" fmla="*/ 147161 w 2657475"/>
                <a:gd name="connsiteY73" fmla="*/ 2175380 h 2438400"/>
                <a:gd name="connsiteX74" fmla="*/ 347186 w 2657475"/>
                <a:gd name="connsiteY74" fmla="*/ 2429697 h 2438400"/>
                <a:gd name="connsiteX75" fmla="*/ 718661 w 2657475"/>
                <a:gd name="connsiteY75" fmla="*/ 2391597 h 2438400"/>
                <a:gd name="connsiteX76" fmla="*/ 816769 w 2657475"/>
                <a:gd name="connsiteY76" fmla="*/ 2322064 h 2438400"/>
                <a:gd name="connsiteX77" fmla="*/ 890111 w 2657475"/>
                <a:gd name="connsiteY77" fmla="*/ 2264914 h 2438400"/>
                <a:gd name="connsiteX78" fmla="*/ 940594 w 2657475"/>
                <a:gd name="connsiteY78" fmla="*/ 2243007 h 2438400"/>
                <a:gd name="connsiteX79" fmla="*/ 994886 w 2657475"/>
                <a:gd name="connsiteY79" fmla="*/ 2226814 h 2438400"/>
                <a:gd name="connsiteX80" fmla="*/ 1011079 w 2657475"/>
                <a:gd name="connsiteY80" fmla="*/ 2160139 h 2438400"/>
                <a:gd name="connsiteX81" fmla="*/ 1032986 w 2657475"/>
                <a:gd name="connsiteY81" fmla="*/ 2143947 h 2438400"/>
                <a:gd name="connsiteX82" fmla="*/ 1042511 w 2657475"/>
                <a:gd name="connsiteY82" fmla="*/ 2089654 h 2438400"/>
                <a:gd name="connsiteX83" fmla="*/ 1052036 w 2657475"/>
                <a:gd name="connsiteY83" fmla="*/ 2022979 h 2438400"/>
                <a:gd name="connsiteX84" fmla="*/ 1061561 w 2657475"/>
                <a:gd name="connsiteY84" fmla="*/ 1930587 h 2438400"/>
                <a:gd name="connsiteX85" fmla="*/ 1087279 w 2657475"/>
                <a:gd name="connsiteY85" fmla="*/ 1866769 h 2438400"/>
                <a:gd name="connsiteX86" fmla="*/ 1306354 w 2657475"/>
                <a:gd name="connsiteY86" fmla="*/ 1606737 h 2438400"/>
                <a:gd name="connsiteX87" fmla="*/ 1382554 w 2657475"/>
                <a:gd name="connsiteY87" fmla="*/ 1561969 h 2438400"/>
                <a:gd name="connsiteX88" fmla="*/ 1413986 w 2657475"/>
                <a:gd name="connsiteY88" fmla="*/ 1578162 h 2438400"/>
                <a:gd name="connsiteX89" fmla="*/ 1615916 w 2657475"/>
                <a:gd name="connsiteY89" fmla="*/ 1890582 h 2438400"/>
                <a:gd name="connsiteX90" fmla="*/ 1768316 w 2657475"/>
                <a:gd name="connsiteY90" fmla="*/ 2219194 h 2438400"/>
                <a:gd name="connsiteX91" fmla="*/ 1804511 w 2657475"/>
                <a:gd name="connsiteY91" fmla="*/ 2371594 h 2438400"/>
                <a:gd name="connsiteX92" fmla="*/ 1925479 w 2657475"/>
                <a:gd name="connsiteY92" fmla="*/ 2350639 h 2438400"/>
                <a:gd name="connsiteX93" fmla="*/ 1958816 w 2657475"/>
                <a:gd name="connsiteY93" fmla="*/ 2317302 h 2438400"/>
                <a:gd name="connsiteX94" fmla="*/ 2009299 w 2657475"/>
                <a:gd name="connsiteY94" fmla="*/ 2347782 h 2438400"/>
                <a:gd name="connsiteX95" fmla="*/ 2095024 w 2657475"/>
                <a:gd name="connsiteY95" fmla="*/ 2430650 h 2438400"/>
                <a:gd name="connsiteX96" fmla="*/ 2230279 w 2657475"/>
                <a:gd name="connsiteY96" fmla="*/ 2363975 h 2438400"/>
                <a:gd name="connsiteX97" fmla="*/ 2435066 w 2657475"/>
                <a:gd name="connsiteY97" fmla="*/ 2283012 h 2438400"/>
                <a:gd name="connsiteX98" fmla="*/ 2546509 w 2657475"/>
                <a:gd name="connsiteY98" fmla="*/ 2227767 h 2438400"/>
                <a:gd name="connsiteX99" fmla="*/ 2630329 w 2657475"/>
                <a:gd name="connsiteY99" fmla="*/ 2172522 h 2438400"/>
                <a:gd name="connsiteX100" fmla="*/ 2647474 w 2657475"/>
                <a:gd name="connsiteY100" fmla="*/ 2161092 h 2438400"/>
                <a:gd name="connsiteX101" fmla="*/ 2647474 w 2657475"/>
                <a:gd name="connsiteY101" fmla="*/ 2143947 h 2438400"/>
                <a:gd name="connsiteX102" fmla="*/ 2655094 w 2657475"/>
                <a:gd name="connsiteY102" fmla="*/ 2131564 h 2438400"/>
                <a:gd name="connsiteX103" fmla="*/ 2649379 w 2657475"/>
                <a:gd name="connsiteY103" fmla="*/ 2105847 h 2438400"/>
                <a:gd name="connsiteX104" fmla="*/ 918686 w 2657475"/>
                <a:gd name="connsiteY104" fmla="*/ 1436239 h 2438400"/>
                <a:gd name="connsiteX105" fmla="*/ 897731 w 2657475"/>
                <a:gd name="connsiteY105" fmla="*/ 1472434 h 2438400"/>
                <a:gd name="connsiteX106" fmla="*/ 873919 w 2657475"/>
                <a:gd name="connsiteY106" fmla="*/ 1496247 h 2438400"/>
                <a:gd name="connsiteX107" fmla="*/ 832961 w 2657475"/>
                <a:gd name="connsiteY107" fmla="*/ 1532442 h 2438400"/>
                <a:gd name="connsiteX108" fmla="*/ 804386 w 2657475"/>
                <a:gd name="connsiteY108" fmla="*/ 1537204 h 2438400"/>
                <a:gd name="connsiteX109" fmla="*/ 783431 w 2657475"/>
                <a:gd name="connsiteY109" fmla="*/ 1515297 h 2438400"/>
                <a:gd name="connsiteX110" fmla="*/ 752951 w 2657475"/>
                <a:gd name="connsiteY110" fmla="*/ 1508629 h 2438400"/>
                <a:gd name="connsiteX111" fmla="*/ 754856 w 2657475"/>
                <a:gd name="connsiteY111" fmla="*/ 1454337 h 2438400"/>
                <a:gd name="connsiteX112" fmla="*/ 826294 w 2657475"/>
                <a:gd name="connsiteY112" fmla="*/ 1399092 h 2438400"/>
                <a:gd name="connsiteX113" fmla="*/ 871061 w 2657475"/>
                <a:gd name="connsiteY113" fmla="*/ 1291459 h 2438400"/>
                <a:gd name="connsiteX114" fmla="*/ 915829 w 2657475"/>
                <a:gd name="connsiteY114" fmla="*/ 1286697 h 2438400"/>
                <a:gd name="connsiteX115" fmla="*/ 1001554 w 2657475"/>
                <a:gd name="connsiteY115" fmla="*/ 1374327 h 2438400"/>
                <a:gd name="connsiteX116" fmla="*/ 918686 w 2657475"/>
                <a:gd name="connsiteY116" fmla="*/ 1436239 h 2438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2657475" h="2438400">
                  <a:moveTo>
                    <a:pt x="2649379" y="2105847"/>
                  </a:moveTo>
                  <a:lnTo>
                    <a:pt x="2644616" y="2094417"/>
                  </a:lnTo>
                  <a:lnTo>
                    <a:pt x="2649379" y="2070604"/>
                  </a:lnTo>
                  <a:lnTo>
                    <a:pt x="2644616" y="2062984"/>
                  </a:lnTo>
                  <a:lnTo>
                    <a:pt x="2630329" y="2055364"/>
                  </a:lnTo>
                  <a:lnTo>
                    <a:pt x="2633186" y="2039172"/>
                  </a:lnTo>
                  <a:lnTo>
                    <a:pt x="2628424" y="2032504"/>
                  </a:lnTo>
                  <a:lnTo>
                    <a:pt x="2620804" y="2029647"/>
                  </a:lnTo>
                  <a:cubicBezTo>
                    <a:pt x="2620804" y="2029647"/>
                    <a:pt x="2628424" y="1980117"/>
                    <a:pt x="2576036" y="1994404"/>
                  </a:cubicBezTo>
                  <a:cubicBezTo>
                    <a:pt x="2576036" y="1994404"/>
                    <a:pt x="2493169" y="2006787"/>
                    <a:pt x="2450306" y="2037267"/>
                  </a:cubicBezTo>
                  <a:cubicBezTo>
                    <a:pt x="2450306" y="2037267"/>
                    <a:pt x="2404586" y="2058222"/>
                    <a:pt x="2367439" y="2059175"/>
                  </a:cubicBezTo>
                  <a:cubicBezTo>
                    <a:pt x="2367439" y="2059175"/>
                    <a:pt x="2397919" y="2025837"/>
                    <a:pt x="2388394" y="2002025"/>
                  </a:cubicBezTo>
                  <a:cubicBezTo>
                    <a:pt x="2388394" y="2002025"/>
                    <a:pt x="2376964" y="1970592"/>
                    <a:pt x="2333149" y="1995357"/>
                  </a:cubicBezTo>
                  <a:cubicBezTo>
                    <a:pt x="2333149" y="1995357"/>
                    <a:pt x="2290286" y="2021075"/>
                    <a:pt x="2230279" y="2017264"/>
                  </a:cubicBezTo>
                  <a:cubicBezTo>
                    <a:pt x="2230279" y="2017264"/>
                    <a:pt x="2194084" y="2015359"/>
                    <a:pt x="2156936" y="2010597"/>
                  </a:cubicBezTo>
                  <a:cubicBezTo>
                    <a:pt x="2156936" y="2010597"/>
                    <a:pt x="2128361" y="2013454"/>
                    <a:pt x="2101691" y="2037267"/>
                  </a:cubicBezTo>
                  <a:cubicBezTo>
                    <a:pt x="2101691" y="2037267"/>
                    <a:pt x="2020729" y="1970592"/>
                    <a:pt x="1998821" y="1897250"/>
                  </a:cubicBezTo>
                  <a:cubicBezTo>
                    <a:pt x="1998821" y="1897250"/>
                    <a:pt x="2025491" y="1808667"/>
                    <a:pt x="2027396" y="1709607"/>
                  </a:cubicBezTo>
                  <a:cubicBezTo>
                    <a:pt x="2027396" y="1709607"/>
                    <a:pt x="2024539" y="1674364"/>
                    <a:pt x="2015966" y="1630550"/>
                  </a:cubicBezTo>
                  <a:cubicBezTo>
                    <a:pt x="2015966" y="1630550"/>
                    <a:pt x="1889284" y="1452432"/>
                    <a:pt x="1779746" y="1366707"/>
                  </a:cubicBezTo>
                  <a:cubicBezTo>
                    <a:pt x="1779746" y="1366707"/>
                    <a:pt x="1810226" y="1349562"/>
                    <a:pt x="1827371" y="1300032"/>
                  </a:cubicBezTo>
                  <a:cubicBezTo>
                    <a:pt x="1827371" y="1300032"/>
                    <a:pt x="1834991" y="1269552"/>
                    <a:pt x="1854041" y="1255264"/>
                  </a:cubicBezTo>
                  <a:cubicBezTo>
                    <a:pt x="1854041" y="1255264"/>
                    <a:pt x="1868329" y="1231452"/>
                    <a:pt x="1841659" y="1220022"/>
                  </a:cubicBezTo>
                  <a:cubicBezTo>
                    <a:pt x="1841659" y="1220022"/>
                    <a:pt x="1829276" y="1200972"/>
                    <a:pt x="1834991" y="1188589"/>
                  </a:cubicBezTo>
                  <a:cubicBezTo>
                    <a:pt x="1834991" y="1188589"/>
                    <a:pt x="1852136" y="1147632"/>
                    <a:pt x="1833086" y="1147632"/>
                  </a:cubicBezTo>
                  <a:cubicBezTo>
                    <a:pt x="1833086" y="1147632"/>
                    <a:pt x="1797844" y="1130487"/>
                    <a:pt x="1799749" y="1114294"/>
                  </a:cubicBezTo>
                  <a:cubicBezTo>
                    <a:pt x="1799749" y="1114294"/>
                    <a:pt x="1814036" y="1073337"/>
                    <a:pt x="1774031" y="1078099"/>
                  </a:cubicBezTo>
                  <a:cubicBezTo>
                    <a:pt x="1774031" y="1078099"/>
                    <a:pt x="1764506" y="1073337"/>
                    <a:pt x="1723549" y="1099054"/>
                  </a:cubicBezTo>
                  <a:cubicBezTo>
                    <a:pt x="1723549" y="1099054"/>
                    <a:pt x="1668304" y="1151442"/>
                    <a:pt x="1654016" y="1186684"/>
                  </a:cubicBezTo>
                  <a:lnTo>
                    <a:pt x="1637824" y="1186684"/>
                  </a:lnTo>
                  <a:cubicBezTo>
                    <a:pt x="1637824" y="1186684"/>
                    <a:pt x="1596866" y="1074289"/>
                    <a:pt x="1458754" y="1060954"/>
                  </a:cubicBezTo>
                  <a:cubicBezTo>
                    <a:pt x="1458754" y="1060954"/>
                    <a:pt x="1409224" y="1051429"/>
                    <a:pt x="1353979" y="1099054"/>
                  </a:cubicBezTo>
                  <a:lnTo>
                    <a:pt x="1339691" y="1081909"/>
                  </a:lnTo>
                  <a:lnTo>
                    <a:pt x="1256824" y="1012377"/>
                  </a:lnTo>
                  <a:cubicBezTo>
                    <a:pt x="1256824" y="1012377"/>
                    <a:pt x="1223486" y="1005709"/>
                    <a:pt x="1223486" y="958084"/>
                  </a:cubicBezTo>
                  <a:cubicBezTo>
                    <a:pt x="1223486" y="958084"/>
                    <a:pt x="1216819" y="907602"/>
                    <a:pt x="1261586" y="899029"/>
                  </a:cubicBezTo>
                  <a:cubicBezTo>
                    <a:pt x="1261586" y="899029"/>
                    <a:pt x="1285399" y="896172"/>
                    <a:pt x="1299686" y="920937"/>
                  </a:cubicBezTo>
                  <a:cubicBezTo>
                    <a:pt x="1299686" y="920937"/>
                    <a:pt x="1334929" y="954274"/>
                    <a:pt x="1358741" y="916174"/>
                  </a:cubicBezTo>
                  <a:cubicBezTo>
                    <a:pt x="1358741" y="916174"/>
                    <a:pt x="1361599" y="899982"/>
                    <a:pt x="1366361" y="887599"/>
                  </a:cubicBezTo>
                  <a:cubicBezTo>
                    <a:pt x="1366361" y="887599"/>
                    <a:pt x="1382554" y="897124"/>
                    <a:pt x="1399699" y="889504"/>
                  </a:cubicBezTo>
                  <a:cubicBezTo>
                    <a:pt x="1399699" y="889504"/>
                    <a:pt x="1412081" y="884742"/>
                    <a:pt x="1412081" y="865692"/>
                  </a:cubicBezTo>
                  <a:cubicBezTo>
                    <a:pt x="1412081" y="865692"/>
                    <a:pt x="1416844" y="854262"/>
                    <a:pt x="1440656" y="860929"/>
                  </a:cubicBezTo>
                  <a:cubicBezTo>
                    <a:pt x="1440656" y="860929"/>
                    <a:pt x="1450181" y="865692"/>
                    <a:pt x="1452086" y="830449"/>
                  </a:cubicBezTo>
                  <a:lnTo>
                    <a:pt x="1497806" y="825687"/>
                  </a:lnTo>
                  <a:cubicBezTo>
                    <a:pt x="1497806" y="825687"/>
                    <a:pt x="1514951" y="827592"/>
                    <a:pt x="1513999" y="797112"/>
                  </a:cubicBezTo>
                  <a:cubicBezTo>
                    <a:pt x="1513999" y="797112"/>
                    <a:pt x="1506379" y="711387"/>
                    <a:pt x="1520666" y="687574"/>
                  </a:cubicBezTo>
                  <a:cubicBezTo>
                    <a:pt x="1520666" y="687574"/>
                    <a:pt x="1533049" y="671382"/>
                    <a:pt x="1560671" y="654237"/>
                  </a:cubicBezTo>
                  <a:cubicBezTo>
                    <a:pt x="1560671" y="654237"/>
                    <a:pt x="1643539" y="604707"/>
                    <a:pt x="1667351" y="541842"/>
                  </a:cubicBezTo>
                  <a:cubicBezTo>
                    <a:pt x="1667351" y="541842"/>
                    <a:pt x="1686401" y="551367"/>
                    <a:pt x="1674019" y="578037"/>
                  </a:cubicBezTo>
                  <a:cubicBezTo>
                    <a:pt x="1674019" y="578037"/>
                    <a:pt x="1697831" y="561844"/>
                    <a:pt x="1697831" y="511362"/>
                  </a:cubicBezTo>
                  <a:cubicBezTo>
                    <a:pt x="1697831" y="511362"/>
                    <a:pt x="1721644" y="514219"/>
                    <a:pt x="1718786" y="552319"/>
                  </a:cubicBezTo>
                  <a:cubicBezTo>
                    <a:pt x="1718786" y="552319"/>
                    <a:pt x="1750219" y="506599"/>
                    <a:pt x="1749266" y="473262"/>
                  </a:cubicBezTo>
                  <a:cubicBezTo>
                    <a:pt x="1749266" y="473262"/>
                    <a:pt x="1789271" y="466594"/>
                    <a:pt x="1768316" y="552319"/>
                  </a:cubicBezTo>
                  <a:cubicBezTo>
                    <a:pt x="1768316" y="552319"/>
                    <a:pt x="1794986" y="498027"/>
                    <a:pt x="1777841" y="436114"/>
                  </a:cubicBezTo>
                  <a:cubicBezTo>
                    <a:pt x="1777841" y="436114"/>
                    <a:pt x="1763554" y="352294"/>
                    <a:pt x="1744504" y="324672"/>
                  </a:cubicBezTo>
                  <a:cubicBezTo>
                    <a:pt x="1744504" y="324672"/>
                    <a:pt x="1665446" y="183702"/>
                    <a:pt x="1623536" y="188464"/>
                  </a:cubicBezTo>
                  <a:cubicBezTo>
                    <a:pt x="1623536" y="188464"/>
                    <a:pt x="1473994" y="-2036"/>
                    <a:pt x="1264444" y="7489"/>
                  </a:cubicBezTo>
                  <a:cubicBezTo>
                    <a:pt x="1264444" y="7489"/>
                    <a:pt x="1023461" y="-11561"/>
                    <a:pt x="845344" y="407539"/>
                  </a:cubicBezTo>
                  <a:cubicBezTo>
                    <a:pt x="845344" y="407539"/>
                    <a:pt x="838676" y="461832"/>
                    <a:pt x="673894" y="515172"/>
                  </a:cubicBezTo>
                  <a:cubicBezTo>
                    <a:pt x="673894" y="515172"/>
                    <a:pt x="537686" y="543747"/>
                    <a:pt x="432911" y="683764"/>
                  </a:cubicBezTo>
                  <a:cubicBezTo>
                    <a:pt x="432911" y="683764"/>
                    <a:pt x="369094" y="766632"/>
                    <a:pt x="328136" y="871407"/>
                  </a:cubicBezTo>
                  <a:cubicBezTo>
                    <a:pt x="328136" y="871407"/>
                    <a:pt x="280511" y="1007614"/>
                    <a:pt x="210979" y="1068574"/>
                  </a:cubicBezTo>
                  <a:lnTo>
                    <a:pt x="90964" y="1174302"/>
                  </a:lnTo>
                  <a:cubicBezTo>
                    <a:pt x="97631" y="1169539"/>
                    <a:pt x="110966" y="1162872"/>
                    <a:pt x="133826" y="1162872"/>
                  </a:cubicBezTo>
                  <a:cubicBezTo>
                    <a:pt x="133826" y="1162872"/>
                    <a:pt x="35719" y="1305747"/>
                    <a:pt x="16669" y="1445764"/>
                  </a:cubicBezTo>
                  <a:cubicBezTo>
                    <a:pt x="16669" y="1445764"/>
                    <a:pt x="45244" y="1404807"/>
                    <a:pt x="64294" y="1400997"/>
                  </a:cubicBezTo>
                  <a:cubicBezTo>
                    <a:pt x="64294" y="1400997"/>
                    <a:pt x="32861" y="1461004"/>
                    <a:pt x="38576" y="1543872"/>
                  </a:cubicBezTo>
                  <a:cubicBezTo>
                    <a:pt x="38576" y="1543872"/>
                    <a:pt x="48101" y="1651504"/>
                    <a:pt x="7144" y="1769614"/>
                  </a:cubicBezTo>
                  <a:cubicBezTo>
                    <a:pt x="7144" y="1769614"/>
                    <a:pt x="32861" y="1757232"/>
                    <a:pt x="57626" y="1696272"/>
                  </a:cubicBezTo>
                  <a:cubicBezTo>
                    <a:pt x="57626" y="1696272"/>
                    <a:pt x="3334" y="1832479"/>
                    <a:pt x="10001" y="1889629"/>
                  </a:cubicBezTo>
                  <a:cubicBezTo>
                    <a:pt x="10001" y="1889629"/>
                    <a:pt x="26194" y="1803904"/>
                    <a:pt x="64294" y="1791522"/>
                  </a:cubicBezTo>
                  <a:cubicBezTo>
                    <a:pt x="64294" y="1791522"/>
                    <a:pt x="64294" y="1956304"/>
                    <a:pt x="32861" y="2001072"/>
                  </a:cubicBezTo>
                  <a:cubicBezTo>
                    <a:pt x="32861" y="2001072"/>
                    <a:pt x="64294" y="2093464"/>
                    <a:pt x="68104" y="2184905"/>
                  </a:cubicBezTo>
                  <a:lnTo>
                    <a:pt x="147161" y="2175380"/>
                  </a:lnTo>
                  <a:cubicBezTo>
                    <a:pt x="147161" y="2175380"/>
                    <a:pt x="125254" y="2382072"/>
                    <a:pt x="347186" y="2429697"/>
                  </a:cubicBezTo>
                  <a:cubicBezTo>
                    <a:pt x="347186" y="2429697"/>
                    <a:pt x="591979" y="2445889"/>
                    <a:pt x="718661" y="2391597"/>
                  </a:cubicBezTo>
                  <a:cubicBezTo>
                    <a:pt x="718661" y="2391597"/>
                    <a:pt x="794861" y="2356355"/>
                    <a:pt x="816769" y="2322064"/>
                  </a:cubicBezTo>
                  <a:cubicBezTo>
                    <a:pt x="816769" y="2322064"/>
                    <a:pt x="835819" y="2331589"/>
                    <a:pt x="890111" y="2264914"/>
                  </a:cubicBezTo>
                  <a:lnTo>
                    <a:pt x="940594" y="2243007"/>
                  </a:lnTo>
                  <a:lnTo>
                    <a:pt x="994886" y="2226814"/>
                  </a:lnTo>
                  <a:lnTo>
                    <a:pt x="1011079" y="2160139"/>
                  </a:lnTo>
                  <a:lnTo>
                    <a:pt x="1032986" y="2143947"/>
                  </a:lnTo>
                  <a:cubicBezTo>
                    <a:pt x="1032986" y="2143947"/>
                    <a:pt x="1071086" y="2146805"/>
                    <a:pt x="1042511" y="2089654"/>
                  </a:cubicBezTo>
                  <a:cubicBezTo>
                    <a:pt x="1042511" y="2089654"/>
                    <a:pt x="1020604" y="2039172"/>
                    <a:pt x="1052036" y="2022979"/>
                  </a:cubicBezTo>
                  <a:cubicBezTo>
                    <a:pt x="1052036" y="2022979"/>
                    <a:pt x="1077754" y="2013454"/>
                    <a:pt x="1061561" y="1930587"/>
                  </a:cubicBezTo>
                  <a:cubicBezTo>
                    <a:pt x="1061561" y="1930587"/>
                    <a:pt x="1052036" y="1882962"/>
                    <a:pt x="1087279" y="1866769"/>
                  </a:cubicBezTo>
                  <a:cubicBezTo>
                    <a:pt x="1087279" y="1866769"/>
                    <a:pt x="1153954" y="1831527"/>
                    <a:pt x="1306354" y="1606737"/>
                  </a:cubicBezTo>
                  <a:cubicBezTo>
                    <a:pt x="1306354" y="1606737"/>
                    <a:pt x="1351121" y="1552444"/>
                    <a:pt x="1382554" y="1561969"/>
                  </a:cubicBezTo>
                  <a:cubicBezTo>
                    <a:pt x="1382554" y="1561969"/>
                    <a:pt x="1413986" y="1540062"/>
                    <a:pt x="1413986" y="1578162"/>
                  </a:cubicBezTo>
                  <a:cubicBezTo>
                    <a:pt x="1413986" y="1578162"/>
                    <a:pt x="1488281" y="1792475"/>
                    <a:pt x="1615916" y="1890582"/>
                  </a:cubicBezTo>
                  <a:cubicBezTo>
                    <a:pt x="1615916" y="1890582"/>
                    <a:pt x="1730216" y="2060127"/>
                    <a:pt x="1768316" y="2219194"/>
                  </a:cubicBezTo>
                  <a:cubicBezTo>
                    <a:pt x="1768316" y="2219194"/>
                    <a:pt x="1755934" y="2343019"/>
                    <a:pt x="1804511" y="2371594"/>
                  </a:cubicBezTo>
                  <a:cubicBezTo>
                    <a:pt x="1804511" y="2371594"/>
                    <a:pt x="1871186" y="2412552"/>
                    <a:pt x="1925479" y="2350639"/>
                  </a:cubicBezTo>
                  <a:lnTo>
                    <a:pt x="1958816" y="2317302"/>
                  </a:lnTo>
                  <a:cubicBezTo>
                    <a:pt x="1958816" y="2317302"/>
                    <a:pt x="2003584" y="2286822"/>
                    <a:pt x="2009299" y="2347782"/>
                  </a:cubicBezTo>
                  <a:cubicBezTo>
                    <a:pt x="2009299" y="2347782"/>
                    <a:pt x="2033111" y="2431602"/>
                    <a:pt x="2095024" y="2430650"/>
                  </a:cubicBezTo>
                  <a:cubicBezTo>
                    <a:pt x="2095024" y="2430650"/>
                    <a:pt x="2154079" y="2447794"/>
                    <a:pt x="2230279" y="2363975"/>
                  </a:cubicBezTo>
                  <a:cubicBezTo>
                    <a:pt x="2230279" y="2363975"/>
                    <a:pt x="2311241" y="2300157"/>
                    <a:pt x="2435066" y="2283012"/>
                  </a:cubicBezTo>
                  <a:cubicBezTo>
                    <a:pt x="2435066" y="2283012"/>
                    <a:pt x="2504599" y="2273487"/>
                    <a:pt x="2546509" y="2227767"/>
                  </a:cubicBezTo>
                  <a:cubicBezTo>
                    <a:pt x="2546509" y="2227767"/>
                    <a:pt x="2603659" y="2182047"/>
                    <a:pt x="2630329" y="2172522"/>
                  </a:cubicBezTo>
                  <a:lnTo>
                    <a:pt x="2647474" y="2161092"/>
                  </a:lnTo>
                  <a:lnTo>
                    <a:pt x="2647474" y="2143947"/>
                  </a:lnTo>
                  <a:lnTo>
                    <a:pt x="2655094" y="2131564"/>
                  </a:lnTo>
                  <a:lnTo>
                    <a:pt x="2649379" y="2105847"/>
                  </a:lnTo>
                  <a:close/>
                  <a:moveTo>
                    <a:pt x="918686" y="1436239"/>
                  </a:moveTo>
                  <a:cubicBezTo>
                    <a:pt x="894874" y="1455289"/>
                    <a:pt x="897731" y="1472434"/>
                    <a:pt x="897731" y="1472434"/>
                  </a:cubicBezTo>
                  <a:cubicBezTo>
                    <a:pt x="895826" y="1499104"/>
                    <a:pt x="873919" y="1496247"/>
                    <a:pt x="873919" y="1496247"/>
                  </a:cubicBezTo>
                  <a:cubicBezTo>
                    <a:pt x="832961" y="1493389"/>
                    <a:pt x="832961" y="1532442"/>
                    <a:pt x="832961" y="1532442"/>
                  </a:cubicBezTo>
                  <a:cubicBezTo>
                    <a:pt x="821531" y="1551492"/>
                    <a:pt x="804386" y="1537204"/>
                    <a:pt x="804386" y="1537204"/>
                  </a:cubicBezTo>
                  <a:lnTo>
                    <a:pt x="783431" y="1515297"/>
                  </a:lnTo>
                  <a:lnTo>
                    <a:pt x="752951" y="1508629"/>
                  </a:lnTo>
                  <a:lnTo>
                    <a:pt x="754856" y="1454337"/>
                  </a:lnTo>
                  <a:cubicBezTo>
                    <a:pt x="809149" y="1435287"/>
                    <a:pt x="826294" y="1399092"/>
                    <a:pt x="826294" y="1399092"/>
                  </a:cubicBezTo>
                  <a:cubicBezTo>
                    <a:pt x="852964" y="1370517"/>
                    <a:pt x="871061" y="1291459"/>
                    <a:pt x="871061" y="1291459"/>
                  </a:cubicBezTo>
                  <a:cubicBezTo>
                    <a:pt x="901541" y="1253359"/>
                    <a:pt x="915829" y="1286697"/>
                    <a:pt x="915829" y="1286697"/>
                  </a:cubicBezTo>
                  <a:cubicBezTo>
                    <a:pt x="917734" y="1305747"/>
                    <a:pt x="1001554" y="1374327"/>
                    <a:pt x="1001554" y="1374327"/>
                  </a:cubicBezTo>
                  <a:lnTo>
                    <a:pt x="918686" y="143623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70000"/>
                  </a:schemeClr>
                </a:gs>
                <a:gs pos="100000">
                  <a:schemeClr val="accent2">
                    <a:alpha val="70000"/>
                  </a:schemeClr>
                </a:gs>
              </a:gsLst>
              <a:lin ang="14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325">
              <a:extLst>
                <a:ext uri="{FF2B5EF4-FFF2-40B4-BE49-F238E27FC236}">
                  <a16:creationId xmlns:a16="http://schemas.microsoft.com/office/drawing/2014/main" id="{B68F3E27-4011-28D1-934E-04ED9C809921}"/>
                </a:ext>
              </a:extLst>
            </p:cNvPr>
            <p:cNvSpPr/>
            <p:nvPr/>
          </p:nvSpPr>
          <p:spPr>
            <a:xfrm>
              <a:off x="964804" y="4244480"/>
              <a:ext cx="31113" cy="31113"/>
            </a:xfrm>
            <a:custGeom>
              <a:avLst/>
              <a:gdLst>
                <a:gd name="connsiteX0" fmla="*/ 7144 w 19050"/>
                <a:gd name="connsiteY0" fmla="*/ 11906 h 19050"/>
                <a:gd name="connsiteX1" fmla="*/ 11906 w 19050"/>
                <a:gd name="connsiteY1" fmla="*/ 7144 h 19050"/>
                <a:gd name="connsiteX2" fmla="*/ 7144 w 19050"/>
                <a:gd name="connsiteY2" fmla="*/ 11906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0" h="19050">
                  <a:moveTo>
                    <a:pt x="7144" y="11906"/>
                  </a:moveTo>
                  <a:lnTo>
                    <a:pt x="11906" y="7144"/>
                  </a:lnTo>
                  <a:cubicBezTo>
                    <a:pt x="9049" y="10001"/>
                    <a:pt x="7144" y="11906"/>
                    <a:pt x="7144" y="11906"/>
                  </a:cubicBezTo>
                  <a:close/>
                </a:path>
              </a:pathLst>
            </a:custGeom>
            <a:solidFill>
              <a:srgbClr val="A3807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326">
              <a:extLst>
                <a:ext uri="{FF2B5EF4-FFF2-40B4-BE49-F238E27FC236}">
                  <a16:creationId xmlns:a16="http://schemas.microsoft.com/office/drawing/2014/main" id="{F4BB3E6C-B1BA-1BDF-1019-9346D5C5A4F9}"/>
                </a:ext>
              </a:extLst>
            </p:cNvPr>
            <p:cNvSpPr/>
            <p:nvPr/>
          </p:nvSpPr>
          <p:spPr>
            <a:xfrm>
              <a:off x="2588649" y="2367347"/>
              <a:ext cx="933393" cy="871167"/>
            </a:xfrm>
            <a:custGeom>
              <a:avLst/>
              <a:gdLst>
                <a:gd name="connsiteX0" fmla="*/ 565468 w 571500"/>
                <a:gd name="connsiteY0" fmla="*/ 108729 h 533400"/>
                <a:gd name="connsiteX1" fmla="*/ 455930 w 571500"/>
                <a:gd name="connsiteY1" fmla="*/ 10622 h 533400"/>
                <a:gd name="connsiteX2" fmla="*/ 344488 w 571500"/>
                <a:gd name="connsiteY2" fmla="*/ 50627 h 533400"/>
                <a:gd name="connsiteX3" fmla="*/ 287338 w 571500"/>
                <a:gd name="connsiteY3" fmla="*/ 105872 h 533400"/>
                <a:gd name="connsiteX4" fmla="*/ 294005 w 571500"/>
                <a:gd name="connsiteY4" fmla="*/ 123017 h 533400"/>
                <a:gd name="connsiteX5" fmla="*/ 292100 w 571500"/>
                <a:gd name="connsiteY5" fmla="*/ 140162 h 533400"/>
                <a:gd name="connsiteX6" fmla="*/ 270193 w 571500"/>
                <a:gd name="connsiteY6" fmla="*/ 170642 h 533400"/>
                <a:gd name="connsiteX7" fmla="*/ 251143 w 571500"/>
                <a:gd name="connsiteY7" fmla="*/ 173499 h 533400"/>
                <a:gd name="connsiteX8" fmla="*/ 234950 w 571500"/>
                <a:gd name="connsiteY8" fmla="*/ 162069 h 533400"/>
                <a:gd name="connsiteX9" fmla="*/ 213995 w 571500"/>
                <a:gd name="connsiteY9" fmla="*/ 166832 h 533400"/>
                <a:gd name="connsiteX10" fmla="*/ 177800 w 571500"/>
                <a:gd name="connsiteY10" fmla="*/ 217314 h 533400"/>
                <a:gd name="connsiteX11" fmla="*/ 152083 w 571500"/>
                <a:gd name="connsiteY11" fmla="*/ 233507 h 533400"/>
                <a:gd name="connsiteX12" fmla="*/ 7302 w 571500"/>
                <a:gd name="connsiteY12" fmla="*/ 397337 h 533400"/>
                <a:gd name="connsiteX13" fmla="*/ 138748 w 571500"/>
                <a:gd name="connsiteY13" fmla="*/ 532592 h 533400"/>
                <a:gd name="connsiteX14" fmla="*/ 297815 w 571500"/>
                <a:gd name="connsiteY14" fmla="*/ 397337 h 533400"/>
                <a:gd name="connsiteX15" fmla="*/ 272098 w 571500"/>
                <a:gd name="connsiteY15" fmla="*/ 297324 h 533400"/>
                <a:gd name="connsiteX16" fmla="*/ 270193 w 571500"/>
                <a:gd name="connsiteY16" fmla="*/ 276369 h 533400"/>
                <a:gd name="connsiteX17" fmla="*/ 305435 w 571500"/>
                <a:gd name="connsiteY17" fmla="*/ 238269 h 533400"/>
                <a:gd name="connsiteX18" fmla="*/ 305435 w 571500"/>
                <a:gd name="connsiteY18" fmla="*/ 219219 h 533400"/>
                <a:gd name="connsiteX19" fmla="*/ 293053 w 571500"/>
                <a:gd name="connsiteY19" fmla="*/ 203027 h 533400"/>
                <a:gd name="connsiteX20" fmla="*/ 321628 w 571500"/>
                <a:gd name="connsiteY20" fmla="*/ 167784 h 533400"/>
                <a:gd name="connsiteX21" fmla="*/ 338773 w 571500"/>
                <a:gd name="connsiteY21" fmla="*/ 160164 h 533400"/>
                <a:gd name="connsiteX22" fmla="*/ 355918 w 571500"/>
                <a:gd name="connsiteY22" fmla="*/ 172547 h 533400"/>
                <a:gd name="connsiteX23" fmla="*/ 376873 w 571500"/>
                <a:gd name="connsiteY23" fmla="*/ 161117 h 533400"/>
                <a:gd name="connsiteX24" fmla="*/ 474028 w 571500"/>
                <a:gd name="connsiteY24" fmla="*/ 101109 h 533400"/>
                <a:gd name="connsiteX25" fmla="*/ 538798 w 571500"/>
                <a:gd name="connsiteY25" fmla="*/ 161117 h 533400"/>
                <a:gd name="connsiteX26" fmla="*/ 560705 w 571500"/>
                <a:gd name="connsiteY26" fmla="*/ 168737 h 533400"/>
                <a:gd name="connsiteX27" fmla="*/ 565468 w 571500"/>
                <a:gd name="connsiteY27" fmla="*/ 108729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1500" h="533400">
                  <a:moveTo>
                    <a:pt x="565468" y="108729"/>
                  </a:moveTo>
                  <a:cubicBezTo>
                    <a:pt x="565468" y="108729"/>
                    <a:pt x="544513" y="51579"/>
                    <a:pt x="455930" y="10622"/>
                  </a:cubicBezTo>
                  <a:cubicBezTo>
                    <a:pt x="455930" y="10622"/>
                    <a:pt x="417830" y="-10333"/>
                    <a:pt x="344488" y="50627"/>
                  </a:cubicBezTo>
                  <a:lnTo>
                    <a:pt x="287338" y="105872"/>
                  </a:lnTo>
                  <a:lnTo>
                    <a:pt x="294005" y="123017"/>
                  </a:lnTo>
                  <a:lnTo>
                    <a:pt x="292100" y="140162"/>
                  </a:lnTo>
                  <a:lnTo>
                    <a:pt x="270193" y="170642"/>
                  </a:lnTo>
                  <a:lnTo>
                    <a:pt x="251143" y="173499"/>
                  </a:lnTo>
                  <a:lnTo>
                    <a:pt x="234950" y="162069"/>
                  </a:lnTo>
                  <a:cubicBezTo>
                    <a:pt x="234950" y="162069"/>
                    <a:pt x="223520" y="154449"/>
                    <a:pt x="213995" y="166832"/>
                  </a:cubicBezTo>
                  <a:lnTo>
                    <a:pt x="177800" y="217314"/>
                  </a:lnTo>
                  <a:cubicBezTo>
                    <a:pt x="177800" y="217314"/>
                    <a:pt x="173038" y="231602"/>
                    <a:pt x="152083" y="233507"/>
                  </a:cubicBezTo>
                  <a:cubicBezTo>
                    <a:pt x="152083" y="233507"/>
                    <a:pt x="1588" y="231602"/>
                    <a:pt x="7302" y="397337"/>
                  </a:cubicBezTo>
                  <a:cubicBezTo>
                    <a:pt x="7302" y="397337"/>
                    <a:pt x="5398" y="523067"/>
                    <a:pt x="138748" y="532592"/>
                  </a:cubicBezTo>
                  <a:cubicBezTo>
                    <a:pt x="138748" y="532592"/>
                    <a:pt x="283528" y="535449"/>
                    <a:pt x="297815" y="397337"/>
                  </a:cubicBezTo>
                  <a:cubicBezTo>
                    <a:pt x="297815" y="397337"/>
                    <a:pt x="307340" y="337329"/>
                    <a:pt x="272098" y="297324"/>
                  </a:cubicBezTo>
                  <a:cubicBezTo>
                    <a:pt x="272098" y="297324"/>
                    <a:pt x="260668" y="284942"/>
                    <a:pt x="270193" y="276369"/>
                  </a:cubicBezTo>
                  <a:lnTo>
                    <a:pt x="305435" y="238269"/>
                  </a:lnTo>
                  <a:cubicBezTo>
                    <a:pt x="305435" y="238269"/>
                    <a:pt x="312103" y="233507"/>
                    <a:pt x="305435" y="219219"/>
                  </a:cubicBezTo>
                  <a:lnTo>
                    <a:pt x="293053" y="203027"/>
                  </a:lnTo>
                  <a:lnTo>
                    <a:pt x="321628" y="167784"/>
                  </a:lnTo>
                  <a:lnTo>
                    <a:pt x="338773" y="160164"/>
                  </a:lnTo>
                  <a:lnTo>
                    <a:pt x="355918" y="172547"/>
                  </a:lnTo>
                  <a:cubicBezTo>
                    <a:pt x="355918" y="172547"/>
                    <a:pt x="349250" y="177309"/>
                    <a:pt x="376873" y="161117"/>
                  </a:cubicBezTo>
                  <a:lnTo>
                    <a:pt x="474028" y="101109"/>
                  </a:lnTo>
                  <a:lnTo>
                    <a:pt x="538798" y="161117"/>
                  </a:lnTo>
                  <a:lnTo>
                    <a:pt x="560705" y="168737"/>
                  </a:lnTo>
                  <a:lnTo>
                    <a:pt x="565468" y="108729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327">
              <a:extLst>
                <a:ext uri="{FF2B5EF4-FFF2-40B4-BE49-F238E27FC236}">
                  <a16:creationId xmlns:a16="http://schemas.microsoft.com/office/drawing/2014/main" id="{2C117BAA-9508-AB11-8EE4-11D825D2C352}"/>
                </a:ext>
              </a:extLst>
            </p:cNvPr>
            <p:cNvSpPr/>
            <p:nvPr/>
          </p:nvSpPr>
          <p:spPr>
            <a:xfrm>
              <a:off x="2582521" y="3220640"/>
              <a:ext cx="202235" cy="653375"/>
            </a:xfrm>
            <a:custGeom>
              <a:avLst/>
              <a:gdLst>
                <a:gd name="connsiteX0" fmla="*/ 102495 w 123825"/>
                <a:gd name="connsiteY0" fmla="*/ 393993 h 400050"/>
                <a:gd name="connsiteX1" fmla="*/ 102495 w 123825"/>
                <a:gd name="connsiteY1" fmla="*/ 393993 h 400050"/>
                <a:gd name="connsiteX2" fmla="*/ 88207 w 123825"/>
                <a:gd name="connsiteY2" fmla="*/ 379706 h 400050"/>
                <a:gd name="connsiteX3" fmla="*/ 59632 w 123825"/>
                <a:gd name="connsiteY3" fmla="*/ 265406 h 400050"/>
                <a:gd name="connsiteX4" fmla="*/ 7245 w 123825"/>
                <a:gd name="connsiteY4" fmla="*/ 121578 h 400050"/>
                <a:gd name="connsiteX5" fmla="*/ 32010 w 123825"/>
                <a:gd name="connsiteY5" fmla="*/ 15851 h 400050"/>
                <a:gd name="connsiteX6" fmla="*/ 51060 w 123825"/>
                <a:gd name="connsiteY6" fmla="*/ 8231 h 400050"/>
                <a:gd name="connsiteX7" fmla="*/ 58679 w 123825"/>
                <a:gd name="connsiteY7" fmla="*/ 27281 h 400050"/>
                <a:gd name="connsiteX8" fmla="*/ 35820 w 123825"/>
                <a:gd name="connsiteY8" fmla="*/ 119673 h 400050"/>
                <a:gd name="connsiteX9" fmla="*/ 84397 w 123825"/>
                <a:gd name="connsiteY9" fmla="*/ 250166 h 400050"/>
                <a:gd name="connsiteX10" fmla="*/ 116782 w 123825"/>
                <a:gd name="connsiteY10" fmla="*/ 380658 h 400050"/>
                <a:gd name="connsiteX11" fmla="*/ 102495 w 123825"/>
                <a:gd name="connsiteY11" fmla="*/ 393993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3825" h="400050">
                  <a:moveTo>
                    <a:pt x="102495" y="393993"/>
                  </a:moveTo>
                  <a:cubicBezTo>
                    <a:pt x="102495" y="393993"/>
                    <a:pt x="102495" y="393993"/>
                    <a:pt x="102495" y="393993"/>
                  </a:cubicBezTo>
                  <a:cubicBezTo>
                    <a:pt x="93922" y="393993"/>
                    <a:pt x="88207" y="387326"/>
                    <a:pt x="88207" y="379706"/>
                  </a:cubicBezTo>
                  <a:cubicBezTo>
                    <a:pt x="90112" y="314936"/>
                    <a:pt x="60585" y="265406"/>
                    <a:pt x="59632" y="265406"/>
                  </a:cubicBezTo>
                  <a:cubicBezTo>
                    <a:pt x="13912" y="200636"/>
                    <a:pt x="7245" y="124436"/>
                    <a:pt x="7245" y="121578"/>
                  </a:cubicBezTo>
                  <a:cubicBezTo>
                    <a:pt x="5340" y="78716"/>
                    <a:pt x="31057" y="18708"/>
                    <a:pt x="32010" y="15851"/>
                  </a:cubicBezTo>
                  <a:cubicBezTo>
                    <a:pt x="34867" y="8231"/>
                    <a:pt x="43440" y="5373"/>
                    <a:pt x="51060" y="8231"/>
                  </a:cubicBezTo>
                  <a:cubicBezTo>
                    <a:pt x="58679" y="11088"/>
                    <a:pt x="61537" y="19661"/>
                    <a:pt x="58679" y="27281"/>
                  </a:cubicBezTo>
                  <a:cubicBezTo>
                    <a:pt x="58679" y="28233"/>
                    <a:pt x="34867" y="83478"/>
                    <a:pt x="35820" y="119673"/>
                  </a:cubicBezTo>
                  <a:cubicBezTo>
                    <a:pt x="35820" y="119673"/>
                    <a:pt x="42487" y="191111"/>
                    <a:pt x="84397" y="250166"/>
                  </a:cubicBezTo>
                  <a:cubicBezTo>
                    <a:pt x="86302" y="253023"/>
                    <a:pt x="118687" y="307316"/>
                    <a:pt x="116782" y="380658"/>
                  </a:cubicBezTo>
                  <a:cubicBezTo>
                    <a:pt x="116782" y="388278"/>
                    <a:pt x="110115" y="393993"/>
                    <a:pt x="102495" y="393993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328">
              <a:extLst>
                <a:ext uri="{FF2B5EF4-FFF2-40B4-BE49-F238E27FC236}">
                  <a16:creationId xmlns:a16="http://schemas.microsoft.com/office/drawing/2014/main" id="{7EB0878A-C681-6ECF-A2BC-4E963F439F9B}"/>
                </a:ext>
              </a:extLst>
            </p:cNvPr>
            <p:cNvSpPr/>
            <p:nvPr/>
          </p:nvSpPr>
          <p:spPr>
            <a:xfrm>
              <a:off x="2580960" y="4446546"/>
              <a:ext cx="964507" cy="1835674"/>
            </a:xfrm>
            <a:custGeom>
              <a:avLst/>
              <a:gdLst>
                <a:gd name="connsiteX0" fmla="*/ 97735 w 590550"/>
                <a:gd name="connsiteY0" fmla="*/ 1124530 h 1123950"/>
                <a:gd name="connsiteX1" fmla="*/ 34870 w 590550"/>
                <a:gd name="connsiteY1" fmla="*/ 1102623 h 1123950"/>
                <a:gd name="connsiteX2" fmla="*/ 61540 w 590550"/>
                <a:gd name="connsiteY2" fmla="*/ 1071190 h 1123950"/>
                <a:gd name="connsiteX3" fmla="*/ 63445 w 590550"/>
                <a:gd name="connsiteY3" fmla="*/ 1070238 h 1123950"/>
                <a:gd name="connsiteX4" fmla="*/ 141550 w 590550"/>
                <a:gd name="connsiteY4" fmla="*/ 1060713 h 1123950"/>
                <a:gd name="connsiteX5" fmla="*/ 252993 w 590550"/>
                <a:gd name="connsiteY5" fmla="*/ 911170 h 1123950"/>
                <a:gd name="connsiteX6" fmla="*/ 252993 w 590550"/>
                <a:gd name="connsiteY6" fmla="*/ 910218 h 1123950"/>
                <a:gd name="connsiteX7" fmla="*/ 252993 w 590550"/>
                <a:gd name="connsiteY7" fmla="*/ 909265 h 1123950"/>
                <a:gd name="connsiteX8" fmla="*/ 176793 w 590550"/>
                <a:gd name="connsiteY8" fmla="*/ 714003 h 1123950"/>
                <a:gd name="connsiteX9" fmla="*/ 175840 w 590550"/>
                <a:gd name="connsiteY9" fmla="*/ 713050 h 1123950"/>
                <a:gd name="connsiteX10" fmla="*/ 109165 w 590550"/>
                <a:gd name="connsiteY10" fmla="*/ 567318 h 1123950"/>
                <a:gd name="connsiteX11" fmla="*/ 7248 w 590550"/>
                <a:gd name="connsiteY11" fmla="*/ 23440 h 1123950"/>
                <a:gd name="connsiteX12" fmla="*/ 19630 w 590550"/>
                <a:gd name="connsiteY12" fmla="*/ 7248 h 1123950"/>
                <a:gd name="connsiteX13" fmla="*/ 35823 w 590550"/>
                <a:gd name="connsiteY13" fmla="*/ 19630 h 1123950"/>
                <a:gd name="connsiteX14" fmla="*/ 136788 w 590550"/>
                <a:gd name="connsiteY14" fmla="*/ 559698 h 1123950"/>
                <a:gd name="connsiteX15" fmla="*/ 199653 w 590550"/>
                <a:gd name="connsiteY15" fmla="*/ 695905 h 1123950"/>
                <a:gd name="connsiteX16" fmla="*/ 281568 w 590550"/>
                <a:gd name="connsiteY16" fmla="*/ 909265 h 1123950"/>
                <a:gd name="connsiteX17" fmla="*/ 150123 w 590550"/>
                <a:gd name="connsiteY17" fmla="*/ 1087383 h 1123950"/>
                <a:gd name="connsiteX18" fmla="*/ 146313 w 590550"/>
                <a:gd name="connsiteY18" fmla="*/ 1088335 h 1123950"/>
                <a:gd name="connsiteX19" fmla="*/ 93925 w 590550"/>
                <a:gd name="connsiteY19" fmla="*/ 1095003 h 1123950"/>
                <a:gd name="connsiteX20" fmla="*/ 96783 w 590550"/>
                <a:gd name="connsiteY20" fmla="*/ 1095003 h 1123950"/>
                <a:gd name="connsiteX21" fmla="*/ 424443 w 590550"/>
                <a:gd name="connsiteY21" fmla="*/ 1093098 h 1123950"/>
                <a:gd name="connsiteX22" fmla="*/ 561603 w 590550"/>
                <a:gd name="connsiteY22" fmla="*/ 974035 h 1123950"/>
                <a:gd name="connsiteX23" fmla="*/ 511120 w 590550"/>
                <a:gd name="connsiteY23" fmla="*/ 793060 h 1123950"/>
                <a:gd name="connsiteX24" fmla="*/ 512073 w 590550"/>
                <a:gd name="connsiteY24" fmla="*/ 485403 h 1123950"/>
                <a:gd name="connsiteX25" fmla="*/ 529218 w 590550"/>
                <a:gd name="connsiteY25" fmla="*/ 473973 h 1123950"/>
                <a:gd name="connsiteX26" fmla="*/ 540648 w 590550"/>
                <a:gd name="connsiteY26" fmla="*/ 491118 h 1123950"/>
                <a:gd name="connsiteX27" fmla="*/ 535885 w 590550"/>
                <a:gd name="connsiteY27" fmla="*/ 777820 h 1123950"/>
                <a:gd name="connsiteX28" fmla="*/ 590178 w 590550"/>
                <a:gd name="connsiteY28" fmla="*/ 974988 h 1123950"/>
                <a:gd name="connsiteX29" fmla="*/ 426348 w 590550"/>
                <a:gd name="connsiteY29" fmla="*/ 1121673 h 1123950"/>
                <a:gd name="connsiteX30" fmla="*/ 424443 w 590550"/>
                <a:gd name="connsiteY30" fmla="*/ 1121673 h 1123950"/>
                <a:gd name="connsiteX31" fmla="*/ 97735 w 590550"/>
                <a:gd name="connsiteY31" fmla="*/ 1124530 h 1123950"/>
                <a:gd name="connsiteX32" fmla="*/ 145360 w 590550"/>
                <a:gd name="connsiteY32" fmla="*/ 1075953 h 1123950"/>
                <a:gd name="connsiteX33" fmla="*/ 145360 w 590550"/>
                <a:gd name="connsiteY33" fmla="*/ 1075953 h 1123950"/>
                <a:gd name="connsiteX34" fmla="*/ 145360 w 590550"/>
                <a:gd name="connsiteY34" fmla="*/ 1075953 h 1123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590550" h="1123950">
                  <a:moveTo>
                    <a:pt x="97735" y="1124530"/>
                  </a:moveTo>
                  <a:cubicBezTo>
                    <a:pt x="60588" y="1123578"/>
                    <a:pt x="38680" y="1119768"/>
                    <a:pt x="34870" y="1102623"/>
                  </a:cubicBezTo>
                  <a:cubicBezTo>
                    <a:pt x="32013" y="1087383"/>
                    <a:pt x="48205" y="1076905"/>
                    <a:pt x="61540" y="1071190"/>
                  </a:cubicBezTo>
                  <a:lnTo>
                    <a:pt x="63445" y="1070238"/>
                  </a:lnTo>
                  <a:lnTo>
                    <a:pt x="141550" y="1060713"/>
                  </a:lnTo>
                  <a:cubicBezTo>
                    <a:pt x="259660" y="1013088"/>
                    <a:pt x="252993" y="914980"/>
                    <a:pt x="252993" y="911170"/>
                  </a:cubicBezTo>
                  <a:lnTo>
                    <a:pt x="252993" y="910218"/>
                  </a:lnTo>
                  <a:lnTo>
                    <a:pt x="252993" y="909265"/>
                  </a:lnTo>
                  <a:cubicBezTo>
                    <a:pt x="255850" y="814015"/>
                    <a:pt x="177745" y="714955"/>
                    <a:pt x="176793" y="714003"/>
                  </a:cubicBezTo>
                  <a:lnTo>
                    <a:pt x="175840" y="713050"/>
                  </a:lnTo>
                  <a:cubicBezTo>
                    <a:pt x="134883" y="654948"/>
                    <a:pt x="110118" y="571128"/>
                    <a:pt x="109165" y="567318"/>
                  </a:cubicBezTo>
                  <a:cubicBezTo>
                    <a:pt x="55825" y="361578"/>
                    <a:pt x="7248" y="27250"/>
                    <a:pt x="7248" y="23440"/>
                  </a:cubicBezTo>
                  <a:cubicBezTo>
                    <a:pt x="6295" y="15820"/>
                    <a:pt x="12010" y="8200"/>
                    <a:pt x="19630" y="7248"/>
                  </a:cubicBezTo>
                  <a:cubicBezTo>
                    <a:pt x="27250" y="6295"/>
                    <a:pt x="34870" y="12010"/>
                    <a:pt x="35823" y="19630"/>
                  </a:cubicBezTo>
                  <a:cubicBezTo>
                    <a:pt x="35823" y="23440"/>
                    <a:pt x="84400" y="355863"/>
                    <a:pt x="136788" y="559698"/>
                  </a:cubicBezTo>
                  <a:cubicBezTo>
                    <a:pt x="136788" y="559698"/>
                    <a:pt x="161553" y="641613"/>
                    <a:pt x="199653" y="695905"/>
                  </a:cubicBezTo>
                  <a:cubicBezTo>
                    <a:pt x="206320" y="704478"/>
                    <a:pt x="284425" y="805443"/>
                    <a:pt x="281568" y="909265"/>
                  </a:cubicBezTo>
                  <a:cubicBezTo>
                    <a:pt x="282520" y="921648"/>
                    <a:pt x="283473" y="1034995"/>
                    <a:pt x="150123" y="1087383"/>
                  </a:cubicBezTo>
                  <a:lnTo>
                    <a:pt x="146313" y="1088335"/>
                  </a:lnTo>
                  <a:lnTo>
                    <a:pt x="93925" y="1095003"/>
                  </a:lnTo>
                  <a:cubicBezTo>
                    <a:pt x="94878" y="1095003"/>
                    <a:pt x="95830" y="1095003"/>
                    <a:pt x="96783" y="1095003"/>
                  </a:cubicBezTo>
                  <a:lnTo>
                    <a:pt x="424443" y="1093098"/>
                  </a:lnTo>
                  <a:cubicBezTo>
                    <a:pt x="436825" y="1091193"/>
                    <a:pt x="561603" y="1073095"/>
                    <a:pt x="561603" y="974035"/>
                  </a:cubicBezTo>
                  <a:cubicBezTo>
                    <a:pt x="561603" y="972130"/>
                    <a:pt x="566365" y="880690"/>
                    <a:pt x="511120" y="793060"/>
                  </a:cubicBezTo>
                  <a:cubicBezTo>
                    <a:pt x="509215" y="789250"/>
                    <a:pt x="467305" y="709240"/>
                    <a:pt x="512073" y="485403"/>
                  </a:cubicBezTo>
                  <a:cubicBezTo>
                    <a:pt x="513978" y="477783"/>
                    <a:pt x="521598" y="473020"/>
                    <a:pt x="529218" y="473973"/>
                  </a:cubicBezTo>
                  <a:cubicBezTo>
                    <a:pt x="536838" y="475878"/>
                    <a:pt x="541600" y="483498"/>
                    <a:pt x="540648" y="491118"/>
                  </a:cubicBezTo>
                  <a:cubicBezTo>
                    <a:pt x="499690" y="694953"/>
                    <a:pt x="533028" y="773058"/>
                    <a:pt x="535885" y="777820"/>
                  </a:cubicBezTo>
                  <a:cubicBezTo>
                    <a:pt x="595893" y="874023"/>
                    <a:pt x="590178" y="970225"/>
                    <a:pt x="590178" y="974988"/>
                  </a:cubicBezTo>
                  <a:cubicBezTo>
                    <a:pt x="590178" y="1075953"/>
                    <a:pt x="483498" y="1115005"/>
                    <a:pt x="426348" y="1121673"/>
                  </a:cubicBezTo>
                  <a:lnTo>
                    <a:pt x="424443" y="1121673"/>
                  </a:lnTo>
                  <a:lnTo>
                    <a:pt x="97735" y="1124530"/>
                  </a:lnTo>
                  <a:close/>
                  <a:moveTo>
                    <a:pt x="145360" y="1075953"/>
                  </a:moveTo>
                  <a:lnTo>
                    <a:pt x="145360" y="1075953"/>
                  </a:lnTo>
                  <a:lnTo>
                    <a:pt x="145360" y="1075953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329">
              <a:extLst>
                <a:ext uri="{FF2B5EF4-FFF2-40B4-BE49-F238E27FC236}">
                  <a16:creationId xmlns:a16="http://schemas.microsoft.com/office/drawing/2014/main" id="{A943930C-24BD-C57C-1243-D9DF0C41C3B3}"/>
                </a:ext>
              </a:extLst>
            </p:cNvPr>
            <p:cNvSpPr/>
            <p:nvPr/>
          </p:nvSpPr>
          <p:spPr>
            <a:xfrm>
              <a:off x="3563507" y="3778501"/>
              <a:ext cx="497810" cy="684488"/>
            </a:xfrm>
            <a:custGeom>
              <a:avLst/>
              <a:gdLst>
                <a:gd name="connsiteX0" fmla="*/ 294334 w 304800"/>
                <a:gd name="connsiteY0" fmla="*/ 11467 h 419100"/>
                <a:gd name="connsiteX1" fmla="*/ 260997 w 304800"/>
                <a:gd name="connsiteY1" fmla="*/ 16230 h 419100"/>
                <a:gd name="connsiteX2" fmla="*/ 78117 w 304800"/>
                <a:gd name="connsiteY2" fmla="*/ 190537 h 419100"/>
                <a:gd name="connsiteX3" fmla="*/ 63829 w 304800"/>
                <a:gd name="connsiteY3" fmla="*/ 236257 h 419100"/>
                <a:gd name="connsiteX4" fmla="*/ 59067 w 304800"/>
                <a:gd name="connsiteY4" fmla="*/ 296265 h 419100"/>
                <a:gd name="connsiteX5" fmla="*/ 16204 w 304800"/>
                <a:gd name="connsiteY5" fmla="*/ 345795 h 419100"/>
                <a:gd name="connsiteX6" fmla="*/ 14299 w 304800"/>
                <a:gd name="connsiteY6" fmla="*/ 396277 h 419100"/>
                <a:gd name="connsiteX7" fmla="*/ 30492 w 304800"/>
                <a:gd name="connsiteY7" fmla="*/ 415327 h 419100"/>
                <a:gd name="connsiteX8" fmla="*/ 75259 w 304800"/>
                <a:gd name="connsiteY8" fmla="*/ 380085 h 419100"/>
                <a:gd name="connsiteX9" fmla="*/ 297192 w 304800"/>
                <a:gd name="connsiteY9" fmla="*/ 52425 h 419100"/>
                <a:gd name="connsiteX10" fmla="*/ 294334 w 304800"/>
                <a:gd name="connsiteY10" fmla="*/ 11467 h 41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4800" h="419100">
                  <a:moveTo>
                    <a:pt x="294334" y="11467"/>
                  </a:moveTo>
                  <a:cubicBezTo>
                    <a:pt x="294334" y="11467"/>
                    <a:pt x="280047" y="-915"/>
                    <a:pt x="260997" y="16230"/>
                  </a:cubicBezTo>
                  <a:lnTo>
                    <a:pt x="78117" y="190537"/>
                  </a:lnTo>
                  <a:cubicBezTo>
                    <a:pt x="78117" y="190537"/>
                    <a:pt x="60972" y="201967"/>
                    <a:pt x="63829" y="236257"/>
                  </a:cubicBezTo>
                  <a:cubicBezTo>
                    <a:pt x="63829" y="236257"/>
                    <a:pt x="80974" y="269595"/>
                    <a:pt x="59067" y="296265"/>
                  </a:cubicBezTo>
                  <a:lnTo>
                    <a:pt x="16204" y="345795"/>
                  </a:lnTo>
                  <a:cubicBezTo>
                    <a:pt x="16204" y="345795"/>
                    <a:pt x="-2846" y="371512"/>
                    <a:pt x="14299" y="396277"/>
                  </a:cubicBezTo>
                  <a:lnTo>
                    <a:pt x="30492" y="415327"/>
                  </a:lnTo>
                  <a:cubicBezTo>
                    <a:pt x="30492" y="415327"/>
                    <a:pt x="42874" y="431520"/>
                    <a:pt x="75259" y="380085"/>
                  </a:cubicBezTo>
                  <a:lnTo>
                    <a:pt x="297192" y="52425"/>
                  </a:lnTo>
                  <a:cubicBezTo>
                    <a:pt x="297192" y="52425"/>
                    <a:pt x="321004" y="28612"/>
                    <a:pt x="294334" y="11467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23" name="圖片 22">
            <a:extLst>
              <a:ext uri="{FF2B5EF4-FFF2-40B4-BE49-F238E27FC236}">
                <a16:creationId xmlns:a16="http://schemas.microsoft.com/office/drawing/2014/main" id="{984FF9DA-6DA2-2A66-4715-8DCB3B6537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7881"/>
          <a:stretch/>
        </p:blipFill>
        <p:spPr>
          <a:xfrm>
            <a:off x="0" y="18432"/>
            <a:ext cx="3064476" cy="1854618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40306D31-783C-CFBF-EA4C-AA51918F2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58" y="2028506"/>
            <a:ext cx="2426862" cy="2426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4189AE58-591D-3A93-7AC9-3FFFDFE90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7401" y="5338692"/>
            <a:ext cx="1271933" cy="1156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C3330E11-475F-B4BA-A140-99808CBA34DE}"/>
              </a:ext>
            </a:extLst>
          </p:cNvPr>
          <p:cNvSpPr txBox="1"/>
          <p:nvPr/>
        </p:nvSpPr>
        <p:spPr>
          <a:xfrm>
            <a:off x="4487917" y="2642507"/>
            <a:ext cx="7463002" cy="1689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06400" algn="ctr" fontAlgn="base">
              <a:lnSpc>
                <a:spcPct val="150000"/>
              </a:lnSpc>
            </a:pPr>
            <a:r>
              <a:rPr lang="en-US" altLang="zh-TW" sz="2400" b="1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PMingLiU" panose="02020500000000000000" pitchFamily="18" charset="-120"/>
              </a:rPr>
              <a:t>Design and Implementation of an English Learning System Integrating LINE Bot with Large Language Models</a:t>
            </a:r>
            <a:endParaRPr lang="zh-TW" altLang="zh-TW" b="1" dirty="0">
              <a:effectLst/>
              <a:latin typeface="Microsoft JhengHei" panose="020B0604030504040204" pitchFamily="34" charset="-120"/>
              <a:ea typeface="Microsoft JhengHei" panose="020B0604030504040204" pitchFamily="34" charset="-120"/>
              <a:cs typeface="PMingLiU" panose="02020500000000000000" pitchFamily="18" charset="-120"/>
            </a:endParaRPr>
          </a:p>
        </p:txBody>
      </p:sp>
      <p:sp>
        <p:nvSpPr>
          <p:cNvPr id="10" name="Google Shape;184;p29">
            <a:extLst>
              <a:ext uri="{FF2B5EF4-FFF2-40B4-BE49-F238E27FC236}">
                <a16:creationId xmlns:a16="http://schemas.microsoft.com/office/drawing/2014/main" id="{9964DBE5-7F66-C8BA-2650-1125D631C69C}"/>
              </a:ext>
            </a:extLst>
          </p:cNvPr>
          <p:cNvSpPr txBox="1">
            <a:spLocks/>
          </p:cNvSpPr>
          <p:nvPr/>
        </p:nvSpPr>
        <p:spPr>
          <a:xfrm>
            <a:off x="6139667" y="5525003"/>
            <a:ext cx="4584357" cy="943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zh-TW" altLang="en-US" sz="20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國立高雄科技大學 資訊管理學系研究所</a:t>
            </a:r>
            <a:endParaRPr lang="en-US" altLang="zh-TW" sz="2000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zh-TW" altLang="en-US" sz="20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Overpass Light" pitchFamily="34" charset="-120"/>
              </a:rPr>
              <a:t>報告學生：杜宜霖</a:t>
            </a:r>
            <a:endParaRPr lang="en-US" altLang="zh-TW" sz="2000" b="1" dirty="0">
              <a:latin typeface="Microsoft JhengHei" panose="020B0604030504040204" pitchFamily="34" charset="-120"/>
              <a:ea typeface="Microsoft JhengHei" panose="020B0604030504040204" pitchFamily="34" charset="-120"/>
              <a:cs typeface="Overpass Light" pitchFamily="34" charset="-120"/>
            </a:endParaRPr>
          </a:p>
          <a:p>
            <a:r>
              <a:rPr lang="zh-TW" altLang="en-US" sz="20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Overpass Light" pitchFamily="34" charset="-120"/>
              </a:rPr>
              <a:t>指導老師：黃承龍教授</a:t>
            </a:r>
          </a:p>
          <a:p>
            <a:endParaRPr lang="zh-TW" altLang="en-US" sz="2000" b="1" dirty="0">
              <a:latin typeface="Microsoft JhengHei" panose="020B0604030504040204" pitchFamily="34" charset="-120"/>
              <a:ea typeface="Microsoft JhengHei" panose="020B0604030504040204" pitchFamily="34" charset="-120"/>
              <a:cs typeface="Overpass Light" pitchFamily="34" charset="-120"/>
            </a:endParaRPr>
          </a:p>
          <a:p>
            <a:pPr marL="0" indent="0"/>
            <a:endParaRPr lang="zh-TW" altLang="en-US" sz="2000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E0ACDEE-B636-8739-4C5D-3BF891CFF5F0}"/>
              </a:ext>
            </a:extLst>
          </p:cNvPr>
          <p:cNvSpPr txBox="1"/>
          <p:nvPr/>
        </p:nvSpPr>
        <p:spPr>
          <a:xfrm>
            <a:off x="3657600" y="3930134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0" dirty="0">
                <a:effectLst/>
              </a:rPr>
              <a:t> </a:t>
            </a:r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B013109-CF46-BA71-B7CA-E5B5DB97AA5A}"/>
              </a:ext>
            </a:extLst>
          </p:cNvPr>
          <p:cNvSpPr txBox="1"/>
          <p:nvPr/>
        </p:nvSpPr>
        <p:spPr>
          <a:xfrm>
            <a:off x="3657600" y="3930134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0" dirty="0">
                <a:effectLst/>
              </a:rPr>
              <a:t> </a:t>
            </a:r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2"/>
          <p:cNvSpPr txBox="1">
            <a:spLocks noGrp="1"/>
          </p:cNvSpPr>
          <p:nvPr>
            <p:ph type="subTitle" idx="1"/>
          </p:nvPr>
        </p:nvSpPr>
        <p:spPr>
          <a:xfrm>
            <a:off x="7074811" y="6069466"/>
            <a:ext cx="6124354" cy="1617941"/>
          </a:xfrm>
          <a:prstGeom prst="rect">
            <a:avLst/>
          </a:prstGeom>
        </p:spPr>
        <p:txBody>
          <a:bodyPr spcFirstLastPara="1" wrap="square" lIns="146280" tIns="146280" rIns="146280" bIns="146280" anchor="t" anchorCtr="0">
            <a:noAutofit/>
          </a:bodyPr>
          <a:lstStyle/>
          <a:p>
            <a:pPr marL="0" indent="0" algn="l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國立高雄科技大學 資訊管理學系研究所</a:t>
            </a:r>
          </a:p>
          <a:p>
            <a:pPr marL="0" indent="0" algn="l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報告學生：杜宜霖</a:t>
            </a:r>
          </a:p>
          <a:p>
            <a:pPr marL="0" indent="0" algn="l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指導老師：黃承龍教授</a:t>
            </a:r>
          </a:p>
          <a:p>
            <a:pPr marL="0" indent="0" algn="l"/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l"/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602" name="Google Shape;602;p42"/>
          <p:cNvCxnSpPr/>
          <p:nvPr/>
        </p:nvCxnSpPr>
        <p:spPr>
          <a:xfrm>
            <a:off x="1513760" y="5578800"/>
            <a:ext cx="1155888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1B4ED9B3-EB6F-482F-8053-9F2E2A2954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9147" y="6069466"/>
            <a:ext cx="1348166" cy="122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8E9BEDB3-996A-53CA-9878-E84B7955898C}"/>
              </a:ext>
            </a:extLst>
          </p:cNvPr>
          <p:cNvSpPr/>
          <p:nvPr/>
        </p:nvSpPr>
        <p:spPr>
          <a:xfrm>
            <a:off x="2496124" y="143598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altLang="zh-TW" sz="48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Syne Bold" pitchFamily="34" charset="-120"/>
              </a:rPr>
              <a:t>LINE Bot</a:t>
            </a:r>
            <a:r>
              <a:rPr lang="zh-TW" altLang="en-US" sz="48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Syne Bold" pitchFamily="34" charset="-120"/>
              </a:rPr>
              <a:t>結合大型語言模型</a:t>
            </a:r>
            <a:endParaRPr lang="en-US" altLang="zh-TW" sz="4800" b="1" dirty="0">
              <a:latin typeface="Microsoft JhengHei" panose="020B0604030504040204" pitchFamily="34" charset="-120"/>
              <a:ea typeface="Microsoft JhengHei" panose="020B0604030504040204" pitchFamily="34" charset="-120"/>
              <a:cs typeface="Syne Bold" pitchFamily="34" charset="-120"/>
            </a:endParaRPr>
          </a:p>
          <a:p>
            <a:pPr marL="0" indent="0" algn="ctr">
              <a:lnSpc>
                <a:spcPts val="5550"/>
              </a:lnSpc>
              <a:buNone/>
            </a:pPr>
            <a:r>
              <a:rPr lang="zh-TW" altLang="en-US" sz="48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Syne Bold" pitchFamily="34" charset="-120"/>
              </a:rPr>
              <a:t>之英語學習系統設計與實作</a:t>
            </a:r>
            <a:endParaRPr lang="en-US" sz="48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8C0C525-C035-B8BF-E000-3F526A61630A}"/>
              </a:ext>
            </a:extLst>
          </p:cNvPr>
          <p:cNvSpPr txBox="1"/>
          <p:nvPr/>
        </p:nvSpPr>
        <p:spPr>
          <a:xfrm>
            <a:off x="2589543" y="2881046"/>
            <a:ext cx="7463002" cy="1689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06400" algn="ctr" fontAlgn="base">
              <a:lnSpc>
                <a:spcPct val="150000"/>
              </a:lnSpc>
            </a:pPr>
            <a:r>
              <a:rPr lang="en-US" altLang="zh-TW" sz="2400" b="1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PMingLiU" panose="02020500000000000000" pitchFamily="18" charset="-120"/>
              </a:rPr>
              <a:t>Design and Implementation of an English Learning System Integrating LINE Bot with Large Language Models</a:t>
            </a:r>
            <a:endParaRPr lang="zh-TW" altLang="zh-TW" b="1" dirty="0">
              <a:effectLst/>
              <a:latin typeface="Microsoft JhengHei" panose="020B0604030504040204" pitchFamily="34" charset="-120"/>
              <a:ea typeface="Microsoft JhengHei" panose="020B0604030504040204" pitchFamily="34" charset="-120"/>
              <a:cs typeface="PMingLiU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7081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6"/>
          <p:cNvSpPr txBox="1">
            <a:spLocks noGrp="1"/>
          </p:cNvSpPr>
          <p:nvPr>
            <p:ph type="title"/>
          </p:nvPr>
        </p:nvSpPr>
        <p:spPr>
          <a:xfrm>
            <a:off x="4031160" y="2097760"/>
            <a:ext cx="6430560" cy="1885920"/>
          </a:xfrm>
          <a:prstGeom prst="rect">
            <a:avLst/>
          </a:prstGeom>
        </p:spPr>
        <p:txBody>
          <a:bodyPr spcFirstLastPara="1" wrap="square" lIns="146280" tIns="146280" rIns="146280" bIns="146280" anchor="b" anchorCtr="0">
            <a:noAutofit/>
          </a:bodyPr>
          <a:lstStyle/>
          <a:p>
            <a:pPr algn="l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緒論</a:t>
            </a:r>
            <a:endParaRPr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661" name="Google Shape;661;p46"/>
          <p:cNvCxnSpPr/>
          <p:nvPr/>
        </p:nvCxnSpPr>
        <p:spPr>
          <a:xfrm>
            <a:off x="4182677" y="4267262"/>
            <a:ext cx="546288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0" y="407988"/>
            <a:ext cx="3060700" cy="868362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研究背景</a:t>
            </a:r>
            <a:endParaRPr lang="en-US" altLang="zh-TW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>
              <a:buNone/>
            </a:pPr>
            <a:endParaRPr lang="en-US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C8DA546-7637-458F-9AF3-2C3E84329F8E}"/>
              </a:ext>
            </a:extLst>
          </p:cNvPr>
          <p:cNvSpPr txBox="1"/>
          <p:nvPr/>
        </p:nvSpPr>
        <p:spPr>
          <a:xfrm>
            <a:off x="10330966" y="2410234"/>
            <a:ext cx="32584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昂貴的課程形成經濟門檻</a:t>
            </a:r>
            <a:endParaRPr lang="ko-KR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066C953-8E78-4339-99A6-4604FBCACA2A}"/>
              </a:ext>
            </a:extLst>
          </p:cNvPr>
          <p:cNvSpPr txBox="1"/>
          <p:nvPr/>
        </p:nvSpPr>
        <p:spPr>
          <a:xfrm>
            <a:off x="10330966" y="4067557"/>
            <a:ext cx="32584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使用者難以主動學習與自主練習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0C0347D-20FF-4740-A892-8E4532750AF5}"/>
              </a:ext>
            </a:extLst>
          </p:cNvPr>
          <p:cNvSpPr txBox="1"/>
          <p:nvPr/>
        </p:nvSpPr>
        <p:spPr>
          <a:xfrm>
            <a:off x="10330967" y="5724880"/>
            <a:ext cx="30192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師資與個別指導資源不足</a:t>
            </a:r>
            <a:endParaRPr lang="ko-KR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6F70C98-BDC8-4A38-B4DE-48ED99962DE3}"/>
              </a:ext>
            </a:extLst>
          </p:cNvPr>
          <p:cNvSpPr txBox="1"/>
          <p:nvPr/>
        </p:nvSpPr>
        <p:spPr>
          <a:xfrm>
            <a:off x="1041011" y="2410234"/>
            <a:ext cx="3276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缺乏實際操練機會</a:t>
            </a:r>
            <a:endParaRPr lang="ko-KR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2D45F3F-87FE-4526-B027-79FACDAF1C53}"/>
              </a:ext>
            </a:extLst>
          </p:cNvPr>
          <p:cNvSpPr txBox="1"/>
          <p:nvPr/>
        </p:nvSpPr>
        <p:spPr>
          <a:xfrm>
            <a:off x="1041011" y="4067557"/>
            <a:ext cx="3276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學習動機不足</a:t>
            </a:r>
            <a:endParaRPr lang="ko-KR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B3C26FD-598C-4DE1-BBED-92661B32B328}"/>
              </a:ext>
            </a:extLst>
          </p:cNvPr>
          <p:cNvSpPr txBox="1"/>
          <p:nvPr/>
        </p:nvSpPr>
        <p:spPr>
          <a:xfrm>
            <a:off x="1280159" y="5724880"/>
            <a:ext cx="30373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課程內容與</a:t>
            </a:r>
            <a:endParaRPr lang="en-US" altLang="zh-TW" sz="2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學生程度不符</a:t>
            </a:r>
            <a:endParaRPr lang="ko-KR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DCDF7A2C-EEA0-4662-98AD-EE45F7ED54F5}"/>
              </a:ext>
            </a:extLst>
          </p:cNvPr>
          <p:cNvSpPr/>
          <p:nvPr/>
        </p:nvSpPr>
        <p:spPr>
          <a:xfrm>
            <a:off x="9216744" y="2432167"/>
            <a:ext cx="933391" cy="933391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>
            <a:glow rad="76200">
              <a:schemeClr val="bg1">
                <a:alpha val="13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84B5F07D-D028-459B-9B1B-A98877943613}"/>
              </a:ext>
            </a:extLst>
          </p:cNvPr>
          <p:cNvSpPr/>
          <p:nvPr/>
        </p:nvSpPr>
        <p:spPr>
          <a:xfrm>
            <a:off x="9216744" y="4100911"/>
            <a:ext cx="933391" cy="933391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>
            <a:glow rad="76200">
              <a:schemeClr val="bg1">
                <a:alpha val="13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D06D285E-B491-4182-BDED-0DA094A78E24}"/>
              </a:ext>
            </a:extLst>
          </p:cNvPr>
          <p:cNvSpPr/>
          <p:nvPr/>
        </p:nvSpPr>
        <p:spPr>
          <a:xfrm>
            <a:off x="9216744" y="5803623"/>
            <a:ext cx="933391" cy="933391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>
            <a:glow rad="76200">
              <a:schemeClr val="bg1">
                <a:alpha val="13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9C5D670B-8B7D-4FB2-BBA7-F568EB53A013}"/>
              </a:ext>
            </a:extLst>
          </p:cNvPr>
          <p:cNvSpPr/>
          <p:nvPr/>
        </p:nvSpPr>
        <p:spPr>
          <a:xfrm>
            <a:off x="4480267" y="2442137"/>
            <a:ext cx="933391" cy="933391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>
            <a:glow rad="76200">
              <a:schemeClr val="bg1">
                <a:alpha val="13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9639E2A1-D675-41D2-B395-0DD759AE87E8}"/>
              </a:ext>
            </a:extLst>
          </p:cNvPr>
          <p:cNvSpPr/>
          <p:nvPr/>
        </p:nvSpPr>
        <p:spPr>
          <a:xfrm>
            <a:off x="4480267" y="4084008"/>
            <a:ext cx="933391" cy="933391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>
            <a:glow rad="76200">
              <a:schemeClr val="bg1">
                <a:alpha val="13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5EEFF939-6B58-47BF-88B9-ABF1F8F190E8}"/>
              </a:ext>
            </a:extLst>
          </p:cNvPr>
          <p:cNvSpPr/>
          <p:nvPr/>
        </p:nvSpPr>
        <p:spPr>
          <a:xfrm>
            <a:off x="4480267" y="5759842"/>
            <a:ext cx="933391" cy="933391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>
            <a:glow rad="76200">
              <a:schemeClr val="bg1">
                <a:alpha val="13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2475A4E7-78C2-4EDF-A569-D0C9A59B52E3}"/>
              </a:ext>
            </a:extLst>
          </p:cNvPr>
          <p:cNvGrpSpPr/>
          <p:nvPr/>
        </p:nvGrpSpPr>
        <p:grpSpPr>
          <a:xfrm>
            <a:off x="6329434" y="3557426"/>
            <a:ext cx="2003375" cy="2003375"/>
            <a:chOff x="3807530" y="2946763"/>
            <a:chExt cx="1512168" cy="1512168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951407A0-7EC7-47B3-BAA7-1B04BFB1ECD1}"/>
                </a:ext>
              </a:extLst>
            </p:cNvPr>
            <p:cNvSpPr/>
            <p:nvPr/>
          </p:nvSpPr>
          <p:spPr>
            <a:xfrm>
              <a:off x="3897540" y="3036773"/>
              <a:ext cx="1332148" cy="1332148"/>
            </a:xfrm>
            <a:prstGeom prst="ellipse">
              <a:avLst/>
            </a:prstGeom>
            <a:solidFill>
              <a:schemeClr val="accent2"/>
            </a:solidFill>
            <a:ln w="12700">
              <a:noFill/>
            </a:ln>
            <a:effectLst>
              <a:glow rad="76200">
                <a:schemeClr val="bg1">
                  <a:alpha val="13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737E430D-3782-44AD-B3D4-E4AEC4D26D0F}"/>
                </a:ext>
              </a:extLst>
            </p:cNvPr>
            <p:cNvSpPr/>
            <p:nvPr/>
          </p:nvSpPr>
          <p:spPr>
            <a:xfrm>
              <a:off x="3807530" y="2946763"/>
              <a:ext cx="1512168" cy="1512168"/>
            </a:xfrm>
            <a:prstGeom prst="ellipse">
              <a:avLst/>
            </a:prstGeom>
            <a:noFill/>
            <a:ln w="15875">
              <a:solidFill>
                <a:schemeClr val="accent6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C4AF8747-ECF0-4502-B583-F2978D7887B4}"/>
              </a:ext>
            </a:extLst>
          </p:cNvPr>
          <p:cNvCxnSpPr>
            <a:cxnSpLocks/>
            <a:stCxn id="103" idx="6"/>
            <a:endCxn id="108" idx="1"/>
          </p:cNvCxnSpPr>
          <p:nvPr/>
        </p:nvCxnSpPr>
        <p:spPr>
          <a:xfrm>
            <a:off x="5413659" y="2908833"/>
            <a:ext cx="1209163" cy="9419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9AB16BBE-209D-42A4-B442-E35A6CAFEB93}"/>
              </a:ext>
            </a:extLst>
          </p:cNvPr>
          <p:cNvCxnSpPr>
            <a:cxnSpLocks/>
            <a:stCxn id="104" idx="6"/>
            <a:endCxn id="108" idx="2"/>
          </p:cNvCxnSpPr>
          <p:nvPr/>
        </p:nvCxnSpPr>
        <p:spPr>
          <a:xfrm>
            <a:off x="5413659" y="4550701"/>
            <a:ext cx="915775" cy="841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BA780DBB-7D41-4369-A581-1B1D319CB831}"/>
              </a:ext>
            </a:extLst>
          </p:cNvPr>
          <p:cNvCxnSpPr>
            <a:cxnSpLocks/>
            <a:stCxn id="105" idx="6"/>
            <a:endCxn id="108" idx="3"/>
          </p:cNvCxnSpPr>
          <p:nvPr/>
        </p:nvCxnSpPr>
        <p:spPr>
          <a:xfrm flipV="1">
            <a:off x="5413659" y="5267411"/>
            <a:ext cx="1209163" cy="959126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005623FD-3D86-4389-A21A-313DE4B6F4CB}"/>
              </a:ext>
            </a:extLst>
          </p:cNvPr>
          <p:cNvCxnSpPr>
            <a:cxnSpLocks/>
            <a:stCxn id="102" idx="2"/>
            <a:endCxn id="108" idx="5"/>
          </p:cNvCxnSpPr>
          <p:nvPr/>
        </p:nvCxnSpPr>
        <p:spPr>
          <a:xfrm flipH="1" flipV="1">
            <a:off x="8039422" y="5267413"/>
            <a:ext cx="1177322" cy="1002906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F7FA0363-6792-4877-ABD7-6E155E4046E9}"/>
              </a:ext>
            </a:extLst>
          </p:cNvPr>
          <p:cNvCxnSpPr>
            <a:cxnSpLocks/>
            <a:stCxn id="101" idx="2"/>
            <a:endCxn id="108" idx="6"/>
          </p:cNvCxnSpPr>
          <p:nvPr/>
        </p:nvCxnSpPr>
        <p:spPr>
          <a:xfrm flipH="1" flipV="1">
            <a:off x="8332809" y="4559113"/>
            <a:ext cx="883934" cy="849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B2B003FE-1BCF-489C-925C-FAEF86D90179}"/>
              </a:ext>
            </a:extLst>
          </p:cNvPr>
          <p:cNvCxnSpPr>
            <a:cxnSpLocks/>
            <a:stCxn id="100" idx="2"/>
            <a:endCxn id="108" idx="7"/>
          </p:cNvCxnSpPr>
          <p:nvPr/>
        </p:nvCxnSpPr>
        <p:spPr>
          <a:xfrm flipH="1">
            <a:off x="8039422" y="2898861"/>
            <a:ext cx="1177322" cy="95195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F488088D-6AD2-4CFF-84E0-141D83AB67B3}"/>
              </a:ext>
            </a:extLst>
          </p:cNvPr>
          <p:cNvSpPr txBox="1"/>
          <p:nvPr/>
        </p:nvSpPr>
        <p:spPr>
          <a:xfrm>
            <a:off x="6491043" y="4047333"/>
            <a:ext cx="17171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alibri" pitchFamily="34" charset="0"/>
              </a:rPr>
              <a:t>英語學習現況痛點</a:t>
            </a:r>
            <a:endParaRPr lang="ko-KR" altLang="en-US" sz="2800" b="1" dirty="0">
              <a:solidFill>
                <a:schemeClr val="bg1"/>
              </a:solidFill>
              <a:latin typeface="Microsoft JhengHei" panose="020B0604030504040204" pitchFamily="34" charset="-120"/>
              <a:cs typeface="Calibri" pitchFamily="34" charset="0"/>
            </a:endParaRPr>
          </a:p>
        </p:txBody>
      </p:sp>
      <p:sp>
        <p:nvSpPr>
          <p:cNvPr id="119" name="Rectangle 30">
            <a:extLst>
              <a:ext uri="{FF2B5EF4-FFF2-40B4-BE49-F238E27FC236}">
                <a16:creationId xmlns:a16="http://schemas.microsoft.com/office/drawing/2014/main" id="{2A47F3C4-CF8D-45BB-9BC0-8F7F3CA10E3E}"/>
              </a:ext>
            </a:extLst>
          </p:cNvPr>
          <p:cNvSpPr/>
          <p:nvPr/>
        </p:nvSpPr>
        <p:spPr>
          <a:xfrm>
            <a:off x="4771724" y="6036768"/>
            <a:ext cx="380651" cy="379538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3600" dirty="0">
              <a:latin typeface="Microsoft JhengHei" panose="020B0604030504040204" pitchFamily="34" charset="-120"/>
            </a:endParaRPr>
          </a:p>
        </p:txBody>
      </p:sp>
      <p:sp>
        <p:nvSpPr>
          <p:cNvPr id="120" name="Frame 17">
            <a:extLst>
              <a:ext uri="{FF2B5EF4-FFF2-40B4-BE49-F238E27FC236}">
                <a16:creationId xmlns:a16="http://schemas.microsoft.com/office/drawing/2014/main" id="{ADBC3508-69E5-45F6-A48E-9B974B5CEA07}"/>
              </a:ext>
            </a:extLst>
          </p:cNvPr>
          <p:cNvSpPr/>
          <p:nvPr/>
        </p:nvSpPr>
        <p:spPr>
          <a:xfrm>
            <a:off x="4762946" y="2714530"/>
            <a:ext cx="382121" cy="382121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3600" dirty="0">
              <a:solidFill>
                <a:schemeClr val="tx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21" name="Rounded Rectangle 25">
            <a:extLst>
              <a:ext uri="{FF2B5EF4-FFF2-40B4-BE49-F238E27FC236}">
                <a16:creationId xmlns:a16="http://schemas.microsoft.com/office/drawing/2014/main" id="{060F5C2A-47F2-4B69-BBE2-4CE32C45493E}"/>
              </a:ext>
            </a:extLst>
          </p:cNvPr>
          <p:cNvSpPr/>
          <p:nvPr/>
        </p:nvSpPr>
        <p:spPr>
          <a:xfrm>
            <a:off x="9452105" y="2713411"/>
            <a:ext cx="494602" cy="362465"/>
          </a:xfrm>
          <a:custGeom>
            <a:avLst/>
            <a:gdLst/>
            <a:ahLst/>
            <a:cxnLst/>
            <a:rect l="l" t="t" r="r" b="b"/>
            <a:pathLst>
              <a:path w="3248842" h="2380886">
                <a:moveTo>
                  <a:pt x="1194785" y="1472263"/>
                </a:moveTo>
                <a:cubicBezTo>
                  <a:pt x="1150014" y="1472263"/>
                  <a:pt x="1113720" y="1508557"/>
                  <a:pt x="1113720" y="1553328"/>
                </a:cubicBezTo>
                <a:lnTo>
                  <a:pt x="1113720" y="1600880"/>
                </a:lnTo>
                <a:cubicBezTo>
                  <a:pt x="1113720" y="1645651"/>
                  <a:pt x="1150014" y="1681945"/>
                  <a:pt x="1194785" y="1681945"/>
                </a:cubicBezTo>
                <a:lnTo>
                  <a:pt x="2067186" y="1681945"/>
                </a:lnTo>
                <a:cubicBezTo>
                  <a:pt x="2111957" y="1681945"/>
                  <a:pt x="2148251" y="1645651"/>
                  <a:pt x="2148251" y="1600880"/>
                </a:cubicBezTo>
                <a:lnTo>
                  <a:pt x="2148251" y="1553328"/>
                </a:lnTo>
                <a:cubicBezTo>
                  <a:pt x="2148251" y="1508557"/>
                  <a:pt x="2111957" y="1472263"/>
                  <a:pt x="2067186" y="1472263"/>
                </a:cubicBezTo>
                <a:close/>
                <a:moveTo>
                  <a:pt x="2582402" y="986449"/>
                </a:moveTo>
                <a:cubicBezTo>
                  <a:pt x="2477247" y="986449"/>
                  <a:pt x="2392002" y="1071694"/>
                  <a:pt x="2392002" y="1176848"/>
                </a:cubicBezTo>
                <a:cubicBezTo>
                  <a:pt x="2392002" y="1282003"/>
                  <a:pt x="2477247" y="1367248"/>
                  <a:pt x="2582402" y="1367248"/>
                </a:cubicBezTo>
                <a:cubicBezTo>
                  <a:pt x="2687557" y="1367248"/>
                  <a:pt x="2772801" y="1282003"/>
                  <a:pt x="2772801" y="1176848"/>
                </a:cubicBezTo>
                <a:cubicBezTo>
                  <a:pt x="2772801" y="1071694"/>
                  <a:pt x="2687557" y="986449"/>
                  <a:pt x="2582402" y="986449"/>
                </a:cubicBezTo>
                <a:close/>
                <a:moveTo>
                  <a:pt x="679570" y="986449"/>
                </a:moveTo>
                <a:cubicBezTo>
                  <a:pt x="574415" y="986449"/>
                  <a:pt x="489171" y="1071694"/>
                  <a:pt x="489171" y="1176848"/>
                </a:cubicBezTo>
                <a:cubicBezTo>
                  <a:pt x="489171" y="1282003"/>
                  <a:pt x="574415" y="1367248"/>
                  <a:pt x="679570" y="1367248"/>
                </a:cubicBezTo>
                <a:cubicBezTo>
                  <a:pt x="784725" y="1367248"/>
                  <a:pt x="869970" y="1282003"/>
                  <a:pt x="869970" y="1176848"/>
                </a:cubicBezTo>
                <a:cubicBezTo>
                  <a:pt x="869970" y="1071694"/>
                  <a:pt x="784725" y="986449"/>
                  <a:pt x="679570" y="986449"/>
                </a:cubicBezTo>
                <a:close/>
                <a:moveTo>
                  <a:pt x="867954" y="155801"/>
                </a:moveTo>
                <a:lnTo>
                  <a:pt x="726849" y="858549"/>
                </a:lnTo>
                <a:lnTo>
                  <a:pt x="2535122" y="858549"/>
                </a:lnTo>
                <a:lnTo>
                  <a:pt x="2394017" y="155801"/>
                </a:lnTo>
                <a:close/>
                <a:moveTo>
                  <a:pt x="677268" y="0"/>
                </a:moveTo>
                <a:lnTo>
                  <a:pt x="2584703" y="0"/>
                </a:lnTo>
                <a:lnTo>
                  <a:pt x="2736658" y="607820"/>
                </a:lnTo>
                <a:cubicBezTo>
                  <a:pt x="2766265" y="579906"/>
                  <a:pt x="2806392" y="564164"/>
                  <a:pt x="2850195" y="564164"/>
                </a:cubicBezTo>
                <a:lnTo>
                  <a:pt x="3069929" y="564164"/>
                </a:lnTo>
                <a:cubicBezTo>
                  <a:pt x="3168740" y="564164"/>
                  <a:pt x="3248842" y="644266"/>
                  <a:pt x="3248842" y="743077"/>
                </a:cubicBezTo>
                <a:lnTo>
                  <a:pt x="3248842" y="792706"/>
                </a:lnTo>
                <a:cubicBezTo>
                  <a:pt x="3248842" y="891517"/>
                  <a:pt x="3168740" y="971619"/>
                  <a:pt x="3069929" y="971619"/>
                </a:cubicBezTo>
                <a:lnTo>
                  <a:pt x="3054536" y="971619"/>
                </a:lnTo>
                <a:cubicBezTo>
                  <a:pt x="3060628" y="989042"/>
                  <a:pt x="3063411" y="1007758"/>
                  <a:pt x="3063411" y="1027125"/>
                </a:cubicBezTo>
                <a:lnTo>
                  <a:pt x="3063411" y="2015961"/>
                </a:lnTo>
                <a:lnTo>
                  <a:pt x="2889080" y="2015961"/>
                </a:lnTo>
                <a:lnTo>
                  <a:pt x="2889080" y="2260325"/>
                </a:lnTo>
                <a:cubicBezTo>
                  <a:pt x="2889080" y="2326909"/>
                  <a:pt x="2835102" y="2380886"/>
                  <a:pt x="2768518" y="2380886"/>
                </a:cubicBezTo>
                <a:lnTo>
                  <a:pt x="2286284" y="2380886"/>
                </a:lnTo>
                <a:cubicBezTo>
                  <a:pt x="2219700" y="2380886"/>
                  <a:pt x="2165723" y="2326909"/>
                  <a:pt x="2165723" y="2260325"/>
                </a:cubicBezTo>
                <a:lnTo>
                  <a:pt x="2165723" y="2015961"/>
                </a:lnTo>
                <a:lnTo>
                  <a:pt x="1096248" y="2015961"/>
                </a:lnTo>
                <a:lnTo>
                  <a:pt x="1096248" y="2260325"/>
                </a:lnTo>
                <a:cubicBezTo>
                  <a:pt x="1096248" y="2326909"/>
                  <a:pt x="1042270" y="2380886"/>
                  <a:pt x="975686" y="2380886"/>
                </a:cubicBezTo>
                <a:lnTo>
                  <a:pt x="493453" y="2380886"/>
                </a:lnTo>
                <a:cubicBezTo>
                  <a:pt x="426869" y="2380886"/>
                  <a:pt x="372891" y="2326909"/>
                  <a:pt x="372891" y="2260325"/>
                </a:cubicBezTo>
                <a:lnTo>
                  <a:pt x="372891" y="2015961"/>
                </a:lnTo>
                <a:lnTo>
                  <a:pt x="198560" y="2015961"/>
                </a:lnTo>
                <a:lnTo>
                  <a:pt x="198560" y="1027125"/>
                </a:lnTo>
                <a:cubicBezTo>
                  <a:pt x="198560" y="1007758"/>
                  <a:pt x="201343" y="989042"/>
                  <a:pt x="207435" y="971619"/>
                </a:cubicBezTo>
                <a:lnTo>
                  <a:pt x="178913" y="971619"/>
                </a:lnTo>
                <a:cubicBezTo>
                  <a:pt x="80102" y="971619"/>
                  <a:pt x="0" y="891517"/>
                  <a:pt x="0" y="792706"/>
                </a:cubicBezTo>
                <a:lnTo>
                  <a:pt x="0" y="743077"/>
                </a:lnTo>
                <a:cubicBezTo>
                  <a:pt x="0" y="644266"/>
                  <a:pt x="80102" y="564164"/>
                  <a:pt x="178913" y="564164"/>
                </a:cubicBezTo>
                <a:lnTo>
                  <a:pt x="398647" y="564164"/>
                </a:lnTo>
                <a:cubicBezTo>
                  <a:pt x="447310" y="564164"/>
                  <a:pt x="491436" y="583593"/>
                  <a:pt x="523419" y="61539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3600" dirty="0">
              <a:latin typeface="Microsoft JhengHei" panose="020B0604030504040204" pitchFamily="34" charset="-120"/>
            </a:endParaRPr>
          </a:p>
        </p:txBody>
      </p:sp>
      <p:sp>
        <p:nvSpPr>
          <p:cNvPr id="122" name="Donut 39">
            <a:extLst>
              <a:ext uri="{FF2B5EF4-FFF2-40B4-BE49-F238E27FC236}">
                <a16:creationId xmlns:a16="http://schemas.microsoft.com/office/drawing/2014/main" id="{B4EB1CC5-CD98-4F7E-9D0C-8BC16F0B6BC0}"/>
              </a:ext>
            </a:extLst>
          </p:cNvPr>
          <p:cNvSpPr/>
          <p:nvPr/>
        </p:nvSpPr>
        <p:spPr>
          <a:xfrm>
            <a:off x="9446258" y="4333015"/>
            <a:ext cx="489142" cy="48914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152300" y="922782"/>
                </a:moveTo>
                <a:lnTo>
                  <a:pt x="2354400" y="1620000"/>
                </a:lnTo>
                <a:lnTo>
                  <a:pt x="1152300" y="2317218"/>
                </a:lnTo>
                <a:close/>
                <a:moveTo>
                  <a:pt x="1620000" y="342403"/>
                </a:moveTo>
                <a:cubicBezTo>
                  <a:pt x="914403" y="342403"/>
                  <a:pt x="342403" y="914403"/>
                  <a:pt x="342403" y="1620000"/>
                </a:cubicBezTo>
                <a:cubicBezTo>
                  <a:pt x="342403" y="2325597"/>
                  <a:pt x="914403" y="2897597"/>
                  <a:pt x="1620000" y="2897597"/>
                </a:cubicBezTo>
                <a:cubicBezTo>
                  <a:pt x="2325597" y="2897597"/>
                  <a:pt x="2897597" y="2325597"/>
                  <a:pt x="2897597" y="1620000"/>
                </a:cubicBezTo>
                <a:cubicBezTo>
                  <a:pt x="2897597" y="914403"/>
                  <a:pt x="2325597" y="342403"/>
                  <a:pt x="1620000" y="342403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3600" dirty="0">
              <a:solidFill>
                <a:schemeClr val="tx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23" name="Trapezoid 22">
            <a:extLst>
              <a:ext uri="{FF2B5EF4-FFF2-40B4-BE49-F238E27FC236}">
                <a16:creationId xmlns:a16="http://schemas.microsoft.com/office/drawing/2014/main" id="{AEC77BBE-1CB3-428C-BAB7-B807B024431F}"/>
              </a:ext>
            </a:extLst>
          </p:cNvPr>
          <p:cNvSpPr>
            <a:spLocks noChangeAspect="1"/>
          </p:cNvSpPr>
          <p:nvPr/>
        </p:nvSpPr>
        <p:spPr>
          <a:xfrm>
            <a:off x="9429610" y="6133066"/>
            <a:ext cx="539594" cy="274502"/>
          </a:xfrm>
          <a:custGeom>
            <a:avLst/>
            <a:gdLst/>
            <a:ahLst/>
            <a:cxnLst/>
            <a:rect l="l" t="t" r="r" b="b"/>
            <a:pathLst>
              <a:path w="3261500" h="1659188">
                <a:moveTo>
                  <a:pt x="121102" y="1436888"/>
                </a:moveTo>
                <a:lnTo>
                  <a:pt x="3045452" y="1436888"/>
                </a:lnTo>
                <a:cubicBezTo>
                  <a:pt x="3001437" y="1508238"/>
                  <a:pt x="2956882" y="1580993"/>
                  <a:pt x="2918729" y="1659188"/>
                </a:cubicBezTo>
                <a:lnTo>
                  <a:pt x="202648" y="1659188"/>
                </a:lnTo>
                <a:cubicBezTo>
                  <a:pt x="188127" y="1585004"/>
                  <a:pt x="156049" y="1510828"/>
                  <a:pt x="121102" y="1436888"/>
                </a:cubicBezTo>
                <a:close/>
                <a:moveTo>
                  <a:pt x="2814967" y="1119413"/>
                </a:moveTo>
                <a:lnTo>
                  <a:pt x="2814967" y="1227413"/>
                </a:lnTo>
                <a:lnTo>
                  <a:pt x="2922967" y="1227413"/>
                </a:lnTo>
                <a:lnTo>
                  <a:pt x="2922967" y="1119413"/>
                </a:lnTo>
                <a:close/>
                <a:moveTo>
                  <a:pt x="2600074" y="1119413"/>
                </a:moveTo>
                <a:lnTo>
                  <a:pt x="2600074" y="1227413"/>
                </a:lnTo>
                <a:lnTo>
                  <a:pt x="2708074" y="1227413"/>
                </a:lnTo>
                <a:lnTo>
                  <a:pt x="2708074" y="1119413"/>
                </a:lnTo>
                <a:close/>
                <a:moveTo>
                  <a:pt x="2385182" y="1119413"/>
                </a:moveTo>
                <a:lnTo>
                  <a:pt x="2385182" y="1227413"/>
                </a:lnTo>
                <a:lnTo>
                  <a:pt x="2493182" y="1227413"/>
                </a:lnTo>
                <a:lnTo>
                  <a:pt x="2493182" y="1119413"/>
                </a:lnTo>
                <a:close/>
                <a:moveTo>
                  <a:pt x="1716569" y="1119413"/>
                </a:moveTo>
                <a:lnTo>
                  <a:pt x="1716569" y="1227413"/>
                </a:lnTo>
                <a:lnTo>
                  <a:pt x="1824569" y="1227413"/>
                </a:lnTo>
                <a:lnTo>
                  <a:pt x="1824569" y="1119413"/>
                </a:lnTo>
                <a:close/>
                <a:moveTo>
                  <a:pt x="1501676" y="1119413"/>
                </a:moveTo>
                <a:lnTo>
                  <a:pt x="1501676" y="1227413"/>
                </a:lnTo>
                <a:lnTo>
                  <a:pt x="1609676" y="1227413"/>
                </a:lnTo>
                <a:lnTo>
                  <a:pt x="1609676" y="1119413"/>
                </a:lnTo>
                <a:close/>
                <a:moveTo>
                  <a:pt x="1286784" y="1119413"/>
                </a:moveTo>
                <a:lnTo>
                  <a:pt x="1286784" y="1227413"/>
                </a:lnTo>
                <a:lnTo>
                  <a:pt x="1394784" y="1227413"/>
                </a:lnTo>
                <a:lnTo>
                  <a:pt x="1394784" y="1119413"/>
                </a:lnTo>
                <a:close/>
                <a:moveTo>
                  <a:pt x="1071892" y="1119413"/>
                </a:moveTo>
                <a:lnTo>
                  <a:pt x="1071892" y="1227413"/>
                </a:lnTo>
                <a:lnTo>
                  <a:pt x="1179892" y="1227413"/>
                </a:lnTo>
                <a:lnTo>
                  <a:pt x="1179892" y="1119413"/>
                </a:lnTo>
                <a:close/>
                <a:moveTo>
                  <a:pt x="857000" y="1119413"/>
                </a:moveTo>
                <a:lnTo>
                  <a:pt x="857000" y="1227413"/>
                </a:lnTo>
                <a:lnTo>
                  <a:pt x="965000" y="1227413"/>
                </a:lnTo>
                <a:lnTo>
                  <a:pt x="965000" y="1119413"/>
                </a:lnTo>
                <a:close/>
                <a:moveTo>
                  <a:pt x="642108" y="1119413"/>
                </a:moveTo>
                <a:lnTo>
                  <a:pt x="642108" y="1227413"/>
                </a:lnTo>
                <a:lnTo>
                  <a:pt x="750108" y="1227413"/>
                </a:lnTo>
                <a:lnTo>
                  <a:pt x="750108" y="1119413"/>
                </a:lnTo>
                <a:close/>
                <a:moveTo>
                  <a:pt x="427216" y="1119413"/>
                </a:moveTo>
                <a:lnTo>
                  <a:pt x="427216" y="1227413"/>
                </a:lnTo>
                <a:lnTo>
                  <a:pt x="535216" y="1227413"/>
                </a:lnTo>
                <a:lnTo>
                  <a:pt x="535216" y="1119413"/>
                </a:lnTo>
                <a:close/>
                <a:moveTo>
                  <a:pt x="356387" y="794045"/>
                </a:moveTo>
                <a:lnTo>
                  <a:pt x="310667" y="896924"/>
                </a:lnTo>
                <a:lnTo>
                  <a:pt x="2620886" y="908354"/>
                </a:lnTo>
                <a:lnTo>
                  <a:pt x="2540130" y="801665"/>
                </a:lnTo>
                <a:close/>
                <a:moveTo>
                  <a:pt x="382676" y="631248"/>
                </a:moveTo>
                <a:lnTo>
                  <a:pt x="363625" y="730317"/>
                </a:lnTo>
                <a:lnTo>
                  <a:pt x="2492522" y="737937"/>
                </a:lnTo>
                <a:lnTo>
                  <a:pt x="2418771" y="631248"/>
                </a:lnTo>
                <a:close/>
                <a:moveTo>
                  <a:pt x="1756650" y="318899"/>
                </a:moveTo>
                <a:lnTo>
                  <a:pt x="1756650" y="477608"/>
                </a:lnTo>
                <a:lnTo>
                  <a:pt x="1900650" y="477608"/>
                </a:lnTo>
                <a:lnTo>
                  <a:pt x="1900650" y="318899"/>
                </a:lnTo>
                <a:close/>
                <a:moveTo>
                  <a:pt x="1470038" y="318899"/>
                </a:moveTo>
                <a:lnTo>
                  <a:pt x="1470038" y="477608"/>
                </a:lnTo>
                <a:lnTo>
                  <a:pt x="1614038" y="477608"/>
                </a:lnTo>
                <a:lnTo>
                  <a:pt x="1614038" y="318899"/>
                </a:lnTo>
                <a:close/>
                <a:moveTo>
                  <a:pt x="1183427" y="318899"/>
                </a:moveTo>
                <a:lnTo>
                  <a:pt x="1183427" y="477608"/>
                </a:lnTo>
                <a:lnTo>
                  <a:pt x="1327427" y="477608"/>
                </a:lnTo>
                <a:lnTo>
                  <a:pt x="1327427" y="318899"/>
                </a:lnTo>
                <a:close/>
                <a:moveTo>
                  <a:pt x="896816" y="318899"/>
                </a:moveTo>
                <a:lnTo>
                  <a:pt x="896816" y="477608"/>
                </a:lnTo>
                <a:lnTo>
                  <a:pt x="1040816" y="477608"/>
                </a:lnTo>
                <a:lnTo>
                  <a:pt x="1040816" y="318899"/>
                </a:lnTo>
                <a:close/>
                <a:moveTo>
                  <a:pt x="1190618" y="0"/>
                </a:moveTo>
                <a:lnTo>
                  <a:pt x="1271830" y="0"/>
                </a:lnTo>
                <a:lnTo>
                  <a:pt x="1308266" y="193836"/>
                </a:lnTo>
                <a:lnTo>
                  <a:pt x="1977660" y="193836"/>
                </a:lnTo>
                <a:lnTo>
                  <a:pt x="2138144" y="525639"/>
                </a:lnTo>
                <a:lnTo>
                  <a:pt x="2421400" y="525639"/>
                </a:lnTo>
                <a:lnTo>
                  <a:pt x="2750195" y="950920"/>
                </a:lnTo>
                <a:lnTo>
                  <a:pt x="3261500" y="937238"/>
                </a:lnTo>
                <a:cubicBezTo>
                  <a:pt x="3244841" y="1097170"/>
                  <a:pt x="3172191" y="1230845"/>
                  <a:pt x="3089450" y="1364888"/>
                </a:cubicBezTo>
                <a:lnTo>
                  <a:pt x="88044" y="1364888"/>
                </a:lnTo>
                <a:cubicBezTo>
                  <a:pt x="35437" y="1251413"/>
                  <a:pt x="-11245" y="1137942"/>
                  <a:pt x="2399" y="1024450"/>
                </a:cubicBezTo>
                <a:lnTo>
                  <a:pt x="197767" y="1019222"/>
                </a:lnTo>
                <a:lnTo>
                  <a:pt x="321162" y="525639"/>
                </a:lnTo>
                <a:lnTo>
                  <a:pt x="681951" y="525639"/>
                </a:lnTo>
                <a:lnTo>
                  <a:pt x="764901" y="193836"/>
                </a:lnTo>
                <a:lnTo>
                  <a:pt x="930048" y="193836"/>
                </a:lnTo>
                <a:lnTo>
                  <a:pt x="966373" y="588"/>
                </a:lnTo>
                <a:lnTo>
                  <a:pt x="1047585" y="588"/>
                </a:lnTo>
                <a:lnTo>
                  <a:pt x="1083910" y="193836"/>
                </a:lnTo>
                <a:lnTo>
                  <a:pt x="1154183" y="1938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3600" dirty="0">
              <a:latin typeface="Microsoft JhengHei" panose="020B0604030504040204" pitchFamily="34" charset="-120"/>
            </a:endParaRPr>
          </a:p>
        </p:txBody>
      </p:sp>
      <p:sp>
        <p:nvSpPr>
          <p:cNvPr id="124" name="Freeform 53">
            <a:extLst>
              <a:ext uri="{FF2B5EF4-FFF2-40B4-BE49-F238E27FC236}">
                <a16:creationId xmlns:a16="http://schemas.microsoft.com/office/drawing/2014/main" id="{FE07BEE4-0B59-4D06-8B24-FE3D83416B69}"/>
              </a:ext>
            </a:extLst>
          </p:cNvPr>
          <p:cNvSpPr/>
          <p:nvPr/>
        </p:nvSpPr>
        <p:spPr>
          <a:xfrm>
            <a:off x="4742118" y="4344137"/>
            <a:ext cx="459341" cy="470945"/>
          </a:xfrm>
          <a:custGeom>
            <a:avLst/>
            <a:gdLst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38125 w 2305050"/>
              <a:gd name="connsiteY16" fmla="*/ 2171700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60071 w 2305050"/>
              <a:gd name="connsiteY16" fmla="*/ 2087575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96647 w 2305050"/>
              <a:gd name="connsiteY16" fmla="*/ 2094890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81480 w 2305050"/>
              <a:gd name="connsiteY2" fmla="*/ 476174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04671 w 2305050"/>
              <a:gd name="connsiteY2" fmla="*/ 468859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70609 w 2305050"/>
              <a:gd name="connsiteY3" fmla="*/ 649910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82725 w 2305050"/>
              <a:gd name="connsiteY2" fmla="*/ 494463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294077"/>
              <a:gd name="connsiteY0" fmla="*/ 0 h 2363647"/>
              <a:gd name="connsiteX1" fmla="*/ 760552 w 2294077"/>
              <a:gd name="connsiteY1" fmla="*/ 572947 h 2363647"/>
              <a:gd name="connsiteX2" fmla="*/ 2030273 w 2294077"/>
              <a:gd name="connsiteY2" fmla="*/ 509092 h 2363647"/>
              <a:gd name="connsiteX3" fmla="*/ 2285239 w 2294077"/>
              <a:gd name="connsiteY3" fmla="*/ 657224 h 2363647"/>
              <a:gd name="connsiteX4" fmla="*/ 1132027 w 2294077"/>
              <a:gd name="connsiteY4" fmla="*/ 1020622 h 2363647"/>
              <a:gd name="connsiteX5" fmla="*/ 1617802 w 2294077"/>
              <a:gd name="connsiteY5" fmla="*/ 1544497 h 2363647"/>
              <a:gd name="connsiteX6" fmla="*/ 2065477 w 2294077"/>
              <a:gd name="connsiteY6" fmla="*/ 1544497 h 2363647"/>
              <a:gd name="connsiteX7" fmla="*/ 2294077 w 2294077"/>
              <a:gd name="connsiteY7" fmla="*/ 1734997 h 2363647"/>
              <a:gd name="connsiteX8" fmla="*/ 1827352 w 2294077"/>
              <a:gd name="connsiteY8" fmla="*/ 1868347 h 2363647"/>
              <a:gd name="connsiteX9" fmla="*/ 1998802 w 2294077"/>
              <a:gd name="connsiteY9" fmla="*/ 2115997 h 2363647"/>
              <a:gd name="connsiteX10" fmla="*/ 1722577 w 2294077"/>
              <a:gd name="connsiteY10" fmla="*/ 1982647 h 2363647"/>
              <a:gd name="connsiteX11" fmla="*/ 1532077 w 2294077"/>
              <a:gd name="connsiteY11" fmla="*/ 2363647 h 2363647"/>
              <a:gd name="connsiteX12" fmla="*/ 1303477 w 2294077"/>
              <a:gd name="connsiteY12" fmla="*/ 2144572 h 2363647"/>
              <a:gd name="connsiteX13" fmla="*/ 1436827 w 2294077"/>
              <a:gd name="connsiteY13" fmla="*/ 1782622 h 2363647"/>
              <a:gd name="connsiteX14" fmla="*/ 912952 w 2294077"/>
              <a:gd name="connsiteY14" fmla="*/ 1201597 h 2363647"/>
              <a:gd name="connsiteX15" fmla="*/ 403784 w 2294077"/>
              <a:gd name="connsiteY15" fmla="*/ 2316707 h 2363647"/>
              <a:gd name="connsiteX16" fmla="*/ 282017 w 2294077"/>
              <a:gd name="connsiteY16" fmla="*/ 2047340 h 2363647"/>
              <a:gd name="connsiteX17" fmla="*/ 509244 w 2294077"/>
              <a:gd name="connsiteY17" fmla="*/ 761923 h 2363647"/>
              <a:gd name="connsiteX18" fmla="*/ 0 w 2294077"/>
              <a:gd name="connsiteY18" fmla="*/ 0 h 2363647"/>
              <a:gd name="connsiteX0" fmla="*/ 6569 w 2300646"/>
              <a:gd name="connsiteY0" fmla="*/ 0 h 2363647"/>
              <a:gd name="connsiteX1" fmla="*/ 767121 w 2300646"/>
              <a:gd name="connsiteY1" fmla="*/ 572947 h 2363647"/>
              <a:gd name="connsiteX2" fmla="*/ 2036842 w 2300646"/>
              <a:gd name="connsiteY2" fmla="*/ 509092 h 2363647"/>
              <a:gd name="connsiteX3" fmla="*/ 2291808 w 2300646"/>
              <a:gd name="connsiteY3" fmla="*/ 657224 h 2363647"/>
              <a:gd name="connsiteX4" fmla="*/ 1138596 w 2300646"/>
              <a:gd name="connsiteY4" fmla="*/ 1020622 h 2363647"/>
              <a:gd name="connsiteX5" fmla="*/ 1624371 w 2300646"/>
              <a:gd name="connsiteY5" fmla="*/ 1544497 h 2363647"/>
              <a:gd name="connsiteX6" fmla="*/ 2072046 w 2300646"/>
              <a:gd name="connsiteY6" fmla="*/ 1544497 h 2363647"/>
              <a:gd name="connsiteX7" fmla="*/ 2300646 w 2300646"/>
              <a:gd name="connsiteY7" fmla="*/ 1734997 h 2363647"/>
              <a:gd name="connsiteX8" fmla="*/ 1833921 w 2300646"/>
              <a:gd name="connsiteY8" fmla="*/ 1868347 h 2363647"/>
              <a:gd name="connsiteX9" fmla="*/ 2005371 w 2300646"/>
              <a:gd name="connsiteY9" fmla="*/ 2115997 h 2363647"/>
              <a:gd name="connsiteX10" fmla="*/ 1729146 w 2300646"/>
              <a:gd name="connsiteY10" fmla="*/ 1982647 h 2363647"/>
              <a:gd name="connsiteX11" fmla="*/ 1538646 w 2300646"/>
              <a:gd name="connsiteY11" fmla="*/ 2363647 h 2363647"/>
              <a:gd name="connsiteX12" fmla="*/ 1310046 w 2300646"/>
              <a:gd name="connsiteY12" fmla="*/ 2144572 h 2363647"/>
              <a:gd name="connsiteX13" fmla="*/ 1443396 w 2300646"/>
              <a:gd name="connsiteY13" fmla="*/ 1782622 h 2363647"/>
              <a:gd name="connsiteX14" fmla="*/ 919521 w 2300646"/>
              <a:gd name="connsiteY14" fmla="*/ 1201597 h 2363647"/>
              <a:gd name="connsiteX15" fmla="*/ 410353 w 2300646"/>
              <a:gd name="connsiteY15" fmla="*/ 2316707 h 2363647"/>
              <a:gd name="connsiteX16" fmla="*/ 288586 w 2300646"/>
              <a:gd name="connsiteY16" fmla="*/ 2047340 h 2363647"/>
              <a:gd name="connsiteX17" fmla="*/ 515813 w 2300646"/>
              <a:gd name="connsiteY17" fmla="*/ 761923 h 2363647"/>
              <a:gd name="connsiteX18" fmla="*/ 6569 w 2300646"/>
              <a:gd name="connsiteY18" fmla="*/ 0 h 2363647"/>
              <a:gd name="connsiteX0" fmla="*/ 6569 w 2300646"/>
              <a:gd name="connsiteY0" fmla="*/ 5505 h 2369152"/>
              <a:gd name="connsiteX1" fmla="*/ 767121 w 2300646"/>
              <a:gd name="connsiteY1" fmla="*/ 578452 h 2369152"/>
              <a:gd name="connsiteX2" fmla="*/ 2036842 w 2300646"/>
              <a:gd name="connsiteY2" fmla="*/ 514597 h 2369152"/>
              <a:gd name="connsiteX3" fmla="*/ 2291808 w 2300646"/>
              <a:gd name="connsiteY3" fmla="*/ 662729 h 2369152"/>
              <a:gd name="connsiteX4" fmla="*/ 1138596 w 2300646"/>
              <a:gd name="connsiteY4" fmla="*/ 1026127 h 2369152"/>
              <a:gd name="connsiteX5" fmla="*/ 1624371 w 2300646"/>
              <a:gd name="connsiteY5" fmla="*/ 1550002 h 2369152"/>
              <a:gd name="connsiteX6" fmla="*/ 2072046 w 2300646"/>
              <a:gd name="connsiteY6" fmla="*/ 1550002 h 2369152"/>
              <a:gd name="connsiteX7" fmla="*/ 2300646 w 2300646"/>
              <a:gd name="connsiteY7" fmla="*/ 1740502 h 2369152"/>
              <a:gd name="connsiteX8" fmla="*/ 1833921 w 2300646"/>
              <a:gd name="connsiteY8" fmla="*/ 1873852 h 2369152"/>
              <a:gd name="connsiteX9" fmla="*/ 2005371 w 2300646"/>
              <a:gd name="connsiteY9" fmla="*/ 2121502 h 2369152"/>
              <a:gd name="connsiteX10" fmla="*/ 1729146 w 2300646"/>
              <a:gd name="connsiteY10" fmla="*/ 1988152 h 2369152"/>
              <a:gd name="connsiteX11" fmla="*/ 1538646 w 2300646"/>
              <a:gd name="connsiteY11" fmla="*/ 2369152 h 2369152"/>
              <a:gd name="connsiteX12" fmla="*/ 1310046 w 2300646"/>
              <a:gd name="connsiteY12" fmla="*/ 2150077 h 2369152"/>
              <a:gd name="connsiteX13" fmla="*/ 1443396 w 2300646"/>
              <a:gd name="connsiteY13" fmla="*/ 1788127 h 2369152"/>
              <a:gd name="connsiteX14" fmla="*/ 919521 w 2300646"/>
              <a:gd name="connsiteY14" fmla="*/ 1207102 h 2369152"/>
              <a:gd name="connsiteX15" fmla="*/ 410353 w 2300646"/>
              <a:gd name="connsiteY15" fmla="*/ 2322212 h 2369152"/>
              <a:gd name="connsiteX16" fmla="*/ 288586 w 2300646"/>
              <a:gd name="connsiteY16" fmla="*/ 2052845 h 2369152"/>
              <a:gd name="connsiteX17" fmla="*/ 515813 w 2300646"/>
              <a:gd name="connsiteY17" fmla="*/ 767428 h 2369152"/>
              <a:gd name="connsiteX18" fmla="*/ 6569 w 2300646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43194 w 2305244"/>
              <a:gd name="connsiteY4" fmla="*/ 1026127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24119 w 2305244"/>
              <a:gd name="connsiteY14" fmla="*/ 1207102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43194 w 2305244"/>
              <a:gd name="connsiteY4" fmla="*/ 1026127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185156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06618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185156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06618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898516 w 2305244"/>
              <a:gd name="connsiteY14" fmla="*/ 1196129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898516 w 2305244"/>
              <a:gd name="connsiteY14" fmla="*/ 1196129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73597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513830 w 2305244"/>
              <a:gd name="connsiteY13" fmla="*/ 1784469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50914 w 2305244"/>
              <a:gd name="connsiteY5" fmla="*/ 1597551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76517 w 2305244"/>
              <a:gd name="connsiteY5" fmla="*/ 1608523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76517 w 2305244"/>
              <a:gd name="connsiteY5" fmla="*/ 1608523 h 2369152"/>
              <a:gd name="connsiteX6" fmla="*/ 2032752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2305244 w 2305244"/>
              <a:gd name="connsiteY0" fmla="*/ 1740502 h 2369152"/>
              <a:gd name="connsiteX1" fmla="*/ 1838519 w 2305244"/>
              <a:gd name="connsiteY1" fmla="*/ 1873852 h 2369152"/>
              <a:gd name="connsiteX2" fmla="*/ 2009969 w 2305244"/>
              <a:gd name="connsiteY2" fmla="*/ 2121502 h 2369152"/>
              <a:gd name="connsiteX3" fmla="*/ 1733744 w 2305244"/>
              <a:gd name="connsiteY3" fmla="*/ 1988152 h 2369152"/>
              <a:gd name="connsiteX4" fmla="*/ 1543244 w 2305244"/>
              <a:gd name="connsiteY4" fmla="*/ 2369152 h 2369152"/>
              <a:gd name="connsiteX5" fmla="*/ 1314644 w 2305244"/>
              <a:gd name="connsiteY5" fmla="*/ 2150077 h 2369152"/>
              <a:gd name="connsiteX6" fmla="*/ 1495542 w 2305244"/>
              <a:gd name="connsiteY6" fmla="*/ 1788127 h 2369152"/>
              <a:gd name="connsiteX7" fmla="*/ 909489 w 2305244"/>
              <a:gd name="connsiteY7" fmla="*/ 1225390 h 2369152"/>
              <a:gd name="connsiteX8" fmla="*/ 414951 w 2305244"/>
              <a:gd name="connsiteY8" fmla="*/ 2322212 h 2369152"/>
              <a:gd name="connsiteX9" fmla="*/ 293184 w 2305244"/>
              <a:gd name="connsiteY9" fmla="*/ 2052845 h 2369152"/>
              <a:gd name="connsiteX10" fmla="*/ 520411 w 2305244"/>
              <a:gd name="connsiteY10" fmla="*/ 767428 h 2369152"/>
              <a:gd name="connsiteX11" fmla="*/ 11167 w 2305244"/>
              <a:gd name="connsiteY11" fmla="*/ 5505 h 2369152"/>
              <a:gd name="connsiteX12" fmla="*/ 771719 w 2305244"/>
              <a:gd name="connsiteY12" fmla="*/ 578452 h 2369152"/>
              <a:gd name="connsiteX13" fmla="*/ 2041440 w 2305244"/>
              <a:gd name="connsiteY13" fmla="*/ 514597 h 2369152"/>
              <a:gd name="connsiteX14" fmla="*/ 2296406 w 2305244"/>
              <a:gd name="connsiteY14" fmla="*/ 662729 h 2369152"/>
              <a:gd name="connsiteX15" fmla="*/ 1124906 w 2305244"/>
              <a:gd name="connsiteY15" fmla="*/ 1004182 h 2369152"/>
              <a:gd name="connsiteX16" fmla="*/ 1676517 w 2305244"/>
              <a:gd name="connsiteY16" fmla="*/ 1608523 h 2369152"/>
              <a:gd name="connsiteX17" fmla="*/ 2124192 w 2305244"/>
              <a:gd name="connsiteY17" fmla="*/ 1641442 h 2369152"/>
              <a:gd name="connsiteX0" fmla="*/ 2305244 w 2305244"/>
              <a:gd name="connsiteY0" fmla="*/ 1740502 h 2369152"/>
              <a:gd name="connsiteX1" fmla="*/ 1838519 w 2305244"/>
              <a:gd name="connsiteY1" fmla="*/ 1873852 h 2369152"/>
              <a:gd name="connsiteX2" fmla="*/ 2009969 w 2305244"/>
              <a:gd name="connsiteY2" fmla="*/ 2121502 h 2369152"/>
              <a:gd name="connsiteX3" fmla="*/ 1733744 w 2305244"/>
              <a:gd name="connsiteY3" fmla="*/ 1988152 h 2369152"/>
              <a:gd name="connsiteX4" fmla="*/ 1543244 w 2305244"/>
              <a:gd name="connsiteY4" fmla="*/ 2369152 h 2369152"/>
              <a:gd name="connsiteX5" fmla="*/ 1314644 w 2305244"/>
              <a:gd name="connsiteY5" fmla="*/ 2150077 h 2369152"/>
              <a:gd name="connsiteX6" fmla="*/ 1495542 w 2305244"/>
              <a:gd name="connsiteY6" fmla="*/ 1788127 h 2369152"/>
              <a:gd name="connsiteX7" fmla="*/ 909489 w 2305244"/>
              <a:gd name="connsiteY7" fmla="*/ 1225390 h 2369152"/>
              <a:gd name="connsiteX8" fmla="*/ 414951 w 2305244"/>
              <a:gd name="connsiteY8" fmla="*/ 2322212 h 2369152"/>
              <a:gd name="connsiteX9" fmla="*/ 293184 w 2305244"/>
              <a:gd name="connsiteY9" fmla="*/ 2052845 h 2369152"/>
              <a:gd name="connsiteX10" fmla="*/ 520411 w 2305244"/>
              <a:gd name="connsiteY10" fmla="*/ 767428 h 2369152"/>
              <a:gd name="connsiteX11" fmla="*/ 11167 w 2305244"/>
              <a:gd name="connsiteY11" fmla="*/ 5505 h 2369152"/>
              <a:gd name="connsiteX12" fmla="*/ 771719 w 2305244"/>
              <a:gd name="connsiteY12" fmla="*/ 578452 h 2369152"/>
              <a:gd name="connsiteX13" fmla="*/ 2041440 w 2305244"/>
              <a:gd name="connsiteY13" fmla="*/ 514597 h 2369152"/>
              <a:gd name="connsiteX14" fmla="*/ 2296406 w 2305244"/>
              <a:gd name="connsiteY14" fmla="*/ 662729 h 2369152"/>
              <a:gd name="connsiteX15" fmla="*/ 1124906 w 2305244"/>
              <a:gd name="connsiteY15" fmla="*/ 1004182 h 2369152"/>
              <a:gd name="connsiteX16" fmla="*/ 1676517 w 2305244"/>
              <a:gd name="connsiteY16" fmla="*/ 1608523 h 2369152"/>
              <a:gd name="connsiteX17" fmla="*/ 2102246 w 2305244"/>
              <a:gd name="connsiteY17" fmla="*/ 1579262 h 2369152"/>
              <a:gd name="connsiteX0" fmla="*/ 2275983 w 2296406"/>
              <a:gd name="connsiteY0" fmla="*/ 1747817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7707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40502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40502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57695 w 2296406"/>
              <a:gd name="connsiteY0" fmla="*/ 1755133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9145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80482 w 2296406"/>
              <a:gd name="connsiteY5" fmla="*/ 2120816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54521"/>
              <a:gd name="connsiteX1" fmla="*/ 1838519 w 2296406"/>
              <a:gd name="connsiteY1" fmla="*/ 1873852 h 2354521"/>
              <a:gd name="connsiteX2" fmla="*/ 2009969 w 2296406"/>
              <a:gd name="connsiteY2" fmla="*/ 2121502 h 2354521"/>
              <a:gd name="connsiteX3" fmla="*/ 1733744 w 2296406"/>
              <a:gd name="connsiteY3" fmla="*/ 1988152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38519 w 2296406"/>
              <a:gd name="connsiteY1" fmla="*/ 1873852 h 2354521"/>
              <a:gd name="connsiteX2" fmla="*/ 2009969 w 2296406"/>
              <a:gd name="connsiteY2" fmla="*/ 2121502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2009969 w 2296406"/>
              <a:gd name="connsiteY2" fmla="*/ 2121502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91681 w 2296406"/>
              <a:gd name="connsiteY2" fmla="*/ 2136133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2042887 w 2296406"/>
              <a:gd name="connsiteY2" fmla="*/ 2194655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23889 w 2296406"/>
              <a:gd name="connsiteY1" fmla="*/ 183727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27546 w 2296406"/>
              <a:gd name="connsiteY1" fmla="*/ 1826304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80220 w 2296986"/>
              <a:gd name="connsiteY0" fmla="*/ 1747818 h 2354521"/>
              <a:gd name="connsiteX1" fmla="*/ 1828126 w 2296986"/>
              <a:gd name="connsiteY1" fmla="*/ 1826304 h 2354521"/>
              <a:gd name="connsiteX2" fmla="*/ 1955684 w 2296986"/>
              <a:gd name="connsiteY2" fmla="*/ 2095900 h 2354521"/>
              <a:gd name="connsiteX3" fmla="*/ 1683117 w 2296986"/>
              <a:gd name="connsiteY3" fmla="*/ 1962549 h 2354521"/>
              <a:gd name="connsiteX4" fmla="*/ 1529193 w 2296986"/>
              <a:gd name="connsiteY4" fmla="*/ 2354521 h 2354521"/>
              <a:gd name="connsiteX5" fmla="*/ 1381062 w 2296986"/>
              <a:gd name="connsiteY5" fmla="*/ 2120816 h 2354521"/>
              <a:gd name="connsiteX6" fmla="*/ 1496122 w 2296986"/>
              <a:gd name="connsiteY6" fmla="*/ 1788127 h 2354521"/>
              <a:gd name="connsiteX7" fmla="*/ 910069 w 2296986"/>
              <a:gd name="connsiteY7" fmla="*/ 1225390 h 2354521"/>
              <a:gd name="connsiteX8" fmla="*/ 415531 w 2296986"/>
              <a:gd name="connsiteY8" fmla="*/ 2322212 h 2354521"/>
              <a:gd name="connsiteX9" fmla="*/ 293764 w 2296986"/>
              <a:gd name="connsiteY9" fmla="*/ 2052845 h 2354521"/>
              <a:gd name="connsiteX10" fmla="*/ 497994 w 2296986"/>
              <a:gd name="connsiteY10" fmla="*/ 836420 h 2354521"/>
              <a:gd name="connsiteX11" fmla="*/ 11747 w 2296986"/>
              <a:gd name="connsiteY11" fmla="*/ 5505 h 2354521"/>
              <a:gd name="connsiteX12" fmla="*/ 772299 w 2296986"/>
              <a:gd name="connsiteY12" fmla="*/ 578452 h 2354521"/>
              <a:gd name="connsiteX13" fmla="*/ 2042020 w 2296986"/>
              <a:gd name="connsiteY13" fmla="*/ 514597 h 2354521"/>
              <a:gd name="connsiteX14" fmla="*/ 2296986 w 2296986"/>
              <a:gd name="connsiteY14" fmla="*/ 662729 h 2354521"/>
              <a:gd name="connsiteX15" fmla="*/ 1125486 w 2296986"/>
              <a:gd name="connsiteY15" fmla="*/ 1004182 h 2354521"/>
              <a:gd name="connsiteX16" fmla="*/ 1677097 w 2296986"/>
              <a:gd name="connsiteY16" fmla="*/ 1608523 h 2354521"/>
              <a:gd name="connsiteX17" fmla="*/ 2095511 w 2296986"/>
              <a:gd name="connsiteY17" fmla="*/ 1557316 h 2354521"/>
              <a:gd name="connsiteX0" fmla="*/ 2280220 w 2296986"/>
              <a:gd name="connsiteY0" fmla="*/ 1747911 h 2354614"/>
              <a:gd name="connsiteX1" fmla="*/ 1828126 w 2296986"/>
              <a:gd name="connsiteY1" fmla="*/ 1826397 h 2354614"/>
              <a:gd name="connsiteX2" fmla="*/ 1955684 w 2296986"/>
              <a:gd name="connsiteY2" fmla="*/ 2095993 h 2354614"/>
              <a:gd name="connsiteX3" fmla="*/ 1683117 w 2296986"/>
              <a:gd name="connsiteY3" fmla="*/ 1962642 h 2354614"/>
              <a:gd name="connsiteX4" fmla="*/ 1529193 w 2296986"/>
              <a:gd name="connsiteY4" fmla="*/ 2354614 h 2354614"/>
              <a:gd name="connsiteX5" fmla="*/ 1381062 w 2296986"/>
              <a:gd name="connsiteY5" fmla="*/ 2120909 h 2354614"/>
              <a:gd name="connsiteX6" fmla="*/ 1496122 w 2296986"/>
              <a:gd name="connsiteY6" fmla="*/ 1788220 h 2354614"/>
              <a:gd name="connsiteX7" fmla="*/ 910069 w 2296986"/>
              <a:gd name="connsiteY7" fmla="*/ 1225483 h 2354614"/>
              <a:gd name="connsiteX8" fmla="*/ 415531 w 2296986"/>
              <a:gd name="connsiteY8" fmla="*/ 2322305 h 2354614"/>
              <a:gd name="connsiteX9" fmla="*/ 293764 w 2296986"/>
              <a:gd name="connsiteY9" fmla="*/ 2052938 h 2354614"/>
              <a:gd name="connsiteX10" fmla="*/ 497994 w 2296986"/>
              <a:gd name="connsiteY10" fmla="*/ 836513 h 2354614"/>
              <a:gd name="connsiteX11" fmla="*/ 11747 w 2296986"/>
              <a:gd name="connsiteY11" fmla="*/ 5598 h 2354614"/>
              <a:gd name="connsiteX12" fmla="*/ 841291 w 2296986"/>
              <a:gd name="connsiteY12" fmla="*/ 570880 h 2354614"/>
              <a:gd name="connsiteX13" fmla="*/ 2042020 w 2296986"/>
              <a:gd name="connsiteY13" fmla="*/ 514690 h 2354614"/>
              <a:gd name="connsiteX14" fmla="*/ 2296986 w 2296986"/>
              <a:gd name="connsiteY14" fmla="*/ 662822 h 2354614"/>
              <a:gd name="connsiteX15" fmla="*/ 1125486 w 2296986"/>
              <a:gd name="connsiteY15" fmla="*/ 1004275 h 2354614"/>
              <a:gd name="connsiteX16" fmla="*/ 1677097 w 2296986"/>
              <a:gd name="connsiteY16" fmla="*/ 1608616 h 2354614"/>
              <a:gd name="connsiteX17" fmla="*/ 2095511 w 2296986"/>
              <a:gd name="connsiteY17" fmla="*/ 1557409 h 2354614"/>
              <a:gd name="connsiteX0" fmla="*/ 2280220 w 2296986"/>
              <a:gd name="connsiteY0" fmla="*/ 1747911 h 2354614"/>
              <a:gd name="connsiteX1" fmla="*/ 1828126 w 2296986"/>
              <a:gd name="connsiteY1" fmla="*/ 1826397 h 2354614"/>
              <a:gd name="connsiteX2" fmla="*/ 1955684 w 2296986"/>
              <a:gd name="connsiteY2" fmla="*/ 2095993 h 2354614"/>
              <a:gd name="connsiteX3" fmla="*/ 1683117 w 2296986"/>
              <a:gd name="connsiteY3" fmla="*/ 1962642 h 2354614"/>
              <a:gd name="connsiteX4" fmla="*/ 1529193 w 2296986"/>
              <a:gd name="connsiteY4" fmla="*/ 2354614 h 2354614"/>
              <a:gd name="connsiteX5" fmla="*/ 1381062 w 2296986"/>
              <a:gd name="connsiteY5" fmla="*/ 2120909 h 2354614"/>
              <a:gd name="connsiteX6" fmla="*/ 1496122 w 2296986"/>
              <a:gd name="connsiteY6" fmla="*/ 1788220 h 2354614"/>
              <a:gd name="connsiteX7" fmla="*/ 864075 w 2296986"/>
              <a:gd name="connsiteY7" fmla="*/ 1325138 h 2354614"/>
              <a:gd name="connsiteX8" fmla="*/ 415531 w 2296986"/>
              <a:gd name="connsiteY8" fmla="*/ 2322305 h 2354614"/>
              <a:gd name="connsiteX9" fmla="*/ 293764 w 2296986"/>
              <a:gd name="connsiteY9" fmla="*/ 2052938 h 2354614"/>
              <a:gd name="connsiteX10" fmla="*/ 497994 w 2296986"/>
              <a:gd name="connsiteY10" fmla="*/ 836513 h 2354614"/>
              <a:gd name="connsiteX11" fmla="*/ 11747 w 2296986"/>
              <a:gd name="connsiteY11" fmla="*/ 5598 h 2354614"/>
              <a:gd name="connsiteX12" fmla="*/ 841291 w 2296986"/>
              <a:gd name="connsiteY12" fmla="*/ 570880 h 2354614"/>
              <a:gd name="connsiteX13" fmla="*/ 2042020 w 2296986"/>
              <a:gd name="connsiteY13" fmla="*/ 514690 h 2354614"/>
              <a:gd name="connsiteX14" fmla="*/ 2296986 w 2296986"/>
              <a:gd name="connsiteY14" fmla="*/ 662822 h 2354614"/>
              <a:gd name="connsiteX15" fmla="*/ 1125486 w 2296986"/>
              <a:gd name="connsiteY15" fmla="*/ 1004275 h 2354614"/>
              <a:gd name="connsiteX16" fmla="*/ 1677097 w 2296986"/>
              <a:gd name="connsiteY16" fmla="*/ 1608616 h 2354614"/>
              <a:gd name="connsiteX17" fmla="*/ 2095511 w 2296986"/>
              <a:gd name="connsiteY17" fmla="*/ 1557409 h 2354614"/>
              <a:gd name="connsiteX0" fmla="*/ 2280220 w 2296986"/>
              <a:gd name="connsiteY0" fmla="*/ 1747911 h 2354614"/>
              <a:gd name="connsiteX1" fmla="*/ 1828126 w 2296986"/>
              <a:gd name="connsiteY1" fmla="*/ 1826397 h 2354614"/>
              <a:gd name="connsiteX2" fmla="*/ 1955684 w 2296986"/>
              <a:gd name="connsiteY2" fmla="*/ 2095993 h 2354614"/>
              <a:gd name="connsiteX3" fmla="*/ 1683117 w 2296986"/>
              <a:gd name="connsiteY3" fmla="*/ 1962642 h 2354614"/>
              <a:gd name="connsiteX4" fmla="*/ 1529193 w 2296986"/>
              <a:gd name="connsiteY4" fmla="*/ 2354614 h 2354614"/>
              <a:gd name="connsiteX5" fmla="*/ 1381062 w 2296986"/>
              <a:gd name="connsiteY5" fmla="*/ 2120909 h 2354614"/>
              <a:gd name="connsiteX6" fmla="*/ 1496122 w 2296986"/>
              <a:gd name="connsiteY6" fmla="*/ 1788220 h 2354614"/>
              <a:gd name="connsiteX7" fmla="*/ 864075 w 2296986"/>
              <a:gd name="connsiteY7" fmla="*/ 1325138 h 2354614"/>
              <a:gd name="connsiteX8" fmla="*/ 415531 w 2296986"/>
              <a:gd name="connsiteY8" fmla="*/ 2322305 h 2354614"/>
              <a:gd name="connsiteX9" fmla="*/ 293764 w 2296986"/>
              <a:gd name="connsiteY9" fmla="*/ 2052938 h 2354614"/>
              <a:gd name="connsiteX10" fmla="*/ 497994 w 2296986"/>
              <a:gd name="connsiteY10" fmla="*/ 836513 h 2354614"/>
              <a:gd name="connsiteX11" fmla="*/ 11747 w 2296986"/>
              <a:gd name="connsiteY11" fmla="*/ 5598 h 2354614"/>
              <a:gd name="connsiteX12" fmla="*/ 841291 w 2296986"/>
              <a:gd name="connsiteY12" fmla="*/ 570880 h 2354614"/>
              <a:gd name="connsiteX13" fmla="*/ 2042020 w 2296986"/>
              <a:gd name="connsiteY13" fmla="*/ 514690 h 2354614"/>
              <a:gd name="connsiteX14" fmla="*/ 2296986 w 2296986"/>
              <a:gd name="connsiteY14" fmla="*/ 662822 h 2354614"/>
              <a:gd name="connsiteX15" fmla="*/ 1209809 w 2296986"/>
              <a:gd name="connsiteY15" fmla="*/ 996610 h 2354614"/>
              <a:gd name="connsiteX16" fmla="*/ 1677097 w 2296986"/>
              <a:gd name="connsiteY16" fmla="*/ 1608616 h 2354614"/>
              <a:gd name="connsiteX17" fmla="*/ 2095511 w 2296986"/>
              <a:gd name="connsiteY17" fmla="*/ 1557409 h 2354614"/>
              <a:gd name="connsiteX0" fmla="*/ 2279828 w 2296594"/>
              <a:gd name="connsiteY0" fmla="*/ 1747911 h 2354614"/>
              <a:gd name="connsiteX1" fmla="*/ 1827734 w 2296594"/>
              <a:gd name="connsiteY1" fmla="*/ 1826397 h 2354614"/>
              <a:gd name="connsiteX2" fmla="*/ 1955292 w 2296594"/>
              <a:gd name="connsiteY2" fmla="*/ 2095993 h 2354614"/>
              <a:gd name="connsiteX3" fmla="*/ 1682725 w 2296594"/>
              <a:gd name="connsiteY3" fmla="*/ 1962642 h 2354614"/>
              <a:gd name="connsiteX4" fmla="*/ 1528801 w 2296594"/>
              <a:gd name="connsiteY4" fmla="*/ 2354614 h 2354614"/>
              <a:gd name="connsiteX5" fmla="*/ 1380670 w 2296594"/>
              <a:gd name="connsiteY5" fmla="*/ 2120909 h 2354614"/>
              <a:gd name="connsiteX6" fmla="*/ 1495730 w 2296594"/>
              <a:gd name="connsiteY6" fmla="*/ 1788220 h 2354614"/>
              <a:gd name="connsiteX7" fmla="*/ 863683 w 2296594"/>
              <a:gd name="connsiteY7" fmla="*/ 1325138 h 2354614"/>
              <a:gd name="connsiteX8" fmla="*/ 415139 w 2296594"/>
              <a:gd name="connsiteY8" fmla="*/ 2322305 h 2354614"/>
              <a:gd name="connsiteX9" fmla="*/ 293372 w 2296594"/>
              <a:gd name="connsiteY9" fmla="*/ 2052938 h 2354614"/>
              <a:gd name="connsiteX10" fmla="*/ 512934 w 2296594"/>
              <a:gd name="connsiteY10" fmla="*/ 874842 h 2354614"/>
              <a:gd name="connsiteX11" fmla="*/ 11355 w 2296594"/>
              <a:gd name="connsiteY11" fmla="*/ 5598 h 2354614"/>
              <a:gd name="connsiteX12" fmla="*/ 840899 w 2296594"/>
              <a:gd name="connsiteY12" fmla="*/ 570880 h 2354614"/>
              <a:gd name="connsiteX13" fmla="*/ 2041628 w 2296594"/>
              <a:gd name="connsiteY13" fmla="*/ 514690 h 2354614"/>
              <a:gd name="connsiteX14" fmla="*/ 2296594 w 2296594"/>
              <a:gd name="connsiteY14" fmla="*/ 662822 h 2354614"/>
              <a:gd name="connsiteX15" fmla="*/ 1209417 w 2296594"/>
              <a:gd name="connsiteY15" fmla="*/ 996610 h 2354614"/>
              <a:gd name="connsiteX16" fmla="*/ 1676705 w 2296594"/>
              <a:gd name="connsiteY16" fmla="*/ 1608616 h 2354614"/>
              <a:gd name="connsiteX17" fmla="*/ 2095119 w 2296594"/>
              <a:gd name="connsiteY17" fmla="*/ 1557409 h 2354614"/>
              <a:gd name="connsiteX0" fmla="*/ 2279828 w 2296594"/>
              <a:gd name="connsiteY0" fmla="*/ 1747911 h 2354614"/>
              <a:gd name="connsiteX1" fmla="*/ 1827734 w 2296594"/>
              <a:gd name="connsiteY1" fmla="*/ 1826397 h 2354614"/>
              <a:gd name="connsiteX2" fmla="*/ 1955292 w 2296594"/>
              <a:gd name="connsiteY2" fmla="*/ 2095993 h 2354614"/>
              <a:gd name="connsiteX3" fmla="*/ 1682725 w 2296594"/>
              <a:gd name="connsiteY3" fmla="*/ 1962642 h 2354614"/>
              <a:gd name="connsiteX4" fmla="*/ 1528801 w 2296594"/>
              <a:gd name="connsiteY4" fmla="*/ 2354614 h 2354614"/>
              <a:gd name="connsiteX5" fmla="*/ 1380670 w 2296594"/>
              <a:gd name="connsiteY5" fmla="*/ 2120909 h 2354614"/>
              <a:gd name="connsiteX6" fmla="*/ 1495730 w 2296594"/>
              <a:gd name="connsiteY6" fmla="*/ 1788220 h 2354614"/>
              <a:gd name="connsiteX7" fmla="*/ 856016 w 2296594"/>
              <a:gd name="connsiteY7" fmla="*/ 1302141 h 2354614"/>
              <a:gd name="connsiteX8" fmla="*/ 415139 w 2296594"/>
              <a:gd name="connsiteY8" fmla="*/ 2322305 h 2354614"/>
              <a:gd name="connsiteX9" fmla="*/ 293372 w 2296594"/>
              <a:gd name="connsiteY9" fmla="*/ 2052938 h 2354614"/>
              <a:gd name="connsiteX10" fmla="*/ 512934 w 2296594"/>
              <a:gd name="connsiteY10" fmla="*/ 874842 h 2354614"/>
              <a:gd name="connsiteX11" fmla="*/ 11355 w 2296594"/>
              <a:gd name="connsiteY11" fmla="*/ 5598 h 2354614"/>
              <a:gd name="connsiteX12" fmla="*/ 840899 w 2296594"/>
              <a:gd name="connsiteY12" fmla="*/ 570880 h 2354614"/>
              <a:gd name="connsiteX13" fmla="*/ 2041628 w 2296594"/>
              <a:gd name="connsiteY13" fmla="*/ 514690 h 2354614"/>
              <a:gd name="connsiteX14" fmla="*/ 2296594 w 2296594"/>
              <a:gd name="connsiteY14" fmla="*/ 662822 h 2354614"/>
              <a:gd name="connsiteX15" fmla="*/ 1209417 w 2296594"/>
              <a:gd name="connsiteY15" fmla="*/ 996610 h 2354614"/>
              <a:gd name="connsiteX16" fmla="*/ 1676705 w 2296594"/>
              <a:gd name="connsiteY16" fmla="*/ 1608616 h 2354614"/>
              <a:gd name="connsiteX17" fmla="*/ 2095119 w 2296594"/>
              <a:gd name="connsiteY17" fmla="*/ 1557409 h 2354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96594" h="2354614">
                <a:moveTo>
                  <a:pt x="2279828" y="1747911"/>
                </a:moveTo>
                <a:lnTo>
                  <a:pt x="1827734" y="1826397"/>
                </a:lnTo>
                <a:cubicBezTo>
                  <a:pt x="1873911" y="1907728"/>
                  <a:pt x="1985925" y="2047581"/>
                  <a:pt x="1955292" y="2095993"/>
                </a:cubicBezTo>
                <a:cubicBezTo>
                  <a:pt x="1897354" y="2139325"/>
                  <a:pt x="1773581" y="2007092"/>
                  <a:pt x="1682725" y="1962642"/>
                </a:cubicBezTo>
                <a:lnTo>
                  <a:pt x="1528801" y="2354614"/>
                </a:lnTo>
                <a:lnTo>
                  <a:pt x="1380670" y="2120909"/>
                </a:lnTo>
                <a:lnTo>
                  <a:pt x="1495730" y="1788220"/>
                </a:lnTo>
                <a:lnTo>
                  <a:pt x="856016" y="1302141"/>
                </a:lnTo>
                <a:lnTo>
                  <a:pt x="415139" y="2322305"/>
                </a:lnTo>
                <a:lnTo>
                  <a:pt x="293372" y="2052938"/>
                </a:lnTo>
                <a:cubicBezTo>
                  <a:pt x="369114" y="1624466"/>
                  <a:pt x="437192" y="1303314"/>
                  <a:pt x="512934" y="874842"/>
                </a:cubicBezTo>
                <a:cubicBezTo>
                  <a:pt x="317583" y="650129"/>
                  <a:pt x="-71270" y="102295"/>
                  <a:pt x="11355" y="5598"/>
                </a:cubicBezTo>
                <a:cubicBezTo>
                  <a:pt x="111253" y="-52136"/>
                  <a:pt x="623957" y="350637"/>
                  <a:pt x="840899" y="570880"/>
                </a:cubicBezTo>
                <a:lnTo>
                  <a:pt x="2041628" y="514690"/>
                </a:lnTo>
                <a:lnTo>
                  <a:pt x="2296594" y="662822"/>
                </a:lnTo>
                <a:lnTo>
                  <a:pt x="1209417" y="996610"/>
                </a:lnTo>
                <a:lnTo>
                  <a:pt x="1676705" y="1608616"/>
                </a:lnTo>
                <a:cubicBezTo>
                  <a:pt x="1795450" y="1589109"/>
                  <a:pt x="2095119" y="1557409"/>
                  <a:pt x="2095119" y="1557409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3600" dirty="0">
              <a:latin typeface="Microsoft JhengHei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D8B93A3-77B5-2252-5F18-28AE8CA868D4}"/>
              </a:ext>
            </a:extLst>
          </p:cNvPr>
          <p:cNvSpPr txBox="1"/>
          <p:nvPr/>
        </p:nvSpPr>
        <p:spPr>
          <a:xfrm>
            <a:off x="997978" y="1732386"/>
            <a:ext cx="122972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全球化下英語溝通力的重要性</a:t>
            </a:r>
            <a:endParaRPr lang="zh-TW" altLang="en-US" sz="1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69403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D7F5018-5A1B-4348-B4C7-F90DA3E7FB8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73269" y="290338"/>
            <a:ext cx="2940841" cy="950912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研究動機</a:t>
            </a:r>
            <a:endParaRPr lang="en-US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1AF9A27-7FF1-4013-B095-48D090C511C6}"/>
              </a:ext>
            </a:extLst>
          </p:cNvPr>
          <p:cNvGrpSpPr/>
          <p:nvPr/>
        </p:nvGrpSpPr>
        <p:grpSpPr>
          <a:xfrm>
            <a:off x="4489411" y="2116555"/>
            <a:ext cx="5651578" cy="4468602"/>
            <a:chOff x="2228055" y="1971102"/>
            <a:chExt cx="4575969" cy="3618138"/>
          </a:xfrm>
        </p:grpSpPr>
        <p:sp>
          <p:nvSpPr>
            <p:cNvPr id="8" name="Freeform 18">
              <a:extLst>
                <a:ext uri="{FF2B5EF4-FFF2-40B4-BE49-F238E27FC236}">
                  <a16:creationId xmlns:a16="http://schemas.microsoft.com/office/drawing/2014/main" id="{8C2A3CAF-74F9-4B6E-841E-A026F21ACA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8055" y="1971102"/>
              <a:ext cx="3243960" cy="3618138"/>
            </a:xfrm>
            <a:custGeom>
              <a:avLst/>
              <a:gdLst/>
              <a:ahLst/>
              <a:cxnLst/>
              <a:rect l="l" t="t" r="r" b="b"/>
              <a:pathLst>
                <a:path w="3243960" h="3618138">
                  <a:moveTo>
                    <a:pt x="1764407" y="0"/>
                  </a:moveTo>
                  <a:lnTo>
                    <a:pt x="1913381" y="1203"/>
                  </a:lnTo>
                  <a:lnTo>
                    <a:pt x="2053042" y="12022"/>
                  </a:lnTo>
                  <a:lnTo>
                    <a:pt x="2185723" y="30056"/>
                  </a:lnTo>
                  <a:lnTo>
                    <a:pt x="2312583" y="56506"/>
                  </a:lnTo>
                  <a:lnTo>
                    <a:pt x="2433624" y="88967"/>
                  </a:lnTo>
                  <a:lnTo>
                    <a:pt x="2545354" y="131046"/>
                  </a:lnTo>
                  <a:lnTo>
                    <a:pt x="2653593" y="176731"/>
                  </a:lnTo>
                  <a:lnTo>
                    <a:pt x="2752521" y="230833"/>
                  </a:lnTo>
                  <a:lnTo>
                    <a:pt x="2763561" y="238103"/>
                  </a:lnTo>
                  <a:lnTo>
                    <a:pt x="2764776" y="236609"/>
                  </a:lnTo>
                  <a:cubicBezTo>
                    <a:pt x="3318761" y="687035"/>
                    <a:pt x="3404939" y="1500322"/>
                    <a:pt x="2957653" y="2056846"/>
                  </a:cubicBezTo>
                  <a:lnTo>
                    <a:pt x="2794867" y="1926012"/>
                  </a:lnTo>
                  <a:cubicBezTo>
                    <a:pt x="3170184" y="1459033"/>
                    <a:pt x="3097872" y="776605"/>
                    <a:pt x="2633024" y="398652"/>
                  </a:cubicBezTo>
                  <a:lnTo>
                    <a:pt x="2635535" y="395564"/>
                  </a:lnTo>
                  <a:cubicBezTo>
                    <a:pt x="2458856" y="294299"/>
                    <a:pt x="2250796" y="159602"/>
                    <a:pt x="1912553" y="162771"/>
                  </a:cubicBezTo>
                  <a:cubicBezTo>
                    <a:pt x="1018501" y="171149"/>
                    <a:pt x="651082" y="745769"/>
                    <a:pt x="651082" y="1464934"/>
                  </a:cubicBezTo>
                  <a:cubicBezTo>
                    <a:pt x="651082" y="2065638"/>
                    <a:pt x="1045124" y="2571338"/>
                    <a:pt x="1581345" y="2720212"/>
                  </a:cubicBezTo>
                  <a:cubicBezTo>
                    <a:pt x="2189761" y="2865156"/>
                    <a:pt x="2916596" y="3085457"/>
                    <a:pt x="3019039" y="3381117"/>
                  </a:cubicBezTo>
                  <a:lnTo>
                    <a:pt x="3030682" y="3420409"/>
                  </a:lnTo>
                  <a:lnTo>
                    <a:pt x="3049304" y="3486532"/>
                  </a:lnTo>
                  <a:lnTo>
                    <a:pt x="3067926" y="3553859"/>
                  </a:lnTo>
                  <a:lnTo>
                    <a:pt x="3088874" y="3615173"/>
                  </a:lnTo>
                  <a:lnTo>
                    <a:pt x="3090086" y="3618138"/>
                  </a:lnTo>
                  <a:lnTo>
                    <a:pt x="1487028" y="3618138"/>
                  </a:lnTo>
                  <a:lnTo>
                    <a:pt x="1482754" y="3594736"/>
                  </a:lnTo>
                  <a:lnTo>
                    <a:pt x="1471115" y="3529813"/>
                  </a:lnTo>
                  <a:lnTo>
                    <a:pt x="1458312" y="3466094"/>
                  </a:lnTo>
                  <a:lnTo>
                    <a:pt x="1443182" y="3404780"/>
                  </a:lnTo>
                  <a:lnTo>
                    <a:pt x="1428052" y="3345869"/>
                  </a:lnTo>
                  <a:lnTo>
                    <a:pt x="1409430" y="3294173"/>
                  </a:lnTo>
                  <a:lnTo>
                    <a:pt x="1389645" y="3249689"/>
                  </a:lnTo>
                  <a:lnTo>
                    <a:pt x="1368696" y="3214824"/>
                  </a:lnTo>
                  <a:lnTo>
                    <a:pt x="1345419" y="3193183"/>
                  </a:lnTo>
                  <a:lnTo>
                    <a:pt x="1319814" y="3182363"/>
                  </a:lnTo>
                  <a:lnTo>
                    <a:pt x="1290717" y="3177554"/>
                  </a:lnTo>
                  <a:lnTo>
                    <a:pt x="1256965" y="3179958"/>
                  </a:lnTo>
                  <a:lnTo>
                    <a:pt x="1223213" y="3184767"/>
                  </a:lnTo>
                  <a:lnTo>
                    <a:pt x="1191790" y="3193183"/>
                  </a:lnTo>
                  <a:lnTo>
                    <a:pt x="1161529" y="3201598"/>
                  </a:lnTo>
                  <a:lnTo>
                    <a:pt x="1133597" y="3210015"/>
                  </a:lnTo>
                  <a:lnTo>
                    <a:pt x="1112647" y="3217228"/>
                  </a:lnTo>
                  <a:lnTo>
                    <a:pt x="1062602" y="3234059"/>
                  </a:lnTo>
                  <a:lnTo>
                    <a:pt x="1005573" y="3249689"/>
                  </a:lnTo>
                  <a:lnTo>
                    <a:pt x="941560" y="3262914"/>
                  </a:lnTo>
                  <a:lnTo>
                    <a:pt x="874056" y="3271330"/>
                  </a:lnTo>
                  <a:lnTo>
                    <a:pt x="806552" y="3278543"/>
                  </a:lnTo>
                  <a:lnTo>
                    <a:pt x="737886" y="3280948"/>
                  </a:lnTo>
                  <a:lnTo>
                    <a:pt x="672709" y="3276139"/>
                  </a:lnTo>
                  <a:lnTo>
                    <a:pt x="611025" y="3265318"/>
                  </a:lnTo>
                  <a:lnTo>
                    <a:pt x="577273" y="3256902"/>
                  </a:lnTo>
                  <a:lnTo>
                    <a:pt x="543521" y="3241274"/>
                  </a:lnTo>
                  <a:lnTo>
                    <a:pt x="509769" y="3223240"/>
                  </a:lnTo>
                  <a:lnTo>
                    <a:pt x="480674" y="3201598"/>
                  </a:lnTo>
                  <a:lnTo>
                    <a:pt x="450413" y="3175149"/>
                  </a:lnTo>
                  <a:lnTo>
                    <a:pt x="427136" y="3147498"/>
                  </a:lnTo>
                  <a:lnTo>
                    <a:pt x="410841" y="3112633"/>
                  </a:lnTo>
                  <a:lnTo>
                    <a:pt x="398039" y="3072958"/>
                  </a:lnTo>
                  <a:lnTo>
                    <a:pt x="393384" y="3029676"/>
                  </a:lnTo>
                  <a:lnTo>
                    <a:pt x="398039" y="2981586"/>
                  </a:lnTo>
                  <a:lnTo>
                    <a:pt x="403859" y="2947924"/>
                  </a:lnTo>
                  <a:lnTo>
                    <a:pt x="412006" y="2910653"/>
                  </a:lnTo>
                  <a:lnTo>
                    <a:pt x="421316" y="2872182"/>
                  </a:lnTo>
                  <a:lnTo>
                    <a:pt x="424808" y="2834911"/>
                  </a:lnTo>
                  <a:lnTo>
                    <a:pt x="424808" y="2795237"/>
                  </a:lnTo>
                  <a:lnTo>
                    <a:pt x="414333" y="2760372"/>
                  </a:lnTo>
                  <a:lnTo>
                    <a:pt x="403859" y="2741136"/>
                  </a:lnTo>
                  <a:lnTo>
                    <a:pt x="385236" y="2723102"/>
                  </a:lnTo>
                  <a:lnTo>
                    <a:pt x="365452" y="2709877"/>
                  </a:lnTo>
                  <a:lnTo>
                    <a:pt x="344502" y="2699057"/>
                  </a:lnTo>
                  <a:lnTo>
                    <a:pt x="323552" y="2683427"/>
                  </a:lnTo>
                  <a:lnTo>
                    <a:pt x="307259" y="2666596"/>
                  </a:lnTo>
                  <a:lnTo>
                    <a:pt x="294455" y="2644956"/>
                  </a:lnTo>
                  <a:lnTo>
                    <a:pt x="289800" y="2620911"/>
                  </a:lnTo>
                  <a:lnTo>
                    <a:pt x="292128" y="2596866"/>
                  </a:lnTo>
                  <a:lnTo>
                    <a:pt x="300275" y="2574023"/>
                  </a:lnTo>
                  <a:lnTo>
                    <a:pt x="310750" y="2554786"/>
                  </a:lnTo>
                  <a:lnTo>
                    <a:pt x="317733" y="2535551"/>
                  </a:lnTo>
                  <a:lnTo>
                    <a:pt x="283982" y="2511505"/>
                  </a:lnTo>
                  <a:lnTo>
                    <a:pt x="260703" y="2487461"/>
                  </a:lnTo>
                  <a:lnTo>
                    <a:pt x="247901" y="2463416"/>
                  </a:lnTo>
                  <a:lnTo>
                    <a:pt x="245574" y="2436966"/>
                  </a:lnTo>
                  <a:lnTo>
                    <a:pt x="249066" y="2412922"/>
                  </a:lnTo>
                  <a:lnTo>
                    <a:pt x="258376" y="2386471"/>
                  </a:lnTo>
                  <a:lnTo>
                    <a:pt x="271178" y="2360023"/>
                  </a:lnTo>
                  <a:lnTo>
                    <a:pt x="285145" y="2333572"/>
                  </a:lnTo>
                  <a:lnTo>
                    <a:pt x="297948" y="2305921"/>
                  </a:lnTo>
                  <a:lnTo>
                    <a:pt x="310750" y="2279471"/>
                  </a:lnTo>
                  <a:lnTo>
                    <a:pt x="317733" y="2250617"/>
                  </a:lnTo>
                  <a:lnTo>
                    <a:pt x="294455" y="2228976"/>
                  </a:lnTo>
                  <a:lnTo>
                    <a:pt x="261868" y="2212145"/>
                  </a:lnTo>
                  <a:lnTo>
                    <a:pt x="225789" y="2196515"/>
                  </a:lnTo>
                  <a:lnTo>
                    <a:pt x="188545" y="2183290"/>
                  </a:lnTo>
                  <a:lnTo>
                    <a:pt x="150138" y="2170066"/>
                  </a:lnTo>
                  <a:lnTo>
                    <a:pt x="111731" y="2156841"/>
                  </a:lnTo>
                  <a:lnTo>
                    <a:pt x="75651" y="2141212"/>
                  </a:lnTo>
                  <a:lnTo>
                    <a:pt x="46554" y="2124381"/>
                  </a:lnTo>
                  <a:lnTo>
                    <a:pt x="20950" y="2100335"/>
                  </a:lnTo>
                  <a:lnTo>
                    <a:pt x="5820" y="2071482"/>
                  </a:lnTo>
                  <a:lnTo>
                    <a:pt x="0" y="2041425"/>
                  </a:lnTo>
                  <a:lnTo>
                    <a:pt x="4656" y="2012571"/>
                  </a:lnTo>
                  <a:lnTo>
                    <a:pt x="15130" y="1986122"/>
                  </a:lnTo>
                  <a:lnTo>
                    <a:pt x="31424" y="1964481"/>
                  </a:lnTo>
                  <a:lnTo>
                    <a:pt x="51209" y="1942841"/>
                  </a:lnTo>
                  <a:lnTo>
                    <a:pt x="69831" y="1924807"/>
                  </a:lnTo>
                  <a:lnTo>
                    <a:pt x="84961" y="1910380"/>
                  </a:lnTo>
                  <a:lnTo>
                    <a:pt x="129188" y="1857481"/>
                  </a:lnTo>
                  <a:lnTo>
                    <a:pt x="175742" y="1809391"/>
                  </a:lnTo>
                  <a:lnTo>
                    <a:pt x="222297" y="1761301"/>
                  </a:lnTo>
                  <a:lnTo>
                    <a:pt x="266523" y="1708402"/>
                  </a:lnTo>
                  <a:lnTo>
                    <a:pt x="308423" y="1656704"/>
                  </a:lnTo>
                  <a:lnTo>
                    <a:pt x="346829" y="1597795"/>
                  </a:lnTo>
                  <a:lnTo>
                    <a:pt x="378254" y="1534075"/>
                  </a:lnTo>
                  <a:lnTo>
                    <a:pt x="395711" y="1481176"/>
                  </a:lnTo>
                  <a:lnTo>
                    <a:pt x="401531" y="1429479"/>
                  </a:lnTo>
                  <a:lnTo>
                    <a:pt x="401531" y="1374175"/>
                  </a:lnTo>
                  <a:cubicBezTo>
                    <a:pt x="401143" y="1354538"/>
                    <a:pt x="400754" y="1334901"/>
                    <a:pt x="400367" y="1315264"/>
                  </a:cubicBezTo>
                  <a:lnTo>
                    <a:pt x="398039" y="1256355"/>
                  </a:lnTo>
                  <a:lnTo>
                    <a:pt x="400367" y="1192635"/>
                  </a:lnTo>
                  <a:lnTo>
                    <a:pt x="406186" y="1125309"/>
                  </a:lnTo>
                  <a:lnTo>
                    <a:pt x="471362" y="847589"/>
                  </a:lnTo>
                  <a:lnTo>
                    <a:pt x="512097" y="746600"/>
                  </a:lnTo>
                  <a:lnTo>
                    <a:pt x="560979" y="652824"/>
                  </a:lnTo>
                  <a:lnTo>
                    <a:pt x="618008" y="565059"/>
                  </a:lnTo>
                  <a:lnTo>
                    <a:pt x="683184" y="482103"/>
                  </a:lnTo>
                  <a:lnTo>
                    <a:pt x="755343" y="406361"/>
                  </a:lnTo>
                  <a:lnTo>
                    <a:pt x="833322" y="336631"/>
                  </a:lnTo>
                  <a:lnTo>
                    <a:pt x="918283" y="272912"/>
                  </a:lnTo>
                  <a:lnTo>
                    <a:pt x="1006736" y="216405"/>
                  </a:lnTo>
                  <a:lnTo>
                    <a:pt x="1102172" y="165911"/>
                  </a:lnTo>
                  <a:lnTo>
                    <a:pt x="1199936" y="123832"/>
                  </a:lnTo>
                  <a:lnTo>
                    <a:pt x="1298864" y="86563"/>
                  </a:lnTo>
                  <a:lnTo>
                    <a:pt x="1631727" y="1082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109728" tIns="54864" rIns="109728" bIns="54864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5400" dirty="0">
                <a:latin typeface="Microsoft JhengHei" panose="020B0604030504040204" pitchFamily="34" charset="-120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F7C7035-5F1B-4C77-B730-424AB094F28D}"/>
                </a:ext>
              </a:extLst>
            </p:cNvPr>
            <p:cNvGrpSpPr/>
            <p:nvPr/>
          </p:nvGrpSpPr>
          <p:grpSpPr>
            <a:xfrm>
              <a:off x="4023554" y="4019367"/>
              <a:ext cx="1008112" cy="734938"/>
              <a:chOff x="3509379" y="4293096"/>
              <a:chExt cx="1008112" cy="734938"/>
            </a:xfrm>
          </p:grpSpPr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D01712F7-CEB8-4C93-84DB-52B85B3180E8}"/>
                  </a:ext>
                </a:extLst>
              </p:cNvPr>
              <p:cNvSpPr/>
              <p:nvPr/>
            </p:nvSpPr>
            <p:spPr>
              <a:xfrm>
                <a:off x="3509379" y="4293096"/>
                <a:ext cx="1008112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tx2">
                  <a:lumMod val="5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400">
                  <a:latin typeface="Microsoft JhengHei" panose="020B0604030504040204" pitchFamily="34" charset="-120"/>
                </a:endParaRPr>
              </a:p>
            </p:txBody>
          </p:sp>
          <p:sp>
            <p:nvSpPr>
              <p:cNvPr id="12" name="Rounded Rectangle 13">
                <a:extLst>
                  <a:ext uri="{FF2B5EF4-FFF2-40B4-BE49-F238E27FC236}">
                    <a16:creationId xmlns:a16="http://schemas.microsoft.com/office/drawing/2014/main" id="{B33C049F-3F98-4469-A8A6-833E19324A53}"/>
                  </a:ext>
                </a:extLst>
              </p:cNvPr>
              <p:cNvSpPr/>
              <p:nvPr/>
            </p:nvSpPr>
            <p:spPr>
              <a:xfrm>
                <a:off x="3581435" y="4537695"/>
                <a:ext cx="864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tx2">
                  <a:lumMod val="5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400">
                  <a:latin typeface="Microsoft JhengHei" panose="020B0604030504040204" pitchFamily="34" charset="-120"/>
                </a:endParaRPr>
              </a:p>
            </p:txBody>
          </p:sp>
          <p:sp>
            <p:nvSpPr>
              <p:cNvPr id="13" name="Chord 12">
                <a:extLst>
                  <a:ext uri="{FF2B5EF4-FFF2-40B4-BE49-F238E27FC236}">
                    <a16:creationId xmlns:a16="http://schemas.microsoft.com/office/drawing/2014/main" id="{10043205-493D-4CE9-89E6-B7D715DFAA76}"/>
                  </a:ext>
                </a:extLst>
              </p:cNvPr>
              <p:cNvSpPr/>
              <p:nvPr/>
            </p:nvSpPr>
            <p:spPr>
              <a:xfrm>
                <a:off x="3766973" y="4535109"/>
                <a:ext cx="492925" cy="492925"/>
              </a:xfrm>
              <a:prstGeom prst="chord">
                <a:avLst>
                  <a:gd name="adj1" fmla="val 21471232"/>
                  <a:gd name="adj2" fmla="val 10878117"/>
                </a:avLst>
              </a:prstGeom>
              <a:solidFill>
                <a:schemeClr val="tx2">
                  <a:lumMod val="5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400">
                  <a:latin typeface="Microsoft JhengHei" panose="020B0604030504040204" pitchFamily="34" charset="-120"/>
                </a:endParaRPr>
              </a:p>
            </p:txBody>
          </p:sp>
        </p:grpSp>
        <p:sp>
          <p:nvSpPr>
            <p:cNvPr id="10" name="Freeform 18">
              <a:extLst>
                <a:ext uri="{FF2B5EF4-FFF2-40B4-BE49-F238E27FC236}">
                  <a16:creationId xmlns:a16="http://schemas.microsoft.com/office/drawing/2014/main" id="{76A7136C-8599-42B6-8AEE-EBB40B43FFB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560064" y="1971102"/>
              <a:ext cx="3243960" cy="3618138"/>
            </a:xfrm>
            <a:custGeom>
              <a:avLst/>
              <a:gdLst/>
              <a:ahLst/>
              <a:cxnLst/>
              <a:rect l="l" t="t" r="r" b="b"/>
              <a:pathLst>
                <a:path w="3243960" h="3618138">
                  <a:moveTo>
                    <a:pt x="1764407" y="0"/>
                  </a:moveTo>
                  <a:lnTo>
                    <a:pt x="1631727" y="10821"/>
                  </a:lnTo>
                  <a:lnTo>
                    <a:pt x="1298864" y="86563"/>
                  </a:lnTo>
                  <a:lnTo>
                    <a:pt x="1199936" y="123832"/>
                  </a:lnTo>
                  <a:lnTo>
                    <a:pt x="1102172" y="165911"/>
                  </a:lnTo>
                  <a:lnTo>
                    <a:pt x="1006736" y="216405"/>
                  </a:lnTo>
                  <a:lnTo>
                    <a:pt x="918283" y="272912"/>
                  </a:lnTo>
                  <a:lnTo>
                    <a:pt x="833322" y="336631"/>
                  </a:lnTo>
                  <a:lnTo>
                    <a:pt x="755343" y="406361"/>
                  </a:lnTo>
                  <a:lnTo>
                    <a:pt x="683184" y="482103"/>
                  </a:lnTo>
                  <a:lnTo>
                    <a:pt x="618008" y="565059"/>
                  </a:lnTo>
                  <a:lnTo>
                    <a:pt x="560979" y="652824"/>
                  </a:lnTo>
                  <a:lnTo>
                    <a:pt x="512097" y="746600"/>
                  </a:lnTo>
                  <a:lnTo>
                    <a:pt x="471362" y="847589"/>
                  </a:lnTo>
                  <a:lnTo>
                    <a:pt x="406186" y="1125309"/>
                  </a:lnTo>
                  <a:lnTo>
                    <a:pt x="400367" y="1192635"/>
                  </a:lnTo>
                  <a:lnTo>
                    <a:pt x="398039" y="1256355"/>
                  </a:lnTo>
                  <a:lnTo>
                    <a:pt x="400367" y="1315264"/>
                  </a:lnTo>
                  <a:cubicBezTo>
                    <a:pt x="400754" y="1334901"/>
                    <a:pt x="401143" y="1354538"/>
                    <a:pt x="401531" y="1374175"/>
                  </a:cubicBezTo>
                  <a:lnTo>
                    <a:pt x="401531" y="1429479"/>
                  </a:lnTo>
                  <a:lnTo>
                    <a:pt x="395711" y="1481176"/>
                  </a:lnTo>
                  <a:lnTo>
                    <a:pt x="378254" y="1534075"/>
                  </a:lnTo>
                  <a:lnTo>
                    <a:pt x="346829" y="1597795"/>
                  </a:lnTo>
                  <a:lnTo>
                    <a:pt x="308423" y="1656704"/>
                  </a:lnTo>
                  <a:lnTo>
                    <a:pt x="266523" y="1708402"/>
                  </a:lnTo>
                  <a:lnTo>
                    <a:pt x="222297" y="1761301"/>
                  </a:lnTo>
                  <a:lnTo>
                    <a:pt x="175742" y="1809391"/>
                  </a:lnTo>
                  <a:lnTo>
                    <a:pt x="129188" y="1857481"/>
                  </a:lnTo>
                  <a:lnTo>
                    <a:pt x="84961" y="1910380"/>
                  </a:lnTo>
                  <a:lnTo>
                    <a:pt x="69831" y="1924807"/>
                  </a:lnTo>
                  <a:lnTo>
                    <a:pt x="51209" y="1942841"/>
                  </a:lnTo>
                  <a:lnTo>
                    <a:pt x="31424" y="1964481"/>
                  </a:lnTo>
                  <a:lnTo>
                    <a:pt x="15130" y="1986122"/>
                  </a:lnTo>
                  <a:lnTo>
                    <a:pt x="4656" y="2012571"/>
                  </a:lnTo>
                  <a:lnTo>
                    <a:pt x="0" y="2041425"/>
                  </a:lnTo>
                  <a:lnTo>
                    <a:pt x="5820" y="2071482"/>
                  </a:lnTo>
                  <a:lnTo>
                    <a:pt x="20950" y="2100335"/>
                  </a:lnTo>
                  <a:lnTo>
                    <a:pt x="46554" y="2124381"/>
                  </a:lnTo>
                  <a:lnTo>
                    <a:pt x="75651" y="2141212"/>
                  </a:lnTo>
                  <a:lnTo>
                    <a:pt x="111731" y="2156841"/>
                  </a:lnTo>
                  <a:lnTo>
                    <a:pt x="150138" y="2170066"/>
                  </a:lnTo>
                  <a:lnTo>
                    <a:pt x="188545" y="2183290"/>
                  </a:lnTo>
                  <a:lnTo>
                    <a:pt x="225789" y="2196515"/>
                  </a:lnTo>
                  <a:lnTo>
                    <a:pt x="261868" y="2212145"/>
                  </a:lnTo>
                  <a:lnTo>
                    <a:pt x="294455" y="2228976"/>
                  </a:lnTo>
                  <a:lnTo>
                    <a:pt x="317733" y="2250617"/>
                  </a:lnTo>
                  <a:lnTo>
                    <a:pt x="310750" y="2279471"/>
                  </a:lnTo>
                  <a:lnTo>
                    <a:pt x="297948" y="2305921"/>
                  </a:lnTo>
                  <a:lnTo>
                    <a:pt x="285145" y="2333572"/>
                  </a:lnTo>
                  <a:lnTo>
                    <a:pt x="271178" y="2360023"/>
                  </a:lnTo>
                  <a:lnTo>
                    <a:pt x="258376" y="2386471"/>
                  </a:lnTo>
                  <a:lnTo>
                    <a:pt x="249066" y="2412922"/>
                  </a:lnTo>
                  <a:lnTo>
                    <a:pt x="245574" y="2436966"/>
                  </a:lnTo>
                  <a:lnTo>
                    <a:pt x="247901" y="2463416"/>
                  </a:lnTo>
                  <a:lnTo>
                    <a:pt x="260703" y="2487461"/>
                  </a:lnTo>
                  <a:lnTo>
                    <a:pt x="283982" y="2511505"/>
                  </a:lnTo>
                  <a:lnTo>
                    <a:pt x="317733" y="2535551"/>
                  </a:lnTo>
                  <a:lnTo>
                    <a:pt x="310750" y="2554786"/>
                  </a:lnTo>
                  <a:lnTo>
                    <a:pt x="300275" y="2574023"/>
                  </a:lnTo>
                  <a:lnTo>
                    <a:pt x="292128" y="2596866"/>
                  </a:lnTo>
                  <a:lnTo>
                    <a:pt x="289800" y="2620911"/>
                  </a:lnTo>
                  <a:lnTo>
                    <a:pt x="294455" y="2644956"/>
                  </a:lnTo>
                  <a:lnTo>
                    <a:pt x="307259" y="2666596"/>
                  </a:lnTo>
                  <a:lnTo>
                    <a:pt x="323552" y="2683427"/>
                  </a:lnTo>
                  <a:lnTo>
                    <a:pt x="344502" y="2699057"/>
                  </a:lnTo>
                  <a:lnTo>
                    <a:pt x="365452" y="2709877"/>
                  </a:lnTo>
                  <a:lnTo>
                    <a:pt x="385236" y="2723102"/>
                  </a:lnTo>
                  <a:lnTo>
                    <a:pt x="403859" y="2741136"/>
                  </a:lnTo>
                  <a:lnTo>
                    <a:pt x="414333" y="2760372"/>
                  </a:lnTo>
                  <a:lnTo>
                    <a:pt x="424808" y="2795237"/>
                  </a:lnTo>
                  <a:lnTo>
                    <a:pt x="424808" y="2834911"/>
                  </a:lnTo>
                  <a:lnTo>
                    <a:pt x="421316" y="2872182"/>
                  </a:lnTo>
                  <a:lnTo>
                    <a:pt x="412006" y="2910653"/>
                  </a:lnTo>
                  <a:lnTo>
                    <a:pt x="403859" y="2947924"/>
                  </a:lnTo>
                  <a:lnTo>
                    <a:pt x="398039" y="2981586"/>
                  </a:lnTo>
                  <a:lnTo>
                    <a:pt x="393384" y="3029676"/>
                  </a:lnTo>
                  <a:lnTo>
                    <a:pt x="398039" y="3072958"/>
                  </a:lnTo>
                  <a:lnTo>
                    <a:pt x="410841" y="3112633"/>
                  </a:lnTo>
                  <a:lnTo>
                    <a:pt x="427136" y="3147498"/>
                  </a:lnTo>
                  <a:lnTo>
                    <a:pt x="450413" y="3175149"/>
                  </a:lnTo>
                  <a:lnTo>
                    <a:pt x="480674" y="3201598"/>
                  </a:lnTo>
                  <a:lnTo>
                    <a:pt x="509769" y="3223240"/>
                  </a:lnTo>
                  <a:lnTo>
                    <a:pt x="543521" y="3241274"/>
                  </a:lnTo>
                  <a:lnTo>
                    <a:pt x="577273" y="3256902"/>
                  </a:lnTo>
                  <a:lnTo>
                    <a:pt x="611025" y="3265318"/>
                  </a:lnTo>
                  <a:lnTo>
                    <a:pt x="672709" y="3276139"/>
                  </a:lnTo>
                  <a:lnTo>
                    <a:pt x="737886" y="3280948"/>
                  </a:lnTo>
                  <a:lnTo>
                    <a:pt x="806552" y="3278543"/>
                  </a:lnTo>
                  <a:lnTo>
                    <a:pt x="874056" y="3271330"/>
                  </a:lnTo>
                  <a:lnTo>
                    <a:pt x="941560" y="3262914"/>
                  </a:lnTo>
                  <a:lnTo>
                    <a:pt x="1005573" y="3249689"/>
                  </a:lnTo>
                  <a:lnTo>
                    <a:pt x="1062602" y="3234059"/>
                  </a:lnTo>
                  <a:lnTo>
                    <a:pt x="1112647" y="3217228"/>
                  </a:lnTo>
                  <a:lnTo>
                    <a:pt x="1133597" y="3210015"/>
                  </a:lnTo>
                  <a:lnTo>
                    <a:pt x="1161529" y="3201598"/>
                  </a:lnTo>
                  <a:lnTo>
                    <a:pt x="1191790" y="3193183"/>
                  </a:lnTo>
                  <a:lnTo>
                    <a:pt x="1223213" y="3184767"/>
                  </a:lnTo>
                  <a:lnTo>
                    <a:pt x="1256965" y="3179958"/>
                  </a:lnTo>
                  <a:lnTo>
                    <a:pt x="1290717" y="3177554"/>
                  </a:lnTo>
                  <a:lnTo>
                    <a:pt x="1319814" y="3182363"/>
                  </a:lnTo>
                  <a:lnTo>
                    <a:pt x="1345419" y="3193183"/>
                  </a:lnTo>
                  <a:lnTo>
                    <a:pt x="1368696" y="3214824"/>
                  </a:lnTo>
                  <a:lnTo>
                    <a:pt x="1389645" y="3249689"/>
                  </a:lnTo>
                  <a:lnTo>
                    <a:pt x="1409430" y="3294173"/>
                  </a:lnTo>
                  <a:lnTo>
                    <a:pt x="1428052" y="3345869"/>
                  </a:lnTo>
                  <a:lnTo>
                    <a:pt x="1443182" y="3404780"/>
                  </a:lnTo>
                  <a:lnTo>
                    <a:pt x="1458312" y="3466094"/>
                  </a:lnTo>
                  <a:lnTo>
                    <a:pt x="1471115" y="3529813"/>
                  </a:lnTo>
                  <a:lnTo>
                    <a:pt x="1482754" y="3594736"/>
                  </a:lnTo>
                  <a:lnTo>
                    <a:pt x="1487029" y="3618138"/>
                  </a:lnTo>
                  <a:lnTo>
                    <a:pt x="3090086" y="3618138"/>
                  </a:lnTo>
                  <a:lnTo>
                    <a:pt x="3088874" y="3615173"/>
                  </a:lnTo>
                  <a:lnTo>
                    <a:pt x="3067926" y="3553859"/>
                  </a:lnTo>
                  <a:lnTo>
                    <a:pt x="3049304" y="3486532"/>
                  </a:lnTo>
                  <a:lnTo>
                    <a:pt x="3030682" y="3420409"/>
                  </a:lnTo>
                  <a:lnTo>
                    <a:pt x="3019039" y="3381117"/>
                  </a:lnTo>
                  <a:cubicBezTo>
                    <a:pt x="2916596" y="3085457"/>
                    <a:pt x="2189761" y="2865156"/>
                    <a:pt x="1581345" y="2720212"/>
                  </a:cubicBezTo>
                  <a:cubicBezTo>
                    <a:pt x="1045124" y="2571338"/>
                    <a:pt x="651082" y="2065638"/>
                    <a:pt x="651082" y="1464934"/>
                  </a:cubicBezTo>
                  <a:cubicBezTo>
                    <a:pt x="651082" y="745769"/>
                    <a:pt x="1018501" y="171149"/>
                    <a:pt x="1912553" y="162771"/>
                  </a:cubicBezTo>
                  <a:cubicBezTo>
                    <a:pt x="2250796" y="159602"/>
                    <a:pt x="2458856" y="294299"/>
                    <a:pt x="2635535" y="395564"/>
                  </a:cubicBezTo>
                  <a:lnTo>
                    <a:pt x="2633024" y="398652"/>
                  </a:lnTo>
                  <a:cubicBezTo>
                    <a:pt x="3097872" y="776605"/>
                    <a:pt x="3170184" y="1459033"/>
                    <a:pt x="2794867" y="1926012"/>
                  </a:cubicBezTo>
                  <a:lnTo>
                    <a:pt x="2957653" y="2056846"/>
                  </a:lnTo>
                  <a:cubicBezTo>
                    <a:pt x="3404939" y="1500322"/>
                    <a:pt x="3318761" y="687035"/>
                    <a:pt x="2764776" y="236609"/>
                  </a:cubicBezTo>
                  <a:lnTo>
                    <a:pt x="2763561" y="238103"/>
                  </a:lnTo>
                  <a:lnTo>
                    <a:pt x="2752521" y="230833"/>
                  </a:lnTo>
                  <a:lnTo>
                    <a:pt x="2653593" y="176731"/>
                  </a:lnTo>
                  <a:lnTo>
                    <a:pt x="2545354" y="131046"/>
                  </a:lnTo>
                  <a:lnTo>
                    <a:pt x="2433624" y="88967"/>
                  </a:lnTo>
                  <a:lnTo>
                    <a:pt x="2312583" y="56506"/>
                  </a:lnTo>
                  <a:lnTo>
                    <a:pt x="2185723" y="30056"/>
                  </a:lnTo>
                  <a:lnTo>
                    <a:pt x="2053042" y="12022"/>
                  </a:lnTo>
                  <a:lnTo>
                    <a:pt x="1913381" y="120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109728" tIns="54864" rIns="109728" bIns="54864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5400" dirty="0">
                <a:latin typeface="Microsoft JhengHei" panose="020B0604030504040204" pitchFamily="34" charset="-120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30C10FE5-C25C-48B7-BCFD-76E2C4964244}"/>
              </a:ext>
            </a:extLst>
          </p:cNvPr>
          <p:cNvSpPr txBox="1"/>
          <p:nvPr/>
        </p:nvSpPr>
        <p:spPr>
          <a:xfrm>
            <a:off x="10492744" y="2860845"/>
            <a:ext cx="317334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LINE</a:t>
            </a: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普及率高，若整合英語學習功能，可降低學習門檻。</a:t>
            </a:r>
            <a:endParaRPr lang="en-US" altLang="ko-KR" sz="28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0049849-4849-4F68-BE26-3FB6273CCA28}"/>
              </a:ext>
            </a:extLst>
          </p:cNvPr>
          <p:cNvSpPr/>
          <p:nvPr/>
        </p:nvSpPr>
        <p:spPr>
          <a:xfrm>
            <a:off x="11745484" y="1886793"/>
            <a:ext cx="679430" cy="67943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00">
              <a:solidFill>
                <a:schemeClr val="accent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8" name="Rounded Rectangle 24">
            <a:extLst>
              <a:ext uri="{FF2B5EF4-FFF2-40B4-BE49-F238E27FC236}">
                <a16:creationId xmlns:a16="http://schemas.microsoft.com/office/drawing/2014/main" id="{23FD4401-13CD-470E-895D-436EF44DD147}"/>
              </a:ext>
            </a:extLst>
          </p:cNvPr>
          <p:cNvSpPr/>
          <p:nvPr/>
        </p:nvSpPr>
        <p:spPr>
          <a:xfrm>
            <a:off x="11913955" y="2095570"/>
            <a:ext cx="342487" cy="250320"/>
          </a:xfrm>
          <a:custGeom>
            <a:avLst/>
            <a:gdLst/>
            <a:ahLst/>
            <a:cxnLst/>
            <a:rect l="l" t="t" r="r" b="b"/>
            <a:pathLst>
              <a:path w="3960000" h="3064028">
                <a:moveTo>
                  <a:pt x="1955333" y="1285185"/>
                </a:moveTo>
                <a:cubicBezTo>
                  <a:pt x="2192176" y="1285185"/>
                  <a:pt x="2384176" y="1477185"/>
                  <a:pt x="2384176" y="1714028"/>
                </a:cubicBezTo>
                <a:cubicBezTo>
                  <a:pt x="2384176" y="1950871"/>
                  <a:pt x="2192176" y="2142871"/>
                  <a:pt x="1955333" y="2142871"/>
                </a:cubicBezTo>
                <a:cubicBezTo>
                  <a:pt x="1718490" y="2142871"/>
                  <a:pt x="1526490" y="1950871"/>
                  <a:pt x="1526490" y="1714028"/>
                </a:cubicBezTo>
                <a:cubicBezTo>
                  <a:pt x="1526490" y="1477185"/>
                  <a:pt x="1718490" y="1285185"/>
                  <a:pt x="1955333" y="1285185"/>
                </a:cubicBezTo>
                <a:close/>
                <a:moveTo>
                  <a:pt x="1955333" y="1074136"/>
                </a:moveTo>
                <a:cubicBezTo>
                  <a:pt x="1601930" y="1074136"/>
                  <a:pt x="1315441" y="1360625"/>
                  <a:pt x="1315441" y="1714028"/>
                </a:cubicBezTo>
                <a:cubicBezTo>
                  <a:pt x="1315441" y="2067431"/>
                  <a:pt x="1601930" y="2353920"/>
                  <a:pt x="1955333" y="2353920"/>
                </a:cubicBezTo>
                <a:cubicBezTo>
                  <a:pt x="2308736" y="2353920"/>
                  <a:pt x="2595225" y="2067431"/>
                  <a:pt x="2595225" y="1714028"/>
                </a:cubicBezTo>
                <a:cubicBezTo>
                  <a:pt x="2595225" y="1360625"/>
                  <a:pt x="2308736" y="1074136"/>
                  <a:pt x="1955333" y="1074136"/>
                </a:cubicBezTo>
                <a:close/>
                <a:moveTo>
                  <a:pt x="1955333" y="849503"/>
                </a:moveTo>
                <a:cubicBezTo>
                  <a:pt x="2432797" y="849503"/>
                  <a:pt x="2819858" y="1236564"/>
                  <a:pt x="2819858" y="1714028"/>
                </a:cubicBezTo>
                <a:cubicBezTo>
                  <a:pt x="2819858" y="2191492"/>
                  <a:pt x="2432797" y="2578553"/>
                  <a:pt x="1955333" y="2578553"/>
                </a:cubicBezTo>
                <a:cubicBezTo>
                  <a:pt x="1477869" y="2578553"/>
                  <a:pt x="1090808" y="2191492"/>
                  <a:pt x="1090808" y="1714028"/>
                </a:cubicBezTo>
                <a:cubicBezTo>
                  <a:pt x="1090808" y="1236564"/>
                  <a:pt x="1477869" y="849503"/>
                  <a:pt x="1955333" y="849503"/>
                </a:cubicBezTo>
                <a:close/>
                <a:moveTo>
                  <a:pt x="3253503" y="756254"/>
                </a:moveTo>
                <a:cubicBezTo>
                  <a:pt x="3162525" y="756254"/>
                  <a:pt x="3088773" y="830006"/>
                  <a:pt x="3088773" y="920984"/>
                </a:cubicBezTo>
                <a:cubicBezTo>
                  <a:pt x="3088773" y="1011962"/>
                  <a:pt x="3162525" y="1085714"/>
                  <a:pt x="3253503" y="1085714"/>
                </a:cubicBezTo>
                <a:cubicBezTo>
                  <a:pt x="3344481" y="1085714"/>
                  <a:pt x="3418233" y="1011962"/>
                  <a:pt x="3418233" y="920984"/>
                </a:cubicBezTo>
                <a:cubicBezTo>
                  <a:pt x="3418233" y="830006"/>
                  <a:pt x="3344481" y="756254"/>
                  <a:pt x="3253503" y="756254"/>
                </a:cubicBezTo>
                <a:close/>
                <a:moveTo>
                  <a:pt x="1955333" y="744677"/>
                </a:moveTo>
                <a:cubicBezTo>
                  <a:pt x="1419975" y="744677"/>
                  <a:pt x="985982" y="1178670"/>
                  <a:pt x="985982" y="1714028"/>
                </a:cubicBezTo>
                <a:cubicBezTo>
                  <a:pt x="985982" y="2249386"/>
                  <a:pt x="1419975" y="2683379"/>
                  <a:pt x="1955333" y="2683379"/>
                </a:cubicBezTo>
                <a:cubicBezTo>
                  <a:pt x="2490691" y="2683379"/>
                  <a:pt x="2924684" y="2249386"/>
                  <a:pt x="2924684" y="1714028"/>
                </a:cubicBezTo>
                <a:cubicBezTo>
                  <a:pt x="2924684" y="1178670"/>
                  <a:pt x="2490691" y="744677"/>
                  <a:pt x="1955333" y="744677"/>
                </a:cubicBezTo>
                <a:close/>
                <a:moveTo>
                  <a:pt x="1333922" y="0"/>
                </a:moveTo>
                <a:lnTo>
                  <a:pt x="2626078" y="0"/>
                </a:lnTo>
                <a:lnTo>
                  <a:pt x="2717085" y="364028"/>
                </a:lnTo>
                <a:lnTo>
                  <a:pt x="3699990" y="364028"/>
                </a:lnTo>
                <a:cubicBezTo>
                  <a:pt x="3843590" y="364028"/>
                  <a:pt x="3960000" y="480438"/>
                  <a:pt x="3960000" y="624038"/>
                </a:cubicBezTo>
                <a:lnTo>
                  <a:pt x="3960000" y="2804018"/>
                </a:lnTo>
                <a:cubicBezTo>
                  <a:pt x="3960000" y="2947618"/>
                  <a:pt x="3843590" y="3064028"/>
                  <a:pt x="3699990" y="3064028"/>
                </a:cubicBezTo>
                <a:lnTo>
                  <a:pt x="260010" y="3064028"/>
                </a:lnTo>
                <a:cubicBezTo>
                  <a:pt x="116410" y="3064028"/>
                  <a:pt x="0" y="2947618"/>
                  <a:pt x="0" y="2804018"/>
                </a:cubicBezTo>
                <a:lnTo>
                  <a:pt x="0" y="624038"/>
                </a:lnTo>
                <a:cubicBezTo>
                  <a:pt x="0" y="480438"/>
                  <a:pt x="116410" y="364028"/>
                  <a:pt x="260010" y="364028"/>
                </a:cubicBezTo>
                <a:lnTo>
                  <a:pt x="443165" y="364028"/>
                </a:lnTo>
                <a:lnTo>
                  <a:pt x="443165" y="237982"/>
                </a:lnTo>
                <a:cubicBezTo>
                  <a:pt x="443165" y="195266"/>
                  <a:pt x="477794" y="160637"/>
                  <a:pt x="520510" y="160637"/>
                </a:cubicBezTo>
                <a:lnTo>
                  <a:pt x="1049896" y="160637"/>
                </a:lnTo>
                <a:cubicBezTo>
                  <a:pt x="1092612" y="160637"/>
                  <a:pt x="1127241" y="195266"/>
                  <a:pt x="1127241" y="237982"/>
                </a:cubicBezTo>
                <a:lnTo>
                  <a:pt x="1127241" y="364028"/>
                </a:lnTo>
                <a:lnTo>
                  <a:pt x="1242915" y="36402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5400">
              <a:latin typeface="Microsoft JhengHei" panose="020B0604030504040204" pitchFamily="34" charset="-12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A4AE10-8AB8-4BE7-A803-10C2A433858E}"/>
              </a:ext>
            </a:extLst>
          </p:cNvPr>
          <p:cNvSpPr txBox="1"/>
          <p:nvPr/>
        </p:nvSpPr>
        <p:spPr>
          <a:xfrm>
            <a:off x="10492744" y="5895418"/>
            <a:ext cx="317334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LLM</a:t>
            </a: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與語音技術具備模擬真人互動、提供即時回饋能力。</a:t>
            </a:r>
            <a:endParaRPr lang="en-US" altLang="ko-KR" sz="28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A7A5ADD-8B1C-4FF5-9A49-C4F5B0E8A660}"/>
              </a:ext>
            </a:extLst>
          </p:cNvPr>
          <p:cNvSpPr/>
          <p:nvPr/>
        </p:nvSpPr>
        <p:spPr>
          <a:xfrm>
            <a:off x="11745484" y="4921366"/>
            <a:ext cx="679430" cy="67943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00">
              <a:solidFill>
                <a:schemeClr val="accent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86D4BE-13AF-4987-914A-4CDEFEFCBFD5}"/>
              </a:ext>
            </a:extLst>
          </p:cNvPr>
          <p:cNvSpPr txBox="1"/>
          <p:nvPr/>
        </p:nvSpPr>
        <p:spPr>
          <a:xfrm>
            <a:off x="1008670" y="2871515"/>
            <a:ext cx="31733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科技進展提供模擬語言環境的可能</a:t>
            </a:r>
            <a:endParaRPr lang="en-US" altLang="ko-KR" sz="28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DDB96A4-5224-4635-970A-C297E383EE10}"/>
              </a:ext>
            </a:extLst>
          </p:cNvPr>
          <p:cNvSpPr/>
          <p:nvPr/>
        </p:nvSpPr>
        <p:spPr>
          <a:xfrm>
            <a:off x="2261411" y="1897463"/>
            <a:ext cx="679430" cy="67943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00">
              <a:solidFill>
                <a:schemeClr val="accent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CC97A67-6BCE-4760-9302-D12B978997E0}"/>
              </a:ext>
            </a:extLst>
          </p:cNvPr>
          <p:cNvSpPr txBox="1"/>
          <p:nvPr/>
        </p:nvSpPr>
        <p:spPr>
          <a:xfrm>
            <a:off x="1008670" y="5906090"/>
            <a:ext cx="317334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AI</a:t>
            </a: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技術促進個人化、高的學習模式，有潛力翻轉英語學習。</a:t>
            </a:r>
            <a:endParaRPr lang="en-US" altLang="ko-KR" sz="28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6CF30B0-5494-4834-89D2-62FCB761512B}"/>
              </a:ext>
            </a:extLst>
          </p:cNvPr>
          <p:cNvSpPr/>
          <p:nvPr/>
        </p:nvSpPr>
        <p:spPr>
          <a:xfrm>
            <a:off x="2261411" y="4932037"/>
            <a:ext cx="679430" cy="67943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00">
              <a:solidFill>
                <a:schemeClr val="accent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1" name="Oval 21">
            <a:extLst>
              <a:ext uri="{FF2B5EF4-FFF2-40B4-BE49-F238E27FC236}">
                <a16:creationId xmlns:a16="http://schemas.microsoft.com/office/drawing/2014/main" id="{895FF4DC-99EB-4987-81C5-A50AE7F0EA41}"/>
              </a:ext>
            </a:extLst>
          </p:cNvPr>
          <p:cNvSpPr/>
          <p:nvPr/>
        </p:nvSpPr>
        <p:spPr>
          <a:xfrm rot="20700000">
            <a:off x="2398765" y="5083725"/>
            <a:ext cx="404732" cy="354719"/>
          </a:xfrm>
          <a:custGeom>
            <a:avLst/>
            <a:gdLst/>
            <a:ahLst/>
            <a:cxnLst/>
            <a:rect l="l" t="t" r="r" b="b"/>
            <a:pathLst>
              <a:path w="4088377" h="3321003">
                <a:moveTo>
                  <a:pt x="1365628" y="1622218"/>
                </a:moveTo>
                <a:cubicBezTo>
                  <a:pt x="1121373" y="1556771"/>
                  <a:pt x="870309" y="1701722"/>
                  <a:pt x="804861" y="1945977"/>
                </a:cubicBezTo>
                <a:cubicBezTo>
                  <a:pt x="739413" y="2190232"/>
                  <a:pt x="884365" y="2441296"/>
                  <a:pt x="1128620" y="2506744"/>
                </a:cubicBezTo>
                <a:cubicBezTo>
                  <a:pt x="1372875" y="2572191"/>
                  <a:pt x="1623939" y="2427240"/>
                  <a:pt x="1689387" y="2182985"/>
                </a:cubicBezTo>
                <a:cubicBezTo>
                  <a:pt x="1754835" y="1938730"/>
                  <a:pt x="1609883" y="1687666"/>
                  <a:pt x="1365628" y="1622218"/>
                </a:cubicBezTo>
                <a:close/>
                <a:moveTo>
                  <a:pt x="1447099" y="1318163"/>
                </a:moveTo>
                <a:cubicBezTo>
                  <a:pt x="1859279" y="1428606"/>
                  <a:pt x="2103885" y="1852277"/>
                  <a:pt x="1993442" y="2264456"/>
                </a:cubicBezTo>
                <a:cubicBezTo>
                  <a:pt x="1882999" y="2676636"/>
                  <a:pt x="1459328" y="2921242"/>
                  <a:pt x="1047149" y="2810799"/>
                </a:cubicBezTo>
                <a:cubicBezTo>
                  <a:pt x="634969" y="2700356"/>
                  <a:pt x="390363" y="2276685"/>
                  <a:pt x="500806" y="1864505"/>
                </a:cubicBezTo>
                <a:cubicBezTo>
                  <a:pt x="611249" y="1452326"/>
                  <a:pt x="1034920" y="1207720"/>
                  <a:pt x="1447099" y="1318163"/>
                </a:cubicBezTo>
                <a:close/>
                <a:moveTo>
                  <a:pt x="1476725" y="1207597"/>
                </a:moveTo>
                <a:cubicBezTo>
                  <a:pt x="1003481" y="1080792"/>
                  <a:pt x="517045" y="1361635"/>
                  <a:pt x="390240" y="1834879"/>
                </a:cubicBezTo>
                <a:cubicBezTo>
                  <a:pt x="263435" y="2308124"/>
                  <a:pt x="544279" y="2794559"/>
                  <a:pt x="1017523" y="2921365"/>
                </a:cubicBezTo>
                <a:cubicBezTo>
                  <a:pt x="1490767" y="3048170"/>
                  <a:pt x="1977202" y="2767326"/>
                  <a:pt x="2104008" y="2294082"/>
                </a:cubicBezTo>
                <a:cubicBezTo>
                  <a:pt x="2230813" y="1820838"/>
                  <a:pt x="1949969" y="1334403"/>
                  <a:pt x="1476725" y="1207597"/>
                </a:cubicBezTo>
                <a:close/>
                <a:moveTo>
                  <a:pt x="3290290" y="1590224"/>
                </a:moveTo>
                <a:cubicBezTo>
                  <a:pt x="3269727" y="1586016"/>
                  <a:pt x="3248437" y="1583806"/>
                  <a:pt x="3226630" y="1583806"/>
                </a:cubicBezTo>
                <a:cubicBezTo>
                  <a:pt x="3052179" y="1583806"/>
                  <a:pt x="2910758" y="1725227"/>
                  <a:pt x="2910758" y="1899678"/>
                </a:cubicBezTo>
                <a:cubicBezTo>
                  <a:pt x="2910758" y="2074130"/>
                  <a:pt x="3052179" y="2215551"/>
                  <a:pt x="3226630" y="2215550"/>
                </a:cubicBezTo>
                <a:cubicBezTo>
                  <a:pt x="3401082" y="2215551"/>
                  <a:pt x="3542503" y="2074130"/>
                  <a:pt x="3542502" y="1899678"/>
                </a:cubicBezTo>
                <a:cubicBezTo>
                  <a:pt x="3542503" y="1747033"/>
                  <a:pt x="3434228" y="1619677"/>
                  <a:pt x="3290290" y="1590224"/>
                </a:cubicBezTo>
                <a:close/>
                <a:moveTo>
                  <a:pt x="3334055" y="1377473"/>
                </a:moveTo>
                <a:cubicBezTo>
                  <a:pt x="3576950" y="1427177"/>
                  <a:pt x="3759665" y="1642090"/>
                  <a:pt x="3759665" y="1899678"/>
                </a:cubicBezTo>
                <a:cubicBezTo>
                  <a:pt x="3759665" y="2194064"/>
                  <a:pt x="3521017" y="2432713"/>
                  <a:pt x="3226630" y="2432713"/>
                </a:cubicBezTo>
                <a:cubicBezTo>
                  <a:pt x="2932244" y="2432712"/>
                  <a:pt x="2693596" y="2194065"/>
                  <a:pt x="2693596" y="1899678"/>
                </a:cubicBezTo>
                <a:cubicBezTo>
                  <a:pt x="2693596" y="1605292"/>
                  <a:pt x="2932244" y="1366644"/>
                  <a:pt x="3226630" y="1366644"/>
                </a:cubicBezTo>
                <a:cubicBezTo>
                  <a:pt x="3263429" y="1366644"/>
                  <a:pt x="3299356" y="1370373"/>
                  <a:pt x="3334055" y="1377473"/>
                </a:cubicBezTo>
                <a:close/>
                <a:moveTo>
                  <a:pt x="1391137" y="789478"/>
                </a:moveTo>
                <a:lnTo>
                  <a:pt x="1759910" y="888290"/>
                </a:lnTo>
                <a:lnTo>
                  <a:pt x="1754625" y="1202375"/>
                </a:lnTo>
                <a:lnTo>
                  <a:pt x="1744979" y="1199790"/>
                </a:lnTo>
                <a:cubicBezTo>
                  <a:pt x="1823578" y="1244024"/>
                  <a:pt x="1894617" y="1298265"/>
                  <a:pt x="1954704" y="1362586"/>
                </a:cubicBezTo>
                <a:lnTo>
                  <a:pt x="2234317" y="1293059"/>
                </a:lnTo>
                <a:lnTo>
                  <a:pt x="2413554" y="1630152"/>
                </a:lnTo>
                <a:lnTo>
                  <a:pt x="2214321" y="1809770"/>
                </a:lnTo>
                <a:cubicBezTo>
                  <a:pt x="2239296" y="1900740"/>
                  <a:pt x="2251067" y="1995997"/>
                  <a:pt x="2246841" y="2092825"/>
                </a:cubicBezTo>
                <a:lnTo>
                  <a:pt x="2495698" y="2230974"/>
                </a:lnTo>
                <a:lnTo>
                  <a:pt x="2396885" y="2599747"/>
                </a:lnTo>
                <a:lnTo>
                  <a:pt x="2094912" y="2594668"/>
                </a:lnTo>
                <a:cubicBezTo>
                  <a:pt x="2056732" y="2658461"/>
                  <a:pt x="2010475" y="2715996"/>
                  <a:pt x="1958644" y="2767359"/>
                </a:cubicBezTo>
                <a:lnTo>
                  <a:pt x="2057814" y="3026193"/>
                </a:lnTo>
                <a:lnTo>
                  <a:pt x="1745078" y="3245174"/>
                </a:lnTo>
                <a:lnTo>
                  <a:pt x="1507869" y="3039237"/>
                </a:lnTo>
                <a:lnTo>
                  <a:pt x="1536736" y="3019025"/>
                </a:lnTo>
                <a:cubicBezTo>
                  <a:pt x="1445878" y="3048429"/>
                  <a:pt x="1349798" y="3062567"/>
                  <a:pt x="1251837" y="3062021"/>
                </a:cubicBezTo>
                <a:lnTo>
                  <a:pt x="1108065" y="3321003"/>
                </a:lnTo>
                <a:lnTo>
                  <a:pt x="739291" y="3222191"/>
                </a:lnTo>
                <a:lnTo>
                  <a:pt x="744274" y="2926021"/>
                </a:lnTo>
                <a:cubicBezTo>
                  <a:pt x="666128" y="2881484"/>
                  <a:pt x="595548" y="2827017"/>
                  <a:pt x="535891" y="2762576"/>
                </a:cubicBezTo>
                <a:lnTo>
                  <a:pt x="540671" y="2772825"/>
                </a:lnTo>
                <a:lnTo>
                  <a:pt x="232276" y="2832568"/>
                </a:lnTo>
                <a:lnTo>
                  <a:pt x="70927" y="2486556"/>
                </a:lnTo>
                <a:lnTo>
                  <a:pt x="279495" y="2317444"/>
                </a:lnTo>
                <a:cubicBezTo>
                  <a:pt x="257233" y="2235849"/>
                  <a:pt x="245603" y="2150814"/>
                  <a:pt x="245586" y="2064274"/>
                </a:cubicBezTo>
                <a:lnTo>
                  <a:pt x="0" y="1927940"/>
                </a:lnTo>
                <a:lnTo>
                  <a:pt x="98812" y="1559167"/>
                </a:lnTo>
                <a:lnTo>
                  <a:pt x="380240" y="1563901"/>
                </a:lnTo>
                <a:cubicBezTo>
                  <a:pt x="418421" y="1496524"/>
                  <a:pt x="464524" y="1435092"/>
                  <a:pt x="516679" y="1380105"/>
                </a:cubicBezTo>
                <a:lnTo>
                  <a:pt x="422419" y="1089378"/>
                </a:lnTo>
                <a:lnTo>
                  <a:pt x="746189" y="887063"/>
                </a:lnTo>
                <a:lnTo>
                  <a:pt x="972292" y="1105134"/>
                </a:lnTo>
                <a:lnTo>
                  <a:pt x="970019" y="1106554"/>
                </a:lnTo>
                <a:cubicBezTo>
                  <a:pt x="1058903" y="1078586"/>
                  <a:pt x="1152743" y="1065659"/>
                  <a:pt x="1248316" y="1066709"/>
                </a:cubicBezTo>
                <a:lnTo>
                  <a:pt x="1238669" y="1064125"/>
                </a:lnTo>
                <a:close/>
                <a:moveTo>
                  <a:pt x="3349970" y="1300109"/>
                </a:moveTo>
                <a:cubicBezTo>
                  <a:pt x="3310130" y="1291957"/>
                  <a:pt x="3268880" y="1287676"/>
                  <a:pt x="3226630" y="1287676"/>
                </a:cubicBezTo>
                <a:cubicBezTo>
                  <a:pt x="2888631" y="1287676"/>
                  <a:pt x="2614628" y="1561679"/>
                  <a:pt x="2614628" y="1899678"/>
                </a:cubicBezTo>
                <a:cubicBezTo>
                  <a:pt x="2614628" y="2237678"/>
                  <a:pt x="2888630" y="2511680"/>
                  <a:pt x="3226630" y="2511681"/>
                </a:cubicBezTo>
                <a:cubicBezTo>
                  <a:pt x="3564630" y="2511681"/>
                  <a:pt x="3838633" y="2237678"/>
                  <a:pt x="3838633" y="1899678"/>
                </a:cubicBezTo>
                <a:cubicBezTo>
                  <a:pt x="3838632" y="1603928"/>
                  <a:pt x="3628849" y="1357176"/>
                  <a:pt x="3349970" y="1300109"/>
                </a:cubicBezTo>
                <a:close/>
                <a:moveTo>
                  <a:pt x="3358324" y="1024334"/>
                </a:moveTo>
                <a:lnTo>
                  <a:pt x="3410883" y="1234575"/>
                </a:lnTo>
                <a:lnTo>
                  <a:pt x="3403994" y="1234575"/>
                </a:lnTo>
                <a:cubicBezTo>
                  <a:pt x="3464268" y="1250018"/>
                  <a:pt x="3521292" y="1273478"/>
                  <a:pt x="3572818" y="1305612"/>
                </a:cubicBezTo>
                <a:lnTo>
                  <a:pt x="3746730" y="1209354"/>
                </a:lnTo>
                <a:lnTo>
                  <a:pt x="3926358" y="1401981"/>
                </a:lnTo>
                <a:lnTo>
                  <a:pt x="3825667" y="1557247"/>
                </a:lnTo>
                <a:cubicBezTo>
                  <a:pt x="3858552" y="1613408"/>
                  <a:pt x="3883404" y="1674784"/>
                  <a:pt x="3897877" y="1740062"/>
                </a:cubicBezTo>
                <a:lnTo>
                  <a:pt x="4088377" y="1787686"/>
                </a:lnTo>
                <a:lnTo>
                  <a:pt x="4088377" y="2051071"/>
                </a:lnTo>
                <a:lnTo>
                  <a:pt x="3886243" y="2101605"/>
                </a:lnTo>
                <a:cubicBezTo>
                  <a:pt x="3872191" y="2150933"/>
                  <a:pt x="3851639" y="2197531"/>
                  <a:pt x="3826272" y="2241013"/>
                </a:cubicBezTo>
                <a:lnTo>
                  <a:pt x="3938572" y="2395786"/>
                </a:lnTo>
                <a:lnTo>
                  <a:pt x="3769272" y="2597551"/>
                </a:lnTo>
                <a:lnTo>
                  <a:pt x="3574432" y="2502674"/>
                </a:lnTo>
                <a:lnTo>
                  <a:pt x="3590059" y="2484050"/>
                </a:lnTo>
                <a:cubicBezTo>
                  <a:pt x="3534764" y="2519868"/>
                  <a:pt x="3473263" y="2546445"/>
                  <a:pt x="3407886" y="2563572"/>
                </a:cubicBezTo>
                <a:lnTo>
                  <a:pt x="3358323" y="2761823"/>
                </a:lnTo>
                <a:lnTo>
                  <a:pt x="3094938" y="2761823"/>
                </a:lnTo>
                <a:lnTo>
                  <a:pt x="3045375" y="2563574"/>
                </a:lnTo>
                <a:cubicBezTo>
                  <a:pt x="2985349" y="2547848"/>
                  <a:pt x="2928591" y="2524155"/>
                  <a:pt x="2877330" y="2491865"/>
                </a:cubicBezTo>
                <a:lnTo>
                  <a:pt x="2882346" y="2497841"/>
                </a:lnTo>
                <a:lnTo>
                  <a:pt x="2687507" y="2592718"/>
                </a:lnTo>
                <a:lnTo>
                  <a:pt x="2518206" y="2390954"/>
                </a:lnTo>
                <a:lnTo>
                  <a:pt x="2626994" y="2241021"/>
                </a:lnTo>
                <a:cubicBezTo>
                  <a:pt x="2597591" y="2190623"/>
                  <a:pt x="2574657" y="2136035"/>
                  <a:pt x="2559194" y="2078370"/>
                </a:cubicBezTo>
                <a:lnTo>
                  <a:pt x="2371198" y="2031371"/>
                </a:lnTo>
                <a:lnTo>
                  <a:pt x="2371198" y="1767986"/>
                </a:lnTo>
                <a:lnTo>
                  <a:pt x="2559579" y="1720890"/>
                </a:lnTo>
                <a:cubicBezTo>
                  <a:pt x="2572992" y="1669175"/>
                  <a:pt x="2592745" y="1620006"/>
                  <a:pt x="2617681" y="1574051"/>
                </a:cubicBezTo>
                <a:lnTo>
                  <a:pt x="2502958" y="1397149"/>
                </a:lnTo>
                <a:lnTo>
                  <a:pt x="2682587" y="1204520"/>
                </a:lnTo>
                <a:lnTo>
                  <a:pt x="2872193" y="1309466"/>
                </a:lnTo>
                <a:lnTo>
                  <a:pt x="2870932" y="1310818"/>
                </a:lnTo>
                <a:cubicBezTo>
                  <a:pt x="2925169" y="1276310"/>
                  <a:pt x="2985393" y="1250941"/>
                  <a:pt x="3049268" y="1234575"/>
                </a:cubicBezTo>
                <a:lnTo>
                  <a:pt x="3042378" y="1234576"/>
                </a:lnTo>
                <a:lnTo>
                  <a:pt x="3094939" y="1024334"/>
                </a:lnTo>
                <a:close/>
                <a:moveTo>
                  <a:pt x="2786480" y="402820"/>
                </a:moveTo>
                <a:cubicBezTo>
                  <a:pt x="2745900" y="389943"/>
                  <a:pt x="2701172" y="388627"/>
                  <a:pt x="2657264" y="401580"/>
                </a:cubicBezTo>
                <a:cubicBezTo>
                  <a:pt x="2540176" y="436121"/>
                  <a:pt x="2473258" y="559041"/>
                  <a:pt x="2507800" y="676128"/>
                </a:cubicBezTo>
                <a:cubicBezTo>
                  <a:pt x="2542340" y="793216"/>
                  <a:pt x="2665260" y="860133"/>
                  <a:pt x="2782348" y="825592"/>
                </a:cubicBezTo>
                <a:cubicBezTo>
                  <a:pt x="2899435" y="791051"/>
                  <a:pt x="2966353" y="668132"/>
                  <a:pt x="2931812" y="551045"/>
                </a:cubicBezTo>
                <a:cubicBezTo>
                  <a:pt x="2910223" y="477864"/>
                  <a:pt x="2854113" y="424282"/>
                  <a:pt x="2786480" y="402820"/>
                </a:cubicBezTo>
                <a:close/>
                <a:moveTo>
                  <a:pt x="2932202" y="47278"/>
                </a:moveTo>
                <a:lnTo>
                  <a:pt x="3090904" y="140999"/>
                </a:lnTo>
                <a:lnTo>
                  <a:pt x="3054065" y="265147"/>
                </a:lnTo>
                <a:cubicBezTo>
                  <a:pt x="3087256" y="296329"/>
                  <a:pt x="3116089" y="332603"/>
                  <a:pt x="3138727" y="373550"/>
                </a:cubicBezTo>
                <a:lnTo>
                  <a:pt x="3276016" y="367796"/>
                </a:lnTo>
                <a:lnTo>
                  <a:pt x="3328165" y="544574"/>
                </a:lnTo>
                <a:lnTo>
                  <a:pt x="3202503" y="618514"/>
                </a:lnTo>
                <a:cubicBezTo>
                  <a:pt x="3202838" y="654403"/>
                  <a:pt x="3198271" y="689748"/>
                  <a:pt x="3189855" y="723955"/>
                </a:cubicBezTo>
                <a:lnTo>
                  <a:pt x="3295873" y="805599"/>
                </a:lnTo>
                <a:lnTo>
                  <a:pt x="3222192" y="974540"/>
                </a:lnTo>
                <a:lnTo>
                  <a:pt x="3072634" y="949439"/>
                </a:lnTo>
                <a:lnTo>
                  <a:pt x="3079435" y="933845"/>
                </a:lnTo>
                <a:cubicBezTo>
                  <a:pt x="3049413" y="968833"/>
                  <a:pt x="3013398" y="998848"/>
                  <a:pt x="2972910" y="1023288"/>
                </a:cubicBezTo>
                <a:lnTo>
                  <a:pt x="2978897" y="1166163"/>
                </a:lnTo>
                <a:lnTo>
                  <a:pt x="2802119" y="1218312"/>
                </a:lnTo>
                <a:lnTo>
                  <a:pt x="2729602" y="1095065"/>
                </a:lnTo>
                <a:cubicBezTo>
                  <a:pt x="2686199" y="1096396"/>
                  <a:pt x="2643414" y="1091732"/>
                  <a:pt x="2602615" y="1080209"/>
                </a:cubicBezTo>
                <a:lnTo>
                  <a:pt x="2607165" y="1083226"/>
                </a:lnTo>
                <a:lnTo>
                  <a:pt x="2495179" y="1185484"/>
                </a:lnTo>
                <a:lnTo>
                  <a:pt x="2341599" y="1083585"/>
                </a:lnTo>
                <a:lnTo>
                  <a:pt x="2384929" y="961414"/>
                </a:lnTo>
                <a:cubicBezTo>
                  <a:pt x="2355215" y="933409"/>
                  <a:pt x="2329015" y="901312"/>
                  <a:pt x="2307218" y="865670"/>
                </a:cubicBezTo>
                <a:lnTo>
                  <a:pt x="2171734" y="871348"/>
                </a:lnTo>
                <a:lnTo>
                  <a:pt x="2119584" y="694571"/>
                </a:lnTo>
                <a:lnTo>
                  <a:pt x="2236697" y="625662"/>
                </a:lnTo>
                <a:cubicBezTo>
                  <a:pt x="2235459" y="588297"/>
                  <a:pt x="2238982" y="551385"/>
                  <a:pt x="2246620" y="515603"/>
                </a:cubicBezTo>
                <a:lnTo>
                  <a:pt x="2134594" y="419585"/>
                </a:lnTo>
                <a:lnTo>
                  <a:pt x="2217016" y="254732"/>
                </a:lnTo>
                <a:lnTo>
                  <a:pt x="2365055" y="287627"/>
                </a:lnTo>
                <a:lnTo>
                  <a:pt x="2364476" y="288784"/>
                </a:lnTo>
                <a:cubicBezTo>
                  <a:pt x="2394046" y="254885"/>
                  <a:pt x="2429444" y="225933"/>
                  <a:pt x="2469075" y="202302"/>
                </a:cubicBezTo>
                <a:lnTo>
                  <a:pt x="2464452" y="203666"/>
                </a:lnTo>
                <a:lnTo>
                  <a:pt x="2458102" y="52150"/>
                </a:lnTo>
                <a:lnTo>
                  <a:pt x="2634880" y="0"/>
                </a:lnTo>
                <a:lnTo>
                  <a:pt x="2711784" y="130703"/>
                </a:lnTo>
                <a:lnTo>
                  <a:pt x="2707159" y="132067"/>
                </a:lnTo>
                <a:cubicBezTo>
                  <a:pt x="2750672" y="130497"/>
                  <a:pt x="2793590" y="134953"/>
                  <a:pt x="2834535" y="14631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5400">
              <a:latin typeface="Microsoft JhengHei" panose="020B0604030504040204" pitchFamily="34" charset="-120"/>
            </a:endParaRPr>
          </a:p>
        </p:txBody>
      </p:sp>
      <p:sp>
        <p:nvSpPr>
          <p:cNvPr id="32" name="Pie 2">
            <a:extLst>
              <a:ext uri="{FF2B5EF4-FFF2-40B4-BE49-F238E27FC236}">
                <a16:creationId xmlns:a16="http://schemas.microsoft.com/office/drawing/2014/main" id="{DC5347CC-61F4-483C-A692-D14FEAD58663}"/>
              </a:ext>
            </a:extLst>
          </p:cNvPr>
          <p:cNvSpPr/>
          <p:nvPr/>
        </p:nvSpPr>
        <p:spPr>
          <a:xfrm>
            <a:off x="11881872" y="5061157"/>
            <a:ext cx="406660" cy="399850"/>
          </a:xfrm>
          <a:custGeom>
            <a:avLst/>
            <a:gdLst/>
            <a:ahLst/>
            <a:cxnLst/>
            <a:rect l="l" t="t" r="r" b="b"/>
            <a:pathLst>
              <a:path w="3851322" h="3786842">
                <a:moveTo>
                  <a:pt x="3845029" y="1629937"/>
                </a:moveTo>
                <a:lnTo>
                  <a:pt x="3851322" y="1762720"/>
                </a:lnTo>
                <a:lnTo>
                  <a:pt x="3812477" y="1776859"/>
                </a:lnTo>
                <a:lnTo>
                  <a:pt x="3444864" y="1775585"/>
                </a:lnTo>
                <a:close/>
                <a:moveTo>
                  <a:pt x="3791299" y="1322869"/>
                </a:moveTo>
                <a:cubicBezTo>
                  <a:pt x="3804294" y="1363489"/>
                  <a:pt x="3813753" y="1405089"/>
                  <a:pt x="3820726" y="1447230"/>
                </a:cubicBezTo>
                <a:lnTo>
                  <a:pt x="2923542" y="1773779"/>
                </a:lnTo>
                <a:lnTo>
                  <a:pt x="2555935" y="1772505"/>
                </a:lnTo>
                <a:close/>
                <a:moveTo>
                  <a:pt x="3686733" y="1034305"/>
                </a:moveTo>
                <a:cubicBezTo>
                  <a:pt x="3706467" y="1071934"/>
                  <a:pt x="3722972" y="1111031"/>
                  <a:pt x="3736130" y="1151397"/>
                </a:cubicBezTo>
                <a:lnTo>
                  <a:pt x="2052009" y="1764367"/>
                </a:lnTo>
                <a:lnTo>
                  <a:pt x="2052009" y="1629296"/>
                </a:lnTo>
                <a:close/>
                <a:moveTo>
                  <a:pt x="3531650" y="764128"/>
                </a:moveTo>
                <a:cubicBezTo>
                  <a:pt x="3557479" y="799119"/>
                  <a:pt x="3581112" y="835525"/>
                  <a:pt x="3601539" y="873761"/>
                </a:cubicBezTo>
                <a:lnTo>
                  <a:pt x="2052009" y="1437744"/>
                </a:lnTo>
                <a:lnTo>
                  <a:pt x="2052009" y="1302673"/>
                </a:lnTo>
                <a:close/>
                <a:moveTo>
                  <a:pt x="3320179" y="514474"/>
                </a:moveTo>
                <a:lnTo>
                  <a:pt x="3414136" y="615348"/>
                </a:lnTo>
                <a:lnTo>
                  <a:pt x="2052009" y="1111121"/>
                </a:lnTo>
                <a:lnTo>
                  <a:pt x="2052009" y="976050"/>
                </a:lnTo>
                <a:close/>
                <a:moveTo>
                  <a:pt x="3038975" y="290201"/>
                </a:moveTo>
                <a:cubicBezTo>
                  <a:pt x="3082160" y="317774"/>
                  <a:pt x="3124087" y="347421"/>
                  <a:pt x="3164106" y="379728"/>
                </a:cubicBezTo>
                <a:lnTo>
                  <a:pt x="2052009" y="784498"/>
                </a:lnTo>
                <a:lnTo>
                  <a:pt x="2052009" y="649428"/>
                </a:lnTo>
                <a:close/>
                <a:moveTo>
                  <a:pt x="1800000" y="186842"/>
                </a:moveTo>
                <a:lnTo>
                  <a:pt x="1800000" y="1986842"/>
                </a:lnTo>
                <a:lnTo>
                  <a:pt x="3600000" y="1986842"/>
                </a:lnTo>
                <a:cubicBezTo>
                  <a:pt x="3600000" y="2980955"/>
                  <a:pt x="2794113" y="3786842"/>
                  <a:pt x="1800000" y="3786842"/>
                </a:cubicBezTo>
                <a:cubicBezTo>
                  <a:pt x="805887" y="3786842"/>
                  <a:pt x="0" y="2980955"/>
                  <a:pt x="0" y="1986842"/>
                </a:cubicBezTo>
                <a:cubicBezTo>
                  <a:pt x="0" y="992729"/>
                  <a:pt x="805887" y="186842"/>
                  <a:pt x="1800000" y="186842"/>
                </a:cubicBezTo>
                <a:close/>
                <a:moveTo>
                  <a:pt x="2653345" y="103936"/>
                </a:moveTo>
                <a:cubicBezTo>
                  <a:pt x="2713623" y="122781"/>
                  <a:pt x="2772066" y="146664"/>
                  <a:pt x="2828252" y="175345"/>
                </a:cubicBezTo>
                <a:lnTo>
                  <a:pt x="2052009" y="457876"/>
                </a:lnTo>
                <a:lnTo>
                  <a:pt x="2052009" y="322805"/>
                </a:lnTo>
                <a:close/>
                <a:moveTo>
                  <a:pt x="2052009" y="0"/>
                </a:moveTo>
                <a:cubicBezTo>
                  <a:pt x="2150315" y="0"/>
                  <a:pt x="2247800" y="7911"/>
                  <a:pt x="2343281" y="25238"/>
                </a:cubicBezTo>
                <a:lnTo>
                  <a:pt x="2052009" y="13125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5400">
              <a:solidFill>
                <a:schemeClr val="bg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3" name="Donut 15">
            <a:extLst>
              <a:ext uri="{FF2B5EF4-FFF2-40B4-BE49-F238E27FC236}">
                <a16:creationId xmlns:a16="http://schemas.microsoft.com/office/drawing/2014/main" id="{3F1472E7-B90B-48D0-A48D-1FE9C3218613}"/>
              </a:ext>
            </a:extLst>
          </p:cNvPr>
          <p:cNvSpPr/>
          <p:nvPr/>
        </p:nvSpPr>
        <p:spPr>
          <a:xfrm>
            <a:off x="2385039" y="2006146"/>
            <a:ext cx="432179" cy="429170"/>
          </a:xfrm>
          <a:custGeom>
            <a:avLst/>
            <a:gdLst/>
            <a:ahLst/>
            <a:cxnLst/>
            <a:rect l="l" t="t" r="r" b="b"/>
            <a:pathLst>
              <a:path w="3821708" h="3795110">
                <a:moveTo>
                  <a:pt x="1910854" y="903842"/>
                </a:moveTo>
                <a:lnTo>
                  <a:pt x="1793831" y="1129420"/>
                </a:lnTo>
                <a:lnTo>
                  <a:pt x="1791613" y="1129420"/>
                </a:lnTo>
                <a:lnTo>
                  <a:pt x="1791892" y="1133157"/>
                </a:lnTo>
                <a:lnTo>
                  <a:pt x="1791613" y="1133695"/>
                </a:lnTo>
                <a:lnTo>
                  <a:pt x="1791933" y="1133695"/>
                </a:lnTo>
                <a:lnTo>
                  <a:pt x="1833002" y="1683464"/>
                </a:lnTo>
                <a:cubicBezTo>
                  <a:pt x="1744939" y="1714584"/>
                  <a:pt x="1682254" y="1798749"/>
                  <a:pt x="1682254" y="1897555"/>
                </a:cubicBezTo>
                <a:cubicBezTo>
                  <a:pt x="1682254" y="2023808"/>
                  <a:pt x="1784602" y="2126156"/>
                  <a:pt x="1910855" y="2126156"/>
                </a:cubicBezTo>
                <a:cubicBezTo>
                  <a:pt x="1975561" y="2126156"/>
                  <a:pt x="2033988" y="2099273"/>
                  <a:pt x="2075304" y="2055803"/>
                </a:cubicBezTo>
                <a:lnTo>
                  <a:pt x="2443125" y="2288080"/>
                </a:lnTo>
                <a:lnTo>
                  <a:pt x="2443003" y="2288309"/>
                </a:lnTo>
                <a:lnTo>
                  <a:pt x="2443494" y="2288314"/>
                </a:lnTo>
                <a:lnTo>
                  <a:pt x="2446061" y="2289935"/>
                </a:lnTo>
                <a:lnTo>
                  <a:pt x="2446904" y="2288348"/>
                </a:lnTo>
                <a:lnTo>
                  <a:pt x="2652725" y="2290436"/>
                </a:lnTo>
                <a:lnTo>
                  <a:pt x="2535900" y="2120971"/>
                </a:lnTo>
                <a:lnTo>
                  <a:pt x="2536744" y="2119385"/>
                </a:lnTo>
                <a:lnTo>
                  <a:pt x="2533964" y="2118163"/>
                </a:lnTo>
                <a:lnTo>
                  <a:pt x="2533686" y="2117759"/>
                </a:lnTo>
                <a:lnTo>
                  <a:pt x="2533565" y="2117988"/>
                </a:lnTo>
                <a:lnTo>
                  <a:pt x="2134900" y="1942755"/>
                </a:lnTo>
                <a:cubicBezTo>
                  <a:pt x="2137918" y="1928156"/>
                  <a:pt x="2139456" y="1913035"/>
                  <a:pt x="2139456" y="1897555"/>
                </a:cubicBezTo>
                <a:cubicBezTo>
                  <a:pt x="2139456" y="1798748"/>
                  <a:pt x="2076770" y="1714583"/>
                  <a:pt x="1988706" y="1683463"/>
                </a:cubicBezTo>
                <a:lnTo>
                  <a:pt x="2029775" y="1133695"/>
                </a:lnTo>
                <a:lnTo>
                  <a:pt x="2030094" y="1133695"/>
                </a:lnTo>
                <a:lnTo>
                  <a:pt x="2029815" y="1133157"/>
                </a:lnTo>
                <a:lnTo>
                  <a:pt x="2030094" y="1129420"/>
                </a:lnTo>
                <a:lnTo>
                  <a:pt x="2027877" y="1129420"/>
                </a:lnTo>
                <a:close/>
                <a:moveTo>
                  <a:pt x="1910854" y="565406"/>
                </a:moveTo>
                <a:cubicBezTo>
                  <a:pt x="2646579" y="565406"/>
                  <a:pt x="3243002" y="1161829"/>
                  <a:pt x="3243002" y="1897554"/>
                </a:cubicBezTo>
                <a:cubicBezTo>
                  <a:pt x="3243002" y="2633279"/>
                  <a:pt x="2646579" y="3229702"/>
                  <a:pt x="1910854" y="3229702"/>
                </a:cubicBezTo>
                <a:cubicBezTo>
                  <a:pt x="1175129" y="3229702"/>
                  <a:pt x="578706" y="2633279"/>
                  <a:pt x="578706" y="1897554"/>
                </a:cubicBezTo>
                <a:cubicBezTo>
                  <a:pt x="578706" y="1161829"/>
                  <a:pt x="1175129" y="565406"/>
                  <a:pt x="1910854" y="565406"/>
                </a:cubicBezTo>
                <a:close/>
                <a:moveTo>
                  <a:pt x="1766837" y="367010"/>
                </a:moveTo>
                <a:cubicBezTo>
                  <a:pt x="1050362" y="432397"/>
                  <a:pt x="475174" y="981146"/>
                  <a:pt x="377476" y="1681610"/>
                </a:cubicBezTo>
                <a:lnTo>
                  <a:pt x="426306" y="1681610"/>
                </a:lnTo>
                <a:cubicBezTo>
                  <a:pt x="510474" y="1681610"/>
                  <a:pt x="578706" y="1746088"/>
                  <a:pt x="578706" y="1825626"/>
                </a:cubicBezTo>
                <a:cubicBezTo>
                  <a:pt x="578706" y="1905164"/>
                  <a:pt x="510474" y="1969642"/>
                  <a:pt x="426306" y="1969642"/>
                </a:cubicBezTo>
                <a:lnTo>
                  <a:pt x="364094" y="1969642"/>
                </a:lnTo>
                <a:cubicBezTo>
                  <a:pt x="398055" y="2738400"/>
                  <a:pt x="1003246" y="3359660"/>
                  <a:pt x="1769417" y="3427809"/>
                </a:cubicBezTo>
                <a:lnTo>
                  <a:pt x="1769417" y="3382101"/>
                </a:lnTo>
                <a:cubicBezTo>
                  <a:pt x="1769417" y="3297933"/>
                  <a:pt x="1833895" y="3229701"/>
                  <a:pt x="1913433" y="3229701"/>
                </a:cubicBezTo>
                <a:cubicBezTo>
                  <a:pt x="1992971" y="3229701"/>
                  <a:pt x="2057449" y="3297933"/>
                  <a:pt x="2057449" y="3382101"/>
                </a:cubicBezTo>
                <a:lnTo>
                  <a:pt x="2057449" y="3427707"/>
                </a:lnTo>
                <a:cubicBezTo>
                  <a:pt x="2804164" y="3358467"/>
                  <a:pt x="3396856" y="2764020"/>
                  <a:pt x="3455018" y="2020616"/>
                </a:cubicBezTo>
                <a:lnTo>
                  <a:pt x="3395402" y="2020616"/>
                </a:lnTo>
                <a:cubicBezTo>
                  <a:pt x="3311234" y="2020616"/>
                  <a:pt x="3243002" y="1956138"/>
                  <a:pt x="3243002" y="1876600"/>
                </a:cubicBezTo>
                <a:cubicBezTo>
                  <a:pt x="3243002" y="1797062"/>
                  <a:pt x="3311234" y="1732584"/>
                  <a:pt x="3395402" y="1732584"/>
                </a:cubicBezTo>
                <a:lnTo>
                  <a:pt x="3451747" y="1732584"/>
                </a:lnTo>
                <a:cubicBezTo>
                  <a:pt x="3374444" y="1008025"/>
                  <a:pt x="2788738" y="434055"/>
                  <a:pt x="2054869" y="367632"/>
                </a:cubicBezTo>
                <a:lnTo>
                  <a:pt x="2054869" y="407296"/>
                </a:lnTo>
                <a:cubicBezTo>
                  <a:pt x="2054869" y="491464"/>
                  <a:pt x="1990391" y="559696"/>
                  <a:pt x="1910853" y="559696"/>
                </a:cubicBezTo>
                <a:cubicBezTo>
                  <a:pt x="1831315" y="559696"/>
                  <a:pt x="1766837" y="491464"/>
                  <a:pt x="1766837" y="407296"/>
                </a:cubicBezTo>
                <a:close/>
                <a:moveTo>
                  <a:pt x="1910854" y="0"/>
                </a:moveTo>
                <a:cubicBezTo>
                  <a:pt x="2966190" y="0"/>
                  <a:pt x="3821708" y="849564"/>
                  <a:pt x="3821708" y="1897555"/>
                </a:cubicBezTo>
                <a:cubicBezTo>
                  <a:pt x="3821708" y="2945546"/>
                  <a:pt x="2966190" y="3795110"/>
                  <a:pt x="1910854" y="3795110"/>
                </a:cubicBezTo>
                <a:cubicBezTo>
                  <a:pt x="855518" y="3795110"/>
                  <a:pt x="0" y="2945546"/>
                  <a:pt x="0" y="1897555"/>
                </a:cubicBezTo>
                <a:cubicBezTo>
                  <a:pt x="0" y="849564"/>
                  <a:pt x="855518" y="0"/>
                  <a:pt x="191085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5400">
              <a:solidFill>
                <a:schemeClr val="tx1"/>
              </a:solidFill>
              <a:latin typeface="Microsoft JhengHei" panose="020B0604030504040204" pitchFamily="34" charset="-120"/>
            </a:endParaRPr>
          </a:p>
        </p:txBody>
      </p:sp>
      <p:grpSp>
        <p:nvGrpSpPr>
          <p:cNvPr id="34" name="Graphic 33">
            <a:extLst>
              <a:ext uri="{FF2B5EF4-FFF2-40B4-BE49-F238E27FC236}">
                <a16:creationId xmlns:a16="http://schemas.microsoft.com/office/drawing/2014/main" id="{EA9DF64B-3709-4045-8225-E2F437E83AA5}"/>
              </a:ext>
            </a:extLst>
          </p:cNvPr>
          <p:cNvGrpSpPr/>
          <p:nvPr/>
        </p:nvGrpSpPr>
        <p:grpSpPr>
          <a:xfrm>
            <a:off x="6490118" y="2853274"/>
            <a:ext cx="1647635" cy="1523620"/>
            <a:chOff x="7424910" y="2405641"/>
            <a:chExt cx="1771650" cy="1638300"/>
          </a:xfrm>
          <a:solidFill>
            <a:schemeClr val="accent4"/>
          </a:solidFill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15535C6-8C0B-4095-A7BE-4ACD534AA53C}"/>
                </a:ext>
              </a:extLst>
            </p:cNvPr>
            <p:cNvSpPr/>
            <p:nvPr/>
          </p:nvSpPr>
          <p:spPr>
            <a:xfrm>
              <a:off x="7417766" y="2398092"/>
              <a:ext cx="885825" cy="1647825"/>
            </a:xfrm>
            <a:custGeom>
              <a:avLst/>
              <a:gdLst>
                <a:gd name="connsiteX0" fmla="*/ 749141 w 885825"/>
                <a:gd name="connsiteY0" fmla="*/ 1281042 h 1647825"/>
                <a:gd name="connsiteX1" fmla="*/ 858679 w 885825"/>
                <a:gd name="connsiteY1" fmla="*/ 1312474 h 1647825"/>
                <a:gd name="connsiteX2" fmla="*/ 858679 w 885825"/>
                <a:gd name="connsiteY2" fmla="*/ 1287709 h 1647825"/>
                <a:gd name="connsiteX3" fmla="*/ 861536 w 885825"/>
                <a:gd name="connsiteY3" fmla="*/ 1006722 h 1647825"/>
                <a:gd name="connsiteX4" fmla="*/ 855821 w 885825"/>
                <a:gd name="connsiteY4" fmla="*/ 975289 h 1647825"/>
                <a:gd name="connsiteX5" fmla="*/ 791051 w 885825"/>
                <a:gd name="connsiteY5" fmla="*/ 885754 h 1647825"/>
                <a:gd name="connsiteX6" fmla="*/ 770096 w 885825"/>
                <a:gd name="connsiteY6" fmla="*/ 880039 h 1647825"/>
                <a:gd name="connsiteX7" fmla="*/ 745331 w 885825"/>
                <a:gd name="connsiteY7" fmla="*/ 880039 h 1647825"/>
                <a:gd name="connsiteX8" fmla="*/ 718661 w 885825"/>
                <a:gd name="connsiteY8" fmla="*/ 884802 h 1647825"/>
                <a:gd name="connsiteX9" fmla="*/ 630079 w 885825"/>
                <a:gd name="connsiteY9" fmla="*/ 1042917 h 1647825"/>
                <a:gd name="connsiteX10" fmla="*/ 618649 w 885825"/>
                <a:gd name="connsiteY10" fmla="*/ 1060062 h 1647825"/>
                <a:gd name="connsiteX11" fmla="*/ 604361 w 885825"/>
                <a:gd name="connsiteY11" fmla="*/ 1049584 h 1647825"/>
                <a:gd name="connsiteX12" fmla="*/ 711041 w 885825"/>
                <a:gd name="connsiteY12" fmla="*/ 859084 h 1647825"/>
                <a:gd name="connsiteX13" fmla="*/ 737711 w 885825"/>
                <a:gd name="connsiteY13" fmla="*/ 854322 h 1647825"/>
                <a:gd name="connsiteX14" fmla="*/ 768191 w 885825"/>
                <a:gd name="connsiteY14" fmla="*/ 857179 h 1647825"/>
                <a:gd name="connsiteX15" fmla="*/ 846296 w 885825"/>
                <a:gd name="connsiteY15" fmla="*/ 891469 h 1647825"/>
                <a:gd name="connsiteX16" fmla="*/ 855821 w 885825"/>
                <a:gd name="connsiteY16" fmla="*/ 707637 h 1647825"/>
                <a:gd name="connsiteX17" fmla="*/ 856774 w 885825"/>
                <a:gd name="connsiteY17" fmla="*/ 681919 h 1647825"/>
                <a:gd name="connsiteX18" fmla="*/ 863441 w 885825"/>
                <a:gd name="connsiteY18" fmla="*/ 650487 h 1647825"/>
                <a:gd name="connsiteX19" fmla="*/ 868204 w 885825"/>
                <a:gd name="connsiteY19" fmla="*/ 619054 h 1647825"/>
                <a:gd name="connsiteX20" fmla="*/ 856774 w 885825"/>
                <a:gd name="connsiteY20" fmla="*/ 311397 h 1647825"/>
                <a:gd name="connsiteX21" fmla="*/ 856774 w 885825"/>
                <a:gd name="connsiteY21" fmla="*/ 280917 h 1647825"/>
                <a:gd name="connsiteX22" fmla="*/ 856774 w 885825"/>
                <a:gd name="connsiteY22" fmla="*/ 220909 h 1647825"/>
                <a:gd name="connsiteX23" fmla="*/ 854869 w 885825"/>
                <a:gd name="connsiteY23" fmla="*/ 221862 h 1647825"/>
                <a:gd name="connsiteX24" fmla="*/ 776764 w 885825"/>
                <a:gd name="connsiteY24" fmla="*/ 71367 h 1647825"/>
                <a:gd name="connsiteX25" fmla="*/ 750094 w 885825"/>
                <a:gd name="connsiteY25" fmla="*/ 50412 h 1647825"/>
                <a:gd name="connsiteX26" fmla="*/ 656749 w 885825"/>
                <a:gd name="connsiteY26" fmla="*/ 12312 h 1647825"/>
                <a:gd name="connsiteX27" fmla="*/ 623411 w 885825"/>
                <a:gd name="connsiteY27" fmla="*/ 8502 h 1647825"/>
                <a:gd name="connsiteX28" fmla="*/ 391954 w 885825"/>
                <a:gd name="connsiteY28" fmla="*/ 227577 h 1647825"/>
                <a:gd name="connsiteX29" fmla="*/ 405289 w 885825"/>
                <a:gd name="connsiteY29" fmla="*/ 253294 h 1647825"/>
                <a:gd name="connsiteX30" fmla="*/ 520541 w 885825"/>
                <a:gd name="connsiteY30" fmla="*/ 332352 h 1647825"/>
                <a:gd name="connsiteX31" fmla="*/ 551021 w 885825"/>
                <a:gd name="connsiteY31" fmla="*/ 335209 h 1647825"/>
                <a:gd name="connsiteX32" fmla="*/ 718661 w 885825"/>
                <a:gd name="connsiteY32" fmla="*/ 198049 h 1647825"/>
                <a:gd name="connsiteX33" fmla="*/ 722471 w 885825"/>
                <a:gd name="connsiteY33" fmla="*/ 163759 h 1647825"/>
                <a:gd name="connsiteX34" fmla="*/ 743426 w 885825"/>
                <a:gd name="connsiteY34" fmla="*/ 146614 h 1647825"/>
                <a:gd name="connsiteX35" fmla="*/ 758666 w 885825"/>
                <a:gd name="connsiteY35" fmla="*/ 164712 h 1647825"/>
                <a:gd name="connsiteX36" fmla="*/ 635794 w 885825"/>
                <a:gd name="connsiteY36" fmla="*/ 353307 h 1647825"/>
                <a:gd name="connsiteX37" fmla="*/ 708184 w 885825"/>
                <a:gd name="connsiteY37" fmla="*/ 407599 h 1647825"/>
                <a:gd name="connsiteX38" fmla="*/ 726281 w 885825"/>
                <a:gd name="connsiteY38" fmla="*/ 432364 h 1647825"/>
                <a:gd name="connsiteX39" fmla="*/ 757714 w 885825"/>
                <a:gd name="connsiteY39" fmla="*/ 584764 h 1647825"/>
                <a:gd name="connsiteX40" fmla="*/ 751046 w 885825"/>
                <a:gd name="connsiteY40" fmla="*/ 611434 h 1647825"/>
                <a:gd name="connsiteX41" fmla="*/ 741521 w 885825"/>
                <a:gd name="connsiteY41" fmla="*/ 637152 h 1647825"/>
                <a:gd name="connsiteX42" fmla="*/ 727234 w 885825"/>
                <a:gd name="connsiteY42" fmla="*/ 661917 h 1647825"/>
                <a:gd name="connsiteX43" fmla="*/ 687229 w 885825"/>
                <a:gd name="connsiteY43" fmla="*/ 706684 h 1647825"/>
                <a:gd name="connsiteX44" fmla="*/ 737711 w 885825"/>
                <a:gd name="connsiteY44" fmla="*/ 786694 h 1647825"/>
                <a:gd name="connsiteX45" fmla="*/ 760571 w 885825"/>
                <a:gd name="connsiteY45" fmla="*/ 796219 h 1647825"/>
                <a:gd name="connsiteX46" fmla="*/ 788194 w 885825"/>
                <a:gd name="connsiteY46" fmla="*/ 799077 h 1647825"/>
                <a:gd name="connsiteX47" fmla="*/ 783431 w 885825"/>
                <a:gd name="connsiteY47" fmla="*/ 835272 h 1647825"/>
                <a:gd name="connsiteX48" fmla="*/ 752951 w 885825"/>
                <a:gd name="connsiteY48" fmla="*/ 830509 h 1647825"/>
                <a:gd name="connsiteX49" fmla="*/ 724376 w 885825"/>
                <a:gd name="connsiteY49" fmla="*/ 820032 h 1647825"/>
                <a:gd name="connsiteX50" fmla="*/ 653891 w 885825"/>
                <a:gd name="connsiteY50" fmla="*/ 728592 h 1647825"/>
                <a:gd name="connsiteX51" fmla="*/ 381476 w 885825"/>
                <a:gd name="connsiteY51" fmla="*/ 658107 h 1647825"/>
                <a:gd name="connsiteX52" fmla="*/ 384334 w 885825"/>
                <a:gd name="connsiteY52" fmla="*/ 635247 h 1647825"/>
                <a:gd name="connsiteX53" fmla="*/ 411004 w 885825"/>
                <a:gd name="connsiteY53" fmla="*/ 639057 h 1647825"/>
                <a:gd name="connsiteX54" fmla="*/ 541496 w 885825"/>
                <a:gd name="connsiteY54" fmla="*/ 717162 h 1647825"/>
                <a:gd name="connsiteX55" fmla="*/ 552926 w 885825"/>
                <a:gd name="connsiteY55" fmla="*/ 716209 h 1647825"/>
                <a:gd name="connsiteX56" fmla="*/ 693896 w 885825"/>
                <a:gd name="connsiteY56" fmla="*/ 638104 h 1647825"/>
                <a:gd name="connsiteX57" fmla="*/ 710089 w 885825"/>
                <a:gd name="connsiteY57" fmla="*/ 608577 h 1647825"/>
                <a:gd name="connsiteX58" fmla="*/ 710089 w 885825"/>
                <a:gd name="connsiteY58" fmla="*/ 475227 h 1647825"/>
                <a:gd name="connsiteX59" fmla="*/ 693896 w 885825"/>
                <a:gd name="connsiteY59" fmla="*/ 445699 h 1647825"/>
                <a:gd name="connsiteX60" fmla="*/ 551974 w 885825"/>
                <a:gd name="connsiteY60" fmla="*/ 370452 h 1647825"/>
                <a:gd name="connsiteX61" fmla="*/ 532924 w 885825"/>
                <a:gd name="connsiteY61" fmla="*/ 368547 h 1647825"/>
                <a:gd name="connsiteX62" fmla="*/ 397669 w 885825"/>
                <a:gd name="connsiteY62" fmla="*/ 301872 h 1647825"/>
                <a:gd name="connsiteX63" fmla="*/ 371951 w 885825"/>
                <a:gd name="connsiteY63" fmla="*/ 293299 h 1647825"/>
                <a:gd name="connsiteX64" fmla="*/ 180499 w 885825"/>
                <a:gd name="connsiteY64" fmla="*/ 376167 h 1647825"/>
                <a:gd name="connsiteX65" fmla="*/ 175736 w 885825"/>
                <a:gd name="connsiteY65" fmla="*/ 505707 h 1647825"/>
                <a:gd name="connsiteX66" fmla="*/ 181451 w 885825"/>
                <a:gd name="connsiteY66" fmla="*/ 532377 h 1647825"/>
                <a:gd name="connsiteX67" fmla="*/ 202406 w 885825"/>
                <a:gd name="connsiteY67" fmla="*/ 580954 h 1647825"/>
                <a:gd name="connsiteX68" fmla="*/ 217646 w 885825"/>
                <a:gd name="connsiteY68" fmla="*/ 581907 h 1647825"/>
                <a:gd name="connsiteX69" fmla="*/ 239554 w 885825"/>
                <a:gd name="connsiteY69" fmla="*/ 580002 h 1647825"/>
                <a:gd name="connsiteX70" fmla="*/ 260509 w 885825"/>
                <a:gd name="connsiteY70" fmla="*/ 575239 h 1647825"/>
                <a:gd name="connsiteX71" fmla="*/ 344329 w 885825"/>
                <a:gd name="connsiteY71" fmla="*/ 490467 h 1647825"/>
                <a:gd name="connsiteX72" fmla="*/ 351949 w 885825"/>
                <a:gd name="connsiteY72" fmla="*/ 465702 h 1647825"/>
                <a:gd name="connsiteX73" fmla="*/ 361474 w 885825"/>
                <a:gd name="connsiteY73" fmla="*/ 415219 h 1647825"/>
                <a:gd name="connsiteX74" fmla="*/ 390049 w 885825"/>
                <a:gd name="connsiteY74" fmla="*/ 424744 h 1647825"/>
                <a:gd name="connsiteX75" fmla="*/ 325279 w 885825"/>
                <a:gd name="connsiteY75" fmla="*/ 580954 h 1647825"/>
                <a:gd name="connsiteX76" fmla="*/ 301466 w 885825"/>
                <a:gd name="connsiteY76" fmla="*/ 597147 h 1647825"/>
                <a:gd name="connsiteX77" fmla="*/ 218599 w 885825"/>
                <a:gd name="connsiteY77" fmla="*/ 618102 h 1647825"/>
                <a:gd name="connsiteX78" fmla="*/ 145256 w 885825"/>
                <a:gd name="connsiteY78" fmla="*/ 600957 h 1647825"/>
                <a:gd name="connsiteX79" fmla="*/ 7144 w 885825"/>
                <a:gd name="connsiteY79" fmla="*/ 817174 h 1647825"/>
                <a:gd name="connsiteX80" fmla="*/ 164306 w 885825"/>
                <a:gd name="connsiteY80" fmla="*/ 1041964 h 1647825"/>
                <a:gd name="connsiteX81" fmla="*/ 174784 w 885825"/>
                <a:gd name="connsiteY81" fmla="*/ 1041964 h 1647825"/>
                <a:gd name="connsiteX82" fmla="*/ 346234 w 885825"/>
                <a:gd name="connsiteY82" fmla="*/ 870514 h 1647825"/>
                <a:gd name="connsiteX83" fmla="*/ 367189 w 885825"/>
                <a:gd name="connsiteY83" fmla="*/ 853369 h 1647825"/>
                <a:gd name="connsiteX84" fmla="*/ 382429 w 885825"/>
                <a:gd name="connsiteY84" fmla="*/ 871467 h 1647825"/>
                <a:gd name="connsiteX85" fmla="*/ 346234 w 885825"/>
                <a:gd name="connsiteY85" fmla="*/ 987672 h 1647825"/>
                <a:gd name="connsiteX86" fmla="*/ 350044 w 885825"/>
                <a:gd name="connsiteY86" fmla="*/ 1021009 h 1647825"/>
                <a:gd name="connsiteX87" fmla="*/ 360521 w 885825"/>
                <a:gd name="connsiteY87" fmla="*/ 1052442 h 1647825"/>
                <a:gd name="connsiteX88" fmla="*/ 451009 w 885825"/>
                <a:gd name="connsiteY88" fmla="*/ 1141024 h 1647825"/>
                <a:gd name="connsiteX89" fmla="*/ 482441 w 885825"/>
                <a:gd name="connsiteY89" fmla="*/ 1150549 h 1647825"/>
                <a:gd name="connsiteX90" fmla="*/ 516731 w 885825"/>
                <a:gd name="connsiteY90" fmla="*/ 1154359 h 1647825"/>
                <a:gd name="connsiteX91" fmla="*/ 688181 w 885825"/>
                <a:gd name="connsiteY91" fmla="*/ 982909 h 1647825"/>
                <a:gd name="connsiteX92" fmla="*/ 709136 w 885825"/>
                <a:gd name="connsiteY92" fmla="*/ 965764 h 1647825"/>
                <a:gd name="connsiteX93" fmla="*/ 724376 w 885825"/>
                <a:gd name="connsiteY93" fmla="*/ 983862 h 1647825"/>
                <a:gd name="connsiteX94" fmla="*/ 721519 w 885825"/>
                <a:gd name="connsiteY94" fmla="*/ 1017199 h 1647825"/>
                <a:gd name="connsiteX95" fmla="*/ 684371 w 885825"/>
                <a:gd name="connsiteY95" fmla="*/ 1105782 h 1647825"/>
                <a:gd name="connsiteX96" fmla="*/ 663416 w 885825"/>
                <a:gd name="connsiteY96" fmla="*/ 1129595 h 1647825"/>
                <a:gd name="connsiteX97" fmla="*/ 517684 w 885825"/>
                <a:gd name="connsiteY97" fmla="*/ 1189602 h 1647825"/>
                <a:gd name="connsiteX98" fmla="*/ 488156 w 885825"/>
                <a:gd name="connsiteY98" fmla="*/ 1187697 h 1647825"/>
                <a:gd name="connsiteX99" fmla="*/ 459581 w 885825"/>
                <a:gd name="connsiteY99" fmla="*/ 1181982 h 1647825"/>
                <a:gd name="connsiteX100" fmla="*/ 315754 w 885825"/>
                <a:gd name="connsiteY100" fmla="*/ 1023867 h 1647825"/>
                <a:gd name="connsiteX101" fmla="*/ 172879 w 885825"/>
                <a:gd name="connsiteY101" fmla="*/ 1185792 h 1647825"/>
                <a:gd name="connsiteX102" fmla="*/ 341471 w 885825"/>
                <a:gd name="connsiteY102" fmla="*/ 1345812 h 1647825"/>
                <a:gd name="connsiteX103" fmla="*/ 373856 w 885825"/>
                <a:gd name="connsiteY103" fmla="*/ 1348670 h 1647825"/>
                <a:gd name="connsiteX104" fmla="*/ 386239 w 885825"/>
                <a:gd name="connsiteY104" fmla="*/ 1348670 h 1647825"/>
                <a:gd name="connsiteX105" fmla="*/ 383381 w 885825"/>
                <a:gd name="connsiteY105" fmla="*/ 1369624 h 1647825"/>
                <a:gd name="connsiteX106" fmla="*/ 382429 w 885825"/>
                <a:gd name="connsiteY106" fmla="*/ 1391532 h 1647825"/>
                <a:gd name="connsiteX107" fmla="*/ 527209 w 885825"/>
                <a:gd name="connsiteY107" fmla="*/ 1625847 h 1647825"/>
                <a:gd name="connsiteX108" fmla="*/ 558641 w 885825"/>
                <a:gd name="connsiteY108" fmla="*/ 1636324 h 1647825"/>
                <a:gd name="connsiteX109" fmla="*/ 756761 w 885825"/>
                <a:gd name="connsiteY109" fmla="*/ 1596320 h 1647825"/>
                <a:gd name="connsiteX110" fmla="*/ 777716 w 885825"/>
                <a:gd name="connsiteY110" fmla="*/ 1584890 h 1647825"/>
                <a:gd name="connsiteX111" fmla="*/ 858679 w 885825"/>
                <a:gd name="connsiteY111" fmla="*/ 1491545 h 1647825"/>
                <a:gd name="connsiteX112" fmla="*/ 791051 w 885825"/>
                <a:gd name="connsiteY112" fmla="*/ 1321999 h 1647825"/>
                <a:gd name="connsiteX113" fmla="*/ 771049 w 885825"/>
                <a:gd name="connsiteY113" fmla="*/ 1318190 h 1647825"/>
                <a:gd name="connsiteX114" fmla="*/ 750094 w 885825"/>
                <a:gd name="connsiteY114" fmla="*/ 1317237 h 1647825"/>
                <a:gd name="connsiteX115" fmla="*/ 608171 w 885825"/>
                <a:gd name="connsiteY115" fmla="*/ 1392484 h 1647825"/>
                <a:gd name="connsiteX116" fmla="*/ 591979 w 885825"/>
                <a:gd name="connsiteY116" fmla="*/ 1422012 h 1647825"/>
                <a:gd name="connsiteX117" fmla="*/ 576739 w 885825"/>
                <a:gd name="connsiteY117" fmla="*/ 1497259 h 1647825"/>
                <a:gd name="connsiteX118" fmla="*/ 552926 w 885825"/>
                <a:gd name="connsiteY118" fmla="*/ 1501070 h 1647825"/>
                <a:gd name="connsiteX119" fmla="*/ 546259 w 885825"/>
                <a:gd name="connsiteY119" fmla="*/ 1447729 h 1647825"/>
                <a:gd name="connsiteX120" fmla="*/ 552926 w 885825"/>
                <a:gd name="connsiteY120" fmla="*/ 1422965 h 1647825"/>
                <a:gd name="connsiteX121" fmla="*/ 565309 w 885825"/>
                <a:gd name="connsiteY121" fmla="*/ 1393437 h 1647825"/>
                <a:gd name="connsiteX122" fmla="*/ 749141 w 885825"/>
                <a:gd name="connsiteY122" fmla="*/ 1281042 h 1647825"/>
                <a:gd name="connsiteX123" fmla="*/ 164306 w 885825"/>
                <a:gd name="connsiteY123" fmla="*/ 969574 h 1647825"/>
                <a:gd name="connsiteX124" fmla="*/ 140494 w 885825"/>
                <a:gd name="connsiteY124" fmla="*/ 968622 h 1647825"/>
                <a:gd name="connsiteX125" fmla="*/ 118586 w 885825"/>
                <a:gd name="connsiteY125" fmla="*/ 678109 h 1647825"/>
                <a:gd name="connsiteX126" fmla="*/ 133826 w 885825"/>
                <a:gd name="connsiteY126" fmla="*/ 661917 h 1647825"/>
                <a:gd name="connsiteX127" fmla="*/ 134779 w 885825"/>
                <a:gd name="connsiteY127" fmla="*/ 661917 h 1647825"/>
                <a:gd name="connsiteX128" fmla="*/ 153829 w 885825"/>
                <a:gd name="connsiteY128" fmla="*/ 691444 h 1647825"/>
                <a:gd name="connsiteX129" fmla="*/ 153829 w 885825"/>
                <a:gd name="connsiteY129" fmla="*/ 692397 h 1647825"/>
                <a:gd name="connsiteX130" fmla="*/ 146209 w 885825"/>
                <a:gd name="connsiteY130" fmla="*/ 700969 h 1647825"/>
                <a:gd name="connsiteX131" fmla="*/ 165259 w 885825"/>
                <a:gd name="connsiteY131" fmla="*/ 942904 h 1647825"/>
                <a:gd name="connsiteX132" fmla="*/ 164306 w 885825"/>
                <a:gd name="connsiteY132" fmla="*/ 969574 h 1647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</a:cxnLst>
              <a:rect l="l" t="t" r="r" b="b"/>
              <a:pathLst>
                <a:path w="885825" h="1647825">
                  <a:moveTo>
                    <a:pt x="749141" y="1281042"/>
                  </a:moveTo>
                  <a:cubicBezTo>
                    <a:pt x="789146" y="1281042"/>
                    <a:pt x="827246" y="1292472"/>
                    <a:pt x="858679" y="1312474"/>
                  </a:cubicBezTo>
                  <a:cubicBezTo>
                    <a:pt x="858679" y="1312474"/>
                    <a:pt x="858679" y="1302949"/>
                    <a:pt x="858679" y="1287709"/>
                  </a:cubicBezTo>
                  <a:cubicBezTo>
                    <a:pt x="874871" y="1196270"/>
                    <a:pt x="875824" y="1101972"/>
                    <a:pt x="861536" y="1006722"/>
                  </a:cubicBezTo>
                  <a:cubicBezTo>
                    <a:pt x="859631" y="996244"/>
                    <a:pt x="857726" y="985767"/>
                    <a:pt x="855821" y="975289"/>
                  </a:cubicBezTo>
                  <a:cubicBezTo>
                    <a:pt x="847249" y="938142"/>
                    <a:pt x="828199" y="900042"/>
                    <a:pt x="791051" y="885754"/>
                  </a:cubicBezTo>
                  <a:cubicBezTo>
                    <a:pt x="784384" y="882897"/>
                    <a:pt x="777716" y="880992"/>
                    <a:pt x="770096" y="880039"/>
                  </a:cubicBezTo>
                  <a:cubicBezTo>
                    <a:pt x="762476" y="879087"/>
                    <a:pt x="753904" y="879087"/>
                    <a:pt x="745331" y="880039"/>
                  </a:cubicBezTo>
                  <a:cubicBezTo>
                    <a:pt x="736759" y="880992"/>
                    <a:pt x="727234" y="881944"/>
                    <a:pt x="718661" y="884802"/>
                  </a:cubicBezTo>
                  <a:cubicBezTo>
                    <a:pt x="651034" y="903852"/>
                    <a:pt x="611029" y="975289"/>
                    <a:pt x="630079" y="1042917"/>
                  </a:cubicBezTo>
                  <a:cubicBezTo>
                    <a:pt x="631984" y="1050537"/>
                    <a:pt x="627221" y="1059109"/>
                    <a:pt x="618649" y="1060062"/>
                  </a:cubicBezTo>
                  <a:cubicBezTo>
                    <a:pt x="611981" y="1061014"/>
                    <a:pt x="606266" y="1056252"/>
                    <a:pt x="604361" y="1049584"/>
                  </a:cubicBezTo>
                  <a:cubicBezTo>
                    <a:pt x="581501" y="967669"/>
                    <a:pt x="629126" y="881944"/>
                    <a:pt x="711041" y="859084"/>
                  </a:cubicBezTo>
                  <a:cubicBezTo>
                    <a:pt x="719614" y="856227"/>
                    <a:pt x="729139" y="855274"/>
                    <a:pt x="737711" y="854322"/>
                  </a:cubicBezTo>
                  <a:cubicBezTo>
                    <a:pt x="748189" y="854322"/>
                    <a:pt x="758666" y="855274"/>
                    <a:pt x="768191" y="857179"/>
                  </a:cubicBezTo>
                  <a:cubicBezTo>
                    <a:pt x="798671" y="853369"/>
                    <a:pt x="817721" y="891469"/>
                    <a:pt x="846296" y="891469"/>
                  </a:cubicBezTo>
                  <a:cubicBezTo>
                    <a:pt x="827246" y="834319"/>
                    <a:pt x="855821" y="767644"/>
                    <a:pt x="855821" y="707637"/>
                  </a:cubicBezTo>
                  <a:cubicBezTo>
                    <a:pt x="856774" y="699064"/>
                    <a:pt x="856774" y="690492"/>
                    <a:pt x="856774" y="681919"/>
                  </a:cubicBezTo>
                  <a:cubicBezTo>
                    <a:pt x="859631" y="671442"/>
                    <a:pt x="861536" y="660964"/>
                    <a:pt x="863441" y="650487"/>
                  </a:cubicBezTo>
                  <a:cubicBezTo>
                    <a:pt x="865346" y="640009"/>
                    <a:pt x="866299" y="629532"/>
                    <a:pt x="868204" y="619054"/>
                  </a:cubicBezTo>
                  <a:cubicBezTo>
                    <a:pt x="893921" y="510469"/>
                    <a:pt x="865346" y="415219"/>
                    <a:pt x="856774" y="311397"/>
                  </a:cubicBezTo>
                  <a:cubicBezTo>
                    <a:pt x="856774" y="300919"/>
                    <a:pt x="856774" y="290442"/>
                    <a:pt x="856774" y="280917"/>
                  </a:cubicBezTo>
                  <a:cubicBezTo>
                    <a:pt x="856774" y="243769"/>
                    <a:pt x="856774" y="220909"/>
                    <a:pt x="856774" y="220909"/>
                  </a:cubicBezTo>
                  <a:lnTo>
                    <a:pt x="854869" y="221862"/>
                  </a:lnTo>
                  <a:cubicBezTo>
                    <a:pt x="848201" y="162807"/>
                    <a:pt x="819626" y="109467"/>
                    <a:pt x="776764" y="71367"/>
                  </a:cubicBezTo>
                  <a:cubicBezTo>
                    <a:pt x="768191" y="63747"/>
                    <a:pt x="759619" y="57079"/>
                    <a:pt x="750094" y="50412"/>
                  </a:cubicBezTo>
                  <a:cubicBezTo>
                    <a:pt x="721519" y="31362"/>
                    <a:pt x="690086" y="18027"/>
                    <a:pt x="656749" y="12312"/>
                  </a:cubicBezTo>
                  <a:cubicBezTo>
                    <a:pt x="645319" y="10407"/>
                    <a:pt x="634841" y="9454"/>
                    <a:pt x="623411" y="8502"/>
                  </a:cubicBezTo>
                  <a:cubicBezTo>
                    <a:pt x="502444" y="-4833"/>
                    <a:pt x="359569" y="80892"/>
                    <a:pt x="391954" y="227577"/>
                  </a:cubicBezTo>
                  <a:cubicBezTo>
                    <a:pt x="395764" y="236149"/>
                    <a:pt x="399574" y="244722"/>
                    <a:pt x="405289" y="253294"/>
                  </a:cubicBezTo>
                  <a:cubicBezTo>
                    <a:pt x="427196" y="290442"/>
                    <a:pt x="474821" y="328542"/>
                    <a:pt x="520541" y="332352"/>
                  </a:cubicBezTo>
                  <a:cubicBezTo>
                    <a:pt x="530066" y="334257"/>
                    <a:pt x="540544" y="335209"/>
                    <a:pt x="551021" y="335209"/>
                  </a:cubicBezTo>
                  <a:cubicBezTo>
                    <a:pt x="633889" y="335209"/>
                    <a:pt x="702469" y="276154"/>
                    <a:pt x="718661" y="198049"/>
                  </a:cubicBezTo>
                  <a:cubicBezTo>
                    <a:pt x="720566" y="186619"/>
                    <a:pt x="722471" y="175189"/>
                    <a:pt x="722471" y="163759"/>
                  </a:cubicBezTo>
                  <a:cubicBezTo>
                    <a:pt x="722471" y="153282"/>
                    <a:pt x="731996" y="144709"/>
                    <a:pt x="743426" y="146614"/>
                  </a:cubicBezTo>
                  <a:cubicBezTo>
                    <a:pt x="751999" y="147567"/>
                    <a:pt x="758666" y="156139"/>
                    <a:pt x="758666" y="164712"/>
                  </a:cubicBezTo>
                  <a:cubicBezTo>
                    <a:pt x="758666" y="248532"/>
                    <a:pt x="708184" y="320922"/>
                    <a:pt x="635794" y="353307"/>
                  </a:cubicBezTo>
                  <a:cubicBezTo>
                    <a:pt x="664369" y="365689"/>
                    <a:pt x="689134" y="384739"/>
                    <a:pt x="708184" y="407599"/>
                  </a:cubicBezTo>
                  <a:cubicBezTo>
                    <a:pt x="714851" y="415219"/>
                    <a:pt x="720566" y="423792"/>
                    <a:pt x="726281" y="432364"/>
                  </a:cubicBezTo>
                  <a:cubicBezTo>
                    <a:pt x="771049" y="473322"/>
                    <a:pt x="761524" y="530472"/>
                    <a:pt x="757714" y="584764"/>
                  </a:cubicBezTo>
                  <a:cubicBezTo>
                    <a:pt x="755809" y="593337"/>
                    <a:pt x="753904" y="602862"/>
                    <a:pt x="751046" y="611434"/>
                  </a:cubicBezTo>
                  <a:cubicBezTo>
                    <a:pt x="748189" y="620007"/>
                    <a:pt x="745331" y="628579"/>
                    <a:pt x="741521" y="637152"/>
                  </a:cubicBezTo>
                  <a:cubicBezTo>
                    <a:pt x="737711" y="645724"/>
                    <a:pt x="732949" y="654297"/>
                    <a:pt x="727234" y="661917"/>
                  </a:cubicBezTo>
                  <a:cubicBezTo>
                    <a:pt x="716756" y="678109"/>
                    <a:pt x="703421" y="693349"/>
                    <a:pt x="687229" y="706684"/>
                  </a:cubicBezTo>
                  <a:cubicBezTo>
                    <a:pt x="689134" y="740974"/>
                    <a:pt x="709136" y="771454"/>
                    <a:pt x="737711" y="786694"/>
                  </a:cubicBezTo>
                  <a:cubicBezTo>
                    <a:pt x="744379" y="790504"/>
                    <a:pt x="752951" y="794314"/>
                    <a:pt x="760571" y="796219"/>
                  </a:cubicBezTo>
                  <a:cubicBezTo>
                    <a:pt x="771049" y="791457"/>
                    <a:pt x="780574" y="794314"/>
                    <a:pt x="788194" y="799077"/>
                  </a:cubicBezTo>
                  <a:cubicBezTo>
                    <a:pt x="810101" y="816222"/>
                    <a:pt x="800576" y="825747"/>
                    <a:pt x="783431" y="835272"/>
                  </a:cubicBezTo>
                  <a:cubicBezTo>
                    <a:pt x="773906" y="838129"/>
                    <a:pt x="762476" y="837177"/>
                    <a:pt x="752951" y="830509"/>
                  </a:cubicBezTo>
                  <a:cubicBezTo>
                    <a:pt x="743426" y="827652"/>
                    <a:pt x="733901" y="824794"/>
                    <a:pt x="724376" y="820032"/>
                  </a:cubicBezTo>
                  <a:cubicBezTo>
                    <a:pt x="689134" y="801934"/>
                    <a:pt x="662464" y="768597"/>
                    <a:pt x="653891" y="728592"/>
                  </a:cubicBezTo>
                  <a:cubicBezTo>
                    <a:pt x="559594" y="780027"/>
                    <a:pt x="439579" y="750499"/>
                    <a:pt x="381476" y="658107"/>
                  </a:cubicBezTo>
                  <a:cubicBezTo>
                    <a:pt x="376714" y="650487"/>
                    <a:pt x="377666" y="640962"/>
                    <a:pt x="384334" y="635247"/>
                  </a:cubicBezTo>
                  <a:cubicBezTo>
                    <a:pt x="392906" y="627627"/>
                    <a:pt x="405289" y="629532"/>
                    <a:pt x="411004" y="639057"/>
                  </a:cubicBezTo>
                  <a:cubicBezTo>
                    <a:pt x="440531" y="685729"/>
                    <a:pt x="490061" y="713352"/>
                    <a:pt x="541496" y="717162"/>
                  </a:cubicBezTo>
                  <a:cubicBezTo>
                    <a:pt x="545306" y="715257"/>
                    <a:pt x="548164" y="716209"/>
                    <a:pt x="552926" y="716209"/>
                  </a:cubicBezTo>
                  <a:cubicBezTo>
                    <a:pt x="611981" y="716209"/>
                    <a:pt x="663416" y="684777"/>
                    <a:pt x="693896" y="638104"/>
                  </a:cubicBezTo>
                  <a:cubicBezTo>
                    <a:pt x="699611" y="628579"/>
                    <a:pt x="705326" y="619054"/>
                    <a:pt x="710089" y="608577"/>
                  </a:cubicBezTo>
                  <a:cubicBezTo>
                    <a:pt x="732949" y="557142"/>
                    <a:pt x="723424" y="519042"/>
                    <a:pt x="710089" y="475227"/>
                  </a:cubicBezTo>
                  <a:cubicBezTo>
                    <a:pt x="705326" y="464749"/>
                    <a:pt x="700564" y="455224"/>
                    <a:pt x="693896" y="445699"/>
                  </a:cubicBezTo>
                  <a:cubicBezTo>
                    <a:pt x="663416" y="399979"/>
                    <a:pt x="611029" y="370452"/>
                    <a:pt x="551974" y="370452"/>
                  </a:cubicBezTo>
                  <a:cubicBezTo>
                    <a:pt x="546259" y="370452"/>
                    <a:pt x="539591" y="369499"/>
                    <a:pt x="532924" y="368547"/>
                  </a:cubicBezTo>
                  <a:cubicBezTo>
                    <a:pt x="485299" y="347592"/>
                    <a:pt x="440531" y="319017"/>
                    <a:pt x="397669" y="301872"/>
                  </a:cubicBezTo>
                  <a:cubicBezTo>
                    <a:pt x="389096" y="298062"/>
                    <a:pt x="380524" y="295204"/>
                    <a:pt x="371951" y="293299"/>
                  </a:cubicBezTo>
                  <a:cubicBezTo>
                    <a:pt x="294799" y="280917"/>
                    <a:pt x="209074" y="299967"/>
                    <a:pt x="180499" y="376167"/>
                  </a:cubicBezTo>
                  <a:cubicBezTo>
                    <a:pt x="170974" y="423792"/>
                    <a:pt x="161449" y="461892"/>
                    <a:pt x="175736" y="505707"/>
                  </a:cubicBezTo>
                  <a:cubicBezTo>
                    <a:pt x="177641" y="515232"/>
                    <a:pt x="179546" y="523804"/>
                    <a:pt x="181451" y="532377"/>
                  </a:cubicBezTo>
                  <a:cubicBezTo>
                    <a:pt x="186214" y="549522"/>
                    <a:pt x="193834" y="565714"/>
                    <a:pt x="202406" y="580954"/>
                  </a:cubicBezTo>
                  <a:cubicBezTo>
                    <a:pt x="207169" y="581907"/>
                    <a:pt x="211931" y="581907"/>
                    <a:pt x="217646" y="581907"/>
                  </a:cubicBezTo>
                  <a:cubicBezTo>
                    <a:pt x="225266" y="581907"/>
                    <a:pt x="231934" y="580954"/>
                    <a:pt x="239554" y="580002"/>
                  </a:cubicBezTo>
                  <a:cubicBezTo>
                    <a:pt x="247174" y="579049"/>
                    <a:pt x="253841" y="577144"/>
                    <a:pt x="260509" y="575239"/>
                  </a:cubicBezTo>
                  <a:cubicBezTo>
                    <a:pt x="305276" y="563809"/>
                    <a:pt x="330041" y="530472"/>
                    <a:pt x="344329" y="490467"/>
                  </a:cubicBezTo>
                  <a:cubicBezTo>
                    <a:pt x="347186" y="482847"/>
                    <a:pt x="350044" y="474274"/>
                    <a:pt x="351949" y="465702"/>
                  </a:cubicBezTo>
                  <a:cubicBezTo>
                    <a:pt x="361474" y="443794"/>
                    <a:pt x="361474" y="434269"/>
                    <a:pt x="361474" y="415219"/>
                  </a:cubicBezTo>
                  <a:cubicBezTo>
                    <a:pt x="370999" y="415219"/>
                    <a:pt x="390049" y="415219"/>
                    <a:pt x="390049" y="424744"/>
                  </a:cubicBezTo>
                  <a:cubicBezTo>
                    <a:pt x="399574" y="481894"/>
                    <a:pt x="361474" y="539044"/>
                    <a:pt x="325279" y="580954"/>
                  </a:cubicBezTo>
                  <a:cubicBezTo>
                    <a:pt x="317659" y="587622"/>
                    <a:pt x="310039" y="592384"/>
                    <a:pt x="301466" y="597147"/>
                  </a:cubicBezTo>
                  <a:cubicBezTo>
                    <a:pt x="276701" y="610482"/>
                    <a:pt x="248126" y="618102"/>
                    <a:pt x="218599" y="618102"/>
                  </a:cubicBezTo>
                  <a:cubicBezTo>
                    <a:pt x="191929" y="618102"/>
                    <a:pt x="168116" y="611434"/>
                    <a:pt x="145256" y="600957"/>
                  </a:cubicBezTo>
                  <a:cubicBezTo>
                    <a:pt x="64294" y="638104"/>
                    <a:pt x="7144" y="720972"/>
                    <a:pt x="7144" y="817174"/>
                  </a:cubicBezTo>
                  <a:cubicBezTo>
                    <a:pt x="7144" y="920044"/>
                    <a:pt x="72866" y="1008627"/>
                    <a:pt x="164306" y="1041964"/>
                  </a:cubicBezTo>
                  <a:cubicBezTo>
                    <a:pt x="168116" y="1041964"/>
                    <a:pt x="170974" y="1041964"/>
                    <a:pt x="174784" y="1041964"/>
                  </a:cubicBezTo>
                  <a:cubicBezTo>
                    <a:pt x="269081" y="1041964"/>
                    <a:pt x="346234" y="964812"/>
                    <a:pt x="346234" y="870514"/>
                  </a:cubicBezTo>
                  <a:cubicBezTo>
                    <a:pt x="346234" y="860037"/>
                    <a:pt x="355759" y="851464"/>
                    <a:pt x="367189" y="853369"/>
                  </a:cubicBezTo>
                  <a:cubicBezTo>
                    <a:pt x="375761" y="854322"/>
                    <a:pt x="382429" y="862894"/>
                    <a:pt x="382429" y="871467"/>
                  </a:cubicBezTo>
                  <a:cubicBezTo>
                    <a:pt x="382429" y="914329"/>
                    <a:pt x="369094" y="954334"/>
                    <a:pt x="346234" y="987672"/>
                  </a:cubicBezTo>
                  <a:cubicBezTo>
                    <a:pt x="346234" y="999102"/>
                    <a:pt x="348139" y="1010532"/>
                    <a:pt x="350044" y="1021009"/>
                  </a:cubicBezTo>
                  <a:cubicBezTo>
                    <a:pt x="352901" y="1031487"/>
                    <a:pt x="355759" y="1041964"/>
                    <a:pt x="360521" y="1052442"/>
                  </a:cubicBezTo>
                  <a:cubicBezTo>
                    <a:pt x="372904" y="1100067"/>
                    <a:pt x="401479" y="1128642"/>
                    <a:pt x="451009" y="1141024"/>
                  </a:cubicBezTo>
                  <a:cubicBezTo>
                    <a:pt x="461486" y="1144834"/>
                    <a:pt x="471964" y="1148645"/>
                    <a:pt x="482441" y="1150549"/>
                  </a:cubicBezTo>
                  <a:cubicBezTo>
                    <a:pt x="493871" y="1152454"/>
                    <a:pt x="504349" y="1154359"/>
                    <a:pt x="516731" y="1154359"/>
                  </a:cubicBezTo>
                  <a:cubicBezTo>
                    <a:pt x="611029" y="1154359"/>
                    <a:pt x="688181" y="1077207"/>
                    <a:pt x="688181" y="982909"/>
                  </a:cubicBezTo>
                  <a:cubicBezTo>
                    <a:pt x="688181" y="972432"/>
                    <a:pt x="697706" y="963859"/>
                    <a:pt x="709136" y="965764"/>
                  </a:cubicBezTo>
                  <a:cubicBezTo>
                    <a:pt x="717709" y="966717"/>
                    <a:pt x="724376" y="975289"/>
                    <a:pt x="724376" y="983862"/>
                  </a:cubicBezTo>
                  <a:cubicBezTo>
                    <a:pt x="724376" y="995292"/>
                    <a:pt x="723424" y="1006722"/>
                    <a:pt x="721519" y="1017199"/>
                  </a:cubicBezTo>
                  <a:cubicBezTo>
                    <a:pt x="725329" y="1052442"/>
                    <a:pt x="696754" y="1071492"/>
                    <a:pt x="684371" y="1105782"/>
                  </a:cubicBezTo>
                  <a:cubicBezTo>
                    <a:pt x="677704" y="1114354"/>
                    <a:pt x="671036" y="1121974"/>
                    <a:pt x="663416" y="1129595"/>
                  </a:cubicBezTo>
                  <a:cubicBezTo>
                    <a:pt x="626269" y="1166742"/>
                    <a:pt x="574834" y="1189602"/>
                    <a:pt x="517684" y="1189602"/>
                  </a:cubicBezTo>
                  <a:cubicBezTo>
                    <a:pt x="507206" y="1189602"/>
                    <a:pt x="497681" y="1188649"/>
                    <a:pt x="488156" y="1187697"/>
                  </a:cubicBezTo>
                  <a:cubicBezTo>
                    <a:pt x="478631" y="1186745"/>
                    <a:pt x="469106" y="1183887"/>
                    <a:pt x="459581" y="1181982"/>
                  </a:cubicBezTo>
                  <a:cubicBezTo>
                    <a:pt x="382429" y="1166742"/>
                    <a:pt x="334804" y="1100067"/>
                    <a:pt x="315754" y="1023867"/>
                  </a:cubicBezTo>
                  <a:cubicBezTo>
                    <a:pt x="249079" y="1071492"/>
                    <a:pt x="153829" y="1071492"/>
                    <a:pt x="172879" y="1185792"/>
                  </a:cubicBezTo>
                  <a:cubicBezTo>
                    <a:pt x="191929" y="1271517"/>
                    <a:pt x="258604" y="1338192"/>
                    <a:pt x="341471" y="1345812"/>
                  </a:cubicBezTo>
                  <a:cubicBezTo>
                    <a:pt x="351949" y="1347717"/>
                    <a:pt x="362426" y="1348670"/>
                    <a:pt x="373856" y="1348670"/>
                  </a:cubicBezTo>
                  <a:cubicBezTo>
                    <a:pt x="377666" y="1348670"/>
                    <a:pt x="381476" y="1348670"/>
                    <a:pt x="386239" y="1348670"/>
                  </a:cubicBezTo>
                  <a:cubicBezTo>
                    <a:pt x="385286" y="1355337"/>
                    <a:pt x="384334" y="1362957"/>
                    <a:pt x="383381" y="1369624"/>
                  </a:cubicBezTo>
                  <a:cubicBezTo>
                    <a:pt x="382429" y="1376292"/>
                    <a:pt x="382429" y="1383912"/>
                    <a:pt x="382429" y="1391532"/>
                  </a:cubicBezTo>
                  <a:cubicBezTo>
                    <a:pt x="373856" y="1500117"/>
                    <a:pt x="421481" y="1595367"/>
                    <a:pt x="527209" y="1625847"/>
                  </a:cubicBezTo>
                  <a:cubicBezTo>
                    <a:pt x="537686" y="1629657"/>
                    <a:pt x="548164" y="1633467"/>
                    <a:pt x="558641" y="1636324"/>
                  </a:cubicBezTo>
                  <a:cubicBezTo>
                    <a:pt x="623411" y="1652517"/>
                    <a:pt x="698659" y="1636324"/>
                    <a:pt x="756761" y="1596320"/>
                  </a:cubicBezTo>
                  <a:cubicBezTo>
                    <a:pt x="764381" y="1592509"/>
                    <a:pt x="771049" y="1588699"/>
                    <a:pt x="777716" y="1584890"/>
                  </a:cubicBezTo>
                  <a:cubicBezTo>
                    <a:pt x="812006" y="1563934"/>
                    <a:pt x="841534" y="1533454"/>
                    <a:pt x="858679" y="1491545"/>
                  </a:cubicBezTo>
                  <a:cubicBezTo>
                    <a:pt x="887254" y="1424870"/>
                    <a:pt x="877729" y="1339145"/>
                    <a:pt x="791051" y="1321999"/>
                  </a:cubicBezTo>
                  <a:cubicBezTo>
                    <a:pt x="784384" y="1320095"/>
                    <a:pt x="777716" y="1319142"/>
                    <a:pt x="771049" y="1318190"/>
                  </a:cubicBezTo>
                  <a:cubicBezTo>
                    <a:pt x="764381" y="1317237"/>
                    <a:pt x="757714" y="1317237"/>
                    <a:pt x="750094" y="1317237"/>
                  </a:cubicBezTo>
                  <a:cubicBezTo>
                    <a:pt x="691039" y="1317237"/>
                    <a:pt x="638651" y="1347717"/>
                    <a:pt x="608171" y="1392484"/>
                  </a:cubicBezTo>
                  <a:cubicBezTo>
                    <a:pt x="602456" y="1402009"/>
                    <a:pt x="596741" y="1411534"/>
                    <a:pt x="591979" y="1422012"/>
                  </a:cubicBezTo>
                  <a:cubicBezTo>
                    <a:pt x="577691" y="1445824"/>
                    <a:pt x="590074" y="1483924"/>
                    <a:pt x="576739" y="1497259"/>
                  </a:cubicBezTo>
                  <a:cubicBezTo>
                    <a:pt x="571976" y="1502022"/>
                    <a:pt x="565309" y="1503927"/>
                    <a:pt x="552926" y="1501070"/>
                  </a:cubicBezTo>
                  <a:cubicBezTo>
                    <a:pt x="543401" y="1482020"/>
                    <a:pt x="543401" y="1462970"/>
                    <a:pt x="546259" y="1447729"/>
                  </a:cubicBezTo>
                  <a:cubicBezTo>
                    <a:pt x="548164" y="1439157"/>
                    <a:pt x="551021" y="1430584"/>
                    <a:pt x="552926" y="1422965"/>
                  </a:cubicBezTo>
                  <a:cubicBezTo>
                    <a:pt x="556736" y="1412487"/>
                    <a:pt x="560546" y="1402962"/>
                    <a:pt x="565309" y="1393437"/>
                  </a:cubicBezTo>
                  <a:cubicBezTo>
                    <a:pt x="600551" y="1326762"/>
                    <a:pt x="669131" y="1281042"/>
                    <a:pt x="749141" y="1281042"/>
                  </a:cubicBezTo>
                  <a:close/>
                  <a:moveTo>
                    <a:pt x="164306" y="969574"/>
                  </a:moveTo>
                  <a:cubicBezTo>
                    <a:pt x="157639" y="975289"/>
                    <a:pt x="147161" y="975289"/>
                    <a:pt x="140494" y="968622"/>
                  </a:cubicBezTo>
                  <a:cubicBezTo>
                    <a:pt x="54769" y="894327"/>
                    <a:pt x="45244" y="763834"/>
                    <a:pt x="118586" y="678109"/>
                  </a:cubicBezTo>
                  <a:cubicBezTo>
                    <a:pt x="123349" y="672394"/>
                    <a:pt x="129064" y="667632"/>
                    <a:pt x="133826" y="661917"/>
                  </a:cubicBezTo>
                  <a:cubicBezTo>
                    <a:pt x="133826" y="661917"/>
                    <a:pt x="134779" y="661917"/>
                    <a:pt x="134779" y="661917"/>
                  </a:cubicBezTo>
                  <a:lnTo>
                    <a:pt x="153829" y="691444"/>
                  </a:lnTo>
                  <a:cubicBezTo>
                    <a:pt x="153829" y="691444"/>
                    <a:pt x="153829" y="691444"/>
                    <a:pt x="153829" y="692397"/>
                  </a:cubicBezTo>
                  <a:cubicBezTo>
                    <a:pt x="150971" y="695254"/>
                    <a:pt x="148114" y="698112"/>
                    <a:pt x="146209" y="700969"/>
                  </a:cubicBezTo>
                  <a:cubicBezTo>
                    <a:pt x="84296" y="772407"/>
                    <a:pt x="92869" y="880992"/>
                    <a:pt x="165259" y="942904"/>
                  </a:cubicBezTo>
                  <a:cubicBezTo>
                    <a:pt x="172879" y="949572"/>
                    <a:pt x="172879" y="961954"/>
                    <a:pt x="164306" y="96957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D0BD4CB-B29D-469B-BA05-B472758C801F}"/>
                </a:ext>
              </a:extLst>
            </p:cNvPr>
            <p:cNvSpPr/>
            <p:nvPr/>
          </p:nvSpPr>
          <p:spPr>
            <a:xfrm>
              <a:off x="8319409" y="2396187"/>
              <a:ext cx="885825" cy="1647825"/>
            </a:xfrm>
            <a:custGeom>
              <a:avLst/>
              <a:gdLst>
                <a:gd name="connsiteX0" fmla="*/ 320891 w 885825"/>
                <a:gd name="connsiteY0" fmla="*/ 1394389 h 1647825"/>
                <a:gd name="connsiteX1" fmla="*/ 333274 w 885825"/>
                <a:gd name="connsiteY1" fmla="*/ 1423917 h 1647825"/>
                <a:gd name="connsiteX2" fmla="*/ 339941 w 885825"/>
                <a:gd name="connsiteY2" fmla="*/ 1448682 h 1647825"/>
                <a:gd name="connsiteX3" fmla="*/ 333274 w 885825"/>
                <a:gd name="connsiteY3" fmla="*/ 1502022 h 1647825"/>
                <a:gd name="connsiteX4" fmla="*/ 309461 w 885825"/>
                <a:gd name="connsiteY4" fmla="*/ 1498212 h 1647825"/>
                <a:gd name="connsiteX5" fmla="*/ 294221 w 885825"/>
                <a:gd name="connsiteY5" fmla="*/ 1422964 h 1647825"/>
                <a:gd name="connsiteX6" fmla="*/ 278029 w 885825"/>
                <a:gd name="connsiteY6" fmla="*/ 1393437 h 1647825"/>
                <a:gd name="connsiteX7" fmla="*/ 136106 w 885825"/>
                <a:gd name="connsiteY7" fmla="*/ 1318189 h 1647825"/>
                <a:gd name="connsiteX8" fmla="*/ 115151 w 885825"/>
                <a:gd name="connsiteY8" fmla="*/ 1319142 h 1647825"/>
                <a:gd name="connsiteX9" fmla="*/ 95149 w 885825"/>
                <a:gd name="connsiteY9" fmla="*/ 1322952 h 1647825"/>
                <a:gd name="connsiteX10" fmla="*/ 27521 w 885825"/>
                <a:gd name="connsiteY10" fmla="*/ 1492497 h 1647825"/>
                <a:gd name="connsiteX11" fmla="*/ 108484 w 885825"/>
                <a:gd name="connsiteY11" fmla="*/ 1585842 h 1647825"/>
                <a:gd name="connsiteX12" fmla="*/ 129439 w 885825"/>
                <a:gd name="connsiteY12" fmla="*/ 1597272 h 1647825"/>
                <a:gd name="connsiteX13" fmla="*/ 327559 w 885825"/>
                <a:gd name="connsiteY13" fmla="*/ 1637277 h 1647825"/>
                <a:gd name="connsiteX14" fmla="*/ 358991 w 885825"/>
                <a:gd name="connsiteY14" fmla="*/ 1626800 h 1647825"/>
                <a:gd name="connsiteX15" fmla="*/ 503771 w 885825"/>
                <a:gd name="connsiteY15" fmla="*/ 1392484 h 1647825"/>
                <a:gd name="connsiteX16" fmla="*/ 502819 w 885825"/>
                <a:gd name="connsiteY16" fmla="*/ 1370577 h 1647825"/>
                <a:gd name="connsiteX17" fmla="*/ 499961 w 885825"/>
                <a:gd name="connsiteY17" fmla="*/ 1349622 h 1647825"/>
                <a:gd name="connsiteX18" fmla="*/ 512344 w 885825"/>
                <a:gd name="connsiteY18" fmla="*/ 1349622 h 1647825"/>
                <a:gd name="connsiteX19" fmla="*/ 544729 w 885825"/>
                <a:gd name="connsiteY19" fmla="*/ 1346764 h 1647825"/>
                <a:gd name="connsiteX20" fmla="*/ 713321 w 885825"/>
                <a:gd name="connsiteY20" fmla="*/ 1186744 h 1647825"/>
                <a:gd name="connsiteX21" fmla="*/ 570446 w 885825"/>
                <a:gd name="connsiteY21" fmla="*/ 1024819 h 1647825"/>
                <a:gd name="connsiteX22" fmla="*/ 426619 w 885825"/>
                <a:gd name="connsiteY22" fmla="*/ 1182934 h 1647825"/>
                <a:gd name="connsiteX23" fmla="*/ 398044 w 885825"/>
                <a:gd name="connsiteY23" fmla="*/ 1188650 h 1647825"/>
                <a:gd name="connsiteX24" fmla="*/ 368516 w 885825"/>
                <a:gd name="connsiteY24" fmla="*/ 1190554 h 1647825"/>
                <a:gd name="connsiteX25" fmla="*/ 222784 w 885825"/>
                <a:gd name="connsiteY25" fmla="*/ 1130547 h 1647825"/>
                <a:gd name="connsiteX26" fmla="*/ 201829 w 885825"/>
                <a:gd name="connsiteY26" fmla="*/ 1106734 h 1647825"/>
                <a:gd name="connsiteX27" fmla="*/ 164681 w 885825"/>
                <a:gd name="connsiteY27" fmla="*/ 1018152 h 1647825"/>
                <a:gd name="connsiteX28" fmla="*/ 161824 w 885825"/>
                <a:gd name="connsiteY28" fmla="*/ 984814 h 1647825"/>
                <a:gd name="connsiteX29" fmla="*/ 177064 w 885825"/>
                <a:gd name="connsiteY29" fmla="*/ 966717 h 1647825"/>
                <a:gd name="connsiteX30" fmla="*/ 198019 w 885825"/>
                <a:gd name="connsiteY30" fmla="*/ 983862 h 1647825"/>
                <a:gd name="connsiteX31" fmla="*/ 369469 w 885825"/>
                <a:gd name="connsiteY31" fmla="*/ 1155312 h 1647825"/>
                <a:gd name="connsiteX32" fmla="*/ 403759 w 885825"/>
                <a:gd name="connsiteY32" fmla="*/ 1151502 h 1647825"/>
                <a:gd name="connsiteX33" fmla="*/ 435191 w 885825"/>
                <a:gd name="connsiteY33" fmla="*/ 1141977 h 1647825"/>
                <a:gd name="connsiteX34" fmla="*/ 525679 w 885825"/>
                <a:gd name="connsiteY34" fmla="*/ 1053394 h 1647825"/>
                <a:gd name="connsiteX35" fmla="*/ 536156 w 885825"/>
                <a:gd name="connsiteY35" fmla="*/ 1021962 h 1647825"/>
                <a:gd name="connsiteX36" fmla="*/ 539966 w 885825"/>
                <a:gd name="connsiteY36" fmla="*/ 988624 h 1647825"/>
                <a:gd name="connsiteX37" fmla="*/ 503771 w 885825"/>
                <a:gd name="connsiteY37" fmla="*/ 872419 h 1647825"/>
                <a:gd name="connsiteX38" fmla="*/ 519011 w 885825"/>
                <a:gd name="connsiteY38" fmla="*/ 854322 h 1647825"/>
                <a:gd name="connsiteX39" fmla="*/ 539966 w 885825"/>
                <a:gd name="connsiteY39" fmla="*/ 871467 h 1647825"/>
                <a:gd name="connsiteX40" fmla="*/ 711416 w 885825"/>
                <a:gd name="connsiteY40" fmla="*/ 1042917 h 1647825"/>
                <a:gd name="connsiteX41" fmla="*/ 721894 w 885825"/>
                <a:gd name="connsiteY41" fmla="*/ 1042917 h 1647825"/>
                <a:gd name="connsiteX42" fmla="*/ 879056 w 885825"/>
                <a:gd name="connsiteY42" fmla="*/ 818127 h 1647825"/>
                <a:gd name="connsiteX43" fmla="*/ 739991 w 885825"/>
                <a:gd name="connsiteY43" fmla="*/ 600957 h 1647825"/>
                <a:gd name="connsiteX44" fmla="*/ 666649 w 885825"/>
                <a:gd name="connsiteY44" fmla="*/ 618102 h 1647825"/>
                <a:gd name="connsiteX45" fmla="*/ 583781 w 885825"/>
                <a:gd name="connsiteY45" fmla="*/ 597147 h 1647825"/>
                <a:gd name="connsiteX46" fmla="*/ 559969 w 885825"/>
                <a:gd name="connsiteY46" fmla="*/ 580954 h 1647825"/>
                <a:gd name="connsiteX47" fmla="*/ 495199 w 885825"/>
                <a:gd name="connsiteY47" fmla="*/ 424744 h 1647825"/>
                <a:gd name="connsiteX48" fmla="*/ 523774 w 885825"/>
                <a:gd name="connsiteY48" fmla="*/ 415219 h 1647825"/>
                <a:gd name="connsiteX49" fmla="*/ 533299 w 885825"/>
                <a:gd name="connsiteY49" fmla="*/ 465702 h 1647825"/>
                <a:gd name="connsiteX50" fmla="*/ 540919 w 885825"/>
                <a:gd name="connsiteY50" fmla="*/ 490467 h 1647825"/>
                <a:gd name="connsiteX51" fmla="*/ 624739 w 885825"/>
                <a:gd name="connsiteY51" fmla="*/ 575239 h 1647825"/>
                <a:gd name="connsiteX52" fmla="*/ 645694 w 885825"/>
                <a:gd name="connsiteY52" fmla="*/ 580002 h 1647825"/>
                <a:gd name="connsiteX53" fmla="*/ 667601 w 885825"/>
                <a:gd name="connsiteY53" fmla="*/ 581907 h 1647825"/>
                <a:gd name="connsiteX54" fmla="*/ 682841 w 885825"/>
                <a:gd name="connsiteY54" fmla="*/ 580954 h 1647825"/>
                <a:gd name="connsiteX55" fmla="*/ 703796 w 885825"/>
                <a:gd name="connsiteY55" fmla="*/ 532377 h 1647825"/>
                <a:gd name="connsiteX56" fmla="*/ 709511 w 885825"/>
                <a:gd name="connsiteY56" fmla="*/ 505707 h 1647825"/>
                <a:gd name="connsiteX57" fmla="*/ 704749 w 885825"/>
                <a:gd name="connsiteY57" fmla="*/ 376167 h 1647825"/>
                <a:gd name="connsiteX58" fmla="*/ 513296 w 885825"/>
                <a:gd name="connsiteY58" fmla="*/ 293299 h 1647825"/>
                <a:gd name="connsiteX59" fmla="*/ 487579 w 885825"/>
                <a:gd name="connsiteY59" fmla="*/ 301872 h 1647825"/>
                <a:gd name="connsiteX60" fmla="*/ 352324 w 885825"/>
                <a:gd name="connsiteY60" fmla="*/ 368547 h 1647825"/>
                <a:gd name="connsiteX61" fmla="*/ 333274 w 885825"/>
                <a:gd name="connsiteY61" fmla="*/ 370452 h 1647825"/>
                <a:gd name="connsiteX62" fmla="*/ 191351 w 885825"/>
                <a:gd name="connsiteY62" fmla="*/ 445699 h 1647825"/>
                <a:gd name="connsiteX63" fmla="*/ 175159 w 885825"/>
                <a:gd name="connsiteY63" fmla="*/ 475227 h 1647825"/>
                <a:gd name="connsiteX64" fmla="*/ 175159 w 885825"/>
                <a:gd name="connsiteY64" fmla="*/ 608577 h 1647825"/>
                <a:gd name="connsiteX65" fmla="*/ 191351 w 885825"/>
                <a:gd name="connsiteY65" fmla="*/ 638104 h 1647825"/>
                <a:gd name="connsiteX66" fmla="*/ 332321 w 885825"/>
                <a:gd name="connsiteY66" fmla="*/ 716209 h 1647825"/>
                <a:gd name="connsiteX67" fmla="*/ 343751 w 885825"/>
                <a:gd name="connsiteY67" fmla="*/ 717162 h 1647825"/>
                <a:gd name="connsiteX68" fmla="*/ 474244 w 885825"/>
                <a:gd name="connsiteY68" fmla="*/ 639057 h 1647825"/>
                <a:gd name="connsiteX69" fmla="*/ 500914 w 885825"/>
                <a:gd name="connsiteY69" fmla="*/ 635247 h 1647825"/>
                <a:gd name="connsiteX70" fmla="*/ 503771 w 885825"/>
                <a:gd name="connsiteY70" fmla="*/ 658107 h 1647825"/>
                <a:gd name="connsiteX71" fmla="*/ 231356 w 885825"/>
                <a:gd name="connsiteY71" fmla="*/ 728592 h 1647825"/>
                <a:gd name="connsiteX72" fmla="*/ 160871 w 885825"/>
                <a:gd name="connsiteY72" fmla="*/ 820032 h 1647825"/>
                <a:gd name="connsiteX73" fmla="*/ 132296 w 885825"/>
                <a:gd name="connsiteY73" fmla="*/ 830509 h 1647825"/>
                <a:gd name="connsiteX74" fmla="*/ 101816 w 885825"/>
                <a:gd name="connsiteY74" fmla="*/ 835272 h 1647825"/>
                <a:gd name="connsiteX75" fmla="*/ 97054 w 885825"/>
                <a:gd name="connsiteY75" fmla="*/ 799077 h 1647825"/>
                <a:gd name="connsiteX76" fmla="*/ 124676 w 885825"/>
                <a:gd name="connsiteY76" fmla="*/ 796219 h 1647825"/>
                <a:gd name="connsiteX77" fmla="*/ 147536 w 885825"/>
                <a:gd name="connsiteY77" fmla="*/ 786694 h 1647825"/>
                <a:gd name="connsiteX78" fmla="*/ 198019 w 885825"/>
                <a:gd name="connsiteY78" fmla="*/ 706684 h 1647825"/>
                <a:gd name="connsiteX79" fmla="*/ 158014 w 885825"/>
                <a:gd name="connsiteY79" fmla="*/ 661917 h 1647825"/>
                <a:gd name="connsiteX80" fmla="*/ 143726 w 885825"/>
                <a:gd name="connsiteY80" fmla="*/ 637152 h 1647825"/>
                <a:gd name="connsiteX81" fmla="*/ 134201 w 885825"/>
                <a:gd name="connsiteY81" fmla="*/ 611434 h 1647825"/>
                <a:gd name="connsiteX82" fmla="*/ 127534 w 885825"/>
                <a:gd name="connsiteY82" fmla="*/ 584764 h 1647825"/>
                <a:gd name="connsiteX83" fmla="*/ 158966 w 885825"/>
                <a:gd name="connsiteY83" fmla="*/ 432364 h 1647825"/>
                <a:gd name="connsiteX84" fmla="*/ 177064 w 885825"/>
                <a:gd name="connsiteY84" fmla="*/ 407599 h 1647825"/>
                <a:gd name="connsiteX85" fmla="*/ 249454 w 885825"/>
                <a:gd name="connsiteY85" fmla="*/ 353307 h 1647825"/>
                <a:gd name="connsiteX86" fmla="*/ 126581 w 885825"/>
                <a:gd name="connsiteY86" fmla="*/ 164712 h 1647825"/>
                <a:gd name="connsiteX87" fmla="*/ 141821 w 885825"/>
                <a:gd name="connsiteY87" fmla="*/ 146614 h 1647825"/>
                <a:gd name="connsiteX88" fmla="*/ 162776 w 885825"/>
                <a:gd name="connsiteY88" fmla="*/ 163759 h 1647825"/>
                <a:gd name="connsiteX89" fmla="*/ 166586 w 885825"/>
                <a:gd name="connsiteY89" fmla="*/ 198049 h 1647825"/>
                <a:gd name="connsiteX90" fmla="*/ 334226 w 885825"/>
                <a:gd name="connsiteY90" fmla="*/ 335209 h 1647825"/>
                <a:gd name="connsiteX91" fmla="*/ 364706 w 885825"/>
                <a:gd name="connsiteY91" fmla="*/ 332352 h 1647825"/>
                <a:gd name="connsiteX92" fmla="*/ 479959 w 885825"/>
                <a:gd name="connsiteY92" fmla="*/ 253294 h 1647825"/>
                <a:gd name="connsiteX93" fmla="*/ 493294 w 885825"/>
                <a:gd name="connsiteY93" fmla="*/ 227577 h 1647825"/>
                <a:gd name="connsiteX94" fmla="*/ 261836 w 885825"/>
                <a:gd name="connsiteY94" fmla="*/ 8502 h 1647825"/>
                <a:gd name="connsiteX95" fmla="*/ 228499 w 885825"/>
                <a:gd name="connsiteY95" fmla="*/ 12312 h 1647825"/>
                <a:gd name="connsiteX96" fmla="*/ 135154 w 885825"/>
                <a:gd name="connsiteY96" fmla="*/ 50412 h 1647825"/>
                <a:gd name="connsiteX97" fmla="*/ 108484 w 885825"/>
                <a:gd name="connsiteY97" fmla="*/ 71367 h 1647825"/>
                <a:gd name="connsiteX98" fmla="*/ 30379 w 885825"/>
                <a:gd name="connsiteY98" fmla="*/ 221862 h 1647825"/>
                <a:gd name="connsiteX99" fmla="*/ 28474 w 885825"/>
                <a:gd name="connsiteY99" fmla="*/ 220909 h 1647825"/>
                <a:gd name="connsiteX100" fmla="*/ 28474 w 885825"/>
                <a:gd name="connsiteY100" fmla="*/ 280917 h 1647825"/>
                <a:gd name="connsiteX101" fmla="*/ 28474 w 885825"/>
                <a:gd name="connsiteY101" fmla="*/ 311397 h 1647825"/>
                <a:gd name="connsiteX102" fmla="*/ 17044 w 885825"/>
                <a:gd name="connsiteY102" fmla="*/ 619054 h 1647825"/>
                <a:gd name="connsiteX103" fmla="*/ 21806 w 885825"/>
                <a:gd name="connsiteY103" fmla="*/ 650487 h 1647825"/>
                <a:gd name="connsiteX104" fmla="*/ 28474 w 885825"/>
                <a:gd name="connsiteY104" fmla="*/ 681919 h 1647825"/>
                <a:gd name="connsiteX105" fmla="*/ 29426 w 885825"/>
                <a:gd name="connsiteY105" fmla="*/ 707637 h 1647825"/>
                <a:gd name="connsiteX106" fmla="*/ 38951 w 885825"/>
                <a:gd name="connsiteY106" fmla="*/ 891469 h 1647825"/>
                <a:gd name="connsiteX107" fmla="*/ 117056 w 885825"/>
                <a:gd name="connsiteY107" fmla="*/ 857179 h 1647825"/>
                <a:gd name="connsiteX108" fmla="*/ 147536 w 885825"/>
                <a:gd name="connsiteY108" fmla="*/ 854322 h 1647825"/>
                <a:gd name="connsiteX109" fmla="*/ 174206 w 885825"/>
                <a:gd name="connsiteY109" fmla="*/ 859084 h 1647825"/>
                <a:gd name="connsiteX110" fmla="*/ 280886 w 885825"/>
                <a:gd name="connsiteY110" fmla="*/ 1049584 h 1647825"/>
                <a:gd name="connsiteX111" fmla="*/ 266599 w 885825"/>
                <a:gd name="connsiteY111" fmla="*/ 1060062 h 1647825"/>
                <a:gd name="connsiteX112" fmla="*/ 255169 w 885825"/>
                <a:gd name="connsiteY112" fmla="*/ 1042917 h 1647825"/>
                <a:gd name="connsiteX113" fmla="*/ 166586 w 885825"/>
                <a:gd name="connsiteY113" fmla="*/ 884802 h 1647825"/>
                <a:gd name="connsiteX114" fmla="*/ 139916 w 885825"/>
                <a:gd name="connsiteY114" fmla="*/ 880039 h 1647825"/>
                <a:gd name="connsiteX115" fmla="*/ 115151 w 885825"/>
                <a:gd name="connsiteY115" fmla="*/ 880039 h 1647825"/>
                <a:gd name="connsiteX116" fmla="*/ 94196 w 885825"/>
                <a:gd name="connsiteY116" fmla="*/ 885754 h 1647825"/>
                <a:gd name="connsiteX117" fmla="*/ 29426 w 885825"/>
                <a:gd name="connsiteY117" fmla="*/ 975289 h 1647825"/>
                <a:gd name="connsiteX118" fmla="*/ 23711 w 885825"/>
                <a:gd name="connsiteY118" fmla="*/ 1006722 h 1647825"/>
                <a:gd name="connsiteX119" fmla="*/ 26569 w 885825"/>
                <a:gd name="connsiteY119" fmla="*/ 1287709 h 1647825"/>
                <a:gd name="connsiteX120" fmla="*/ 26569 w 885825"/>
                <a:gd name="connsiteY120" fmla="*/ 1312475 h 1647825"/>
                <a:gd name="connsiteX121" fmla="*/ 136106 w 885825"/>
                <a:gd name="connsiteY121" fmla="*/ 1281042 h 1647825"/>
                <a:gd name="connsiteX122" fmla="*/ 320891 w 885825"/>
                <a:gd name="connsiteY122" fmla="*/ 1394389 h 1647825"/>
                <a:gd name="connsiteX123" fmla="*/ 721894 w 885825"/>
                <a:gd name="connsiteY123" fmla="*/ 944809 h 1647825"/>
                <a:gd name="connsiteX124" fmla="*/ 740944 w 885825"/>
                <a:gd name="connsiteY124" fmla="*/ 702874 h 1647825"/>
                <a:gd name="connsiteX125" fmla="*/ 733324 w 885825"/>
                <a:gd name="connsiteY125" fmla="*/ 694302 h 1647825"/>
                <a:gd name="connsiteX126" fmla="*/ 733324 w 885825"/>
                <a:gd name="connsiteY126" fmla="*/ 693349 h 1647825"/>
                <a:gd name="connsiteX127" fmla="*/ 752374 w 885825"/>
                <a:gd name="connsiteY127" fmla="*/ 663822 h 1647825"/>
                <a:gd name="connsiteX128" fmla="*/ 753326 w 885825"/>
                <a:gd name="connsiteY128" fmla="*/ 663822 h 1647825"/>
                <a:gd name="connsiteX129" fmla="*/ 768566 w 885825"/>
                <a:gd name="connsiteY129" fmla="*/ 680014 h 1647825"/>
                <a:gd name="connsiteX130" fmla="*/ 746659 w 885825"/>
                <a:gd name="connsiteY130" fmla="*/ 970527 h 1647825"/>
                <a:gd name="connsiteX131" fmla="*/ 722846 w 885825"/>
                <a:gd name="connsiteY131" fmla="*/ 971479 h 1647825"/>
                <a:gd name="connsiteX132" fmla="*/ 721894 w 885825"/>
                <a:gd name="connsiteY132" fmla="*/ 944809 h 1647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</a:cxnLst>
              <a:rect l="l" t="t" r="r" b="b"/>
              <a:pathLst>
                <a:path w="885825" h="1647825">
                  <a:moveTo>
                    <a:pt x="320891" y="1394389"/>
                  </a:moveTo>
                  <a:cubicBezTo>
                    <a:pt x="325654" y="1403914"/>
                    <a:pt x="330416" y="1413439"/>
                    <a:pt x="333274" y="1423917"/>
                  </a:cubicBezTo>
                  <a:cubicBezTo>
                    <a:pt x="336131" y="1431537"/>
                    <a:pt x="338036" y="1440109"/>
                    <a:pt x="339941" y="1448682"/>
                  </a:cubicBezTo>
                  <a:cubicBezTo>
                    <a:pt x="342799" y="1463922"/>
                    <a:pt x="342799" y="1482972"/>
                    <a:pt x="333274" y="1502022"/>
                  </a:cubicBezTo>
                  <a:cubicBezTo>
                    <a:pt x="320891" y="1503927"/>
                    <a:pt x="314224" y="1502022"/>
                    <a:pt x="309461" y="1498212"/>
                  </a:cubicBezTo>
                  <a:cubicBezTo>
                    <a:pt x="296126" y="1484877"/>
                    <a:pt x="308509" y="1446777"/>
                    <a:pt x="294221" y="1422964"/>
                  </a:cubicBezTo>
                  <a:cubicBezTo>
                    <a:pt x="289459" y="1412487"/>
                    <a:pt x="284696" y="1402962"/>
                    <a:pt x="278029" y="1393437"/>
                  </a:cubicBezTo>
                  <a:cubicBezTo>
                    <a:pt x="247549" y="1347717"/>
                    <a:pt x="195161" y="1318189"/>
                    <a:pt x="136106" y="1318189"/>
                  </a:cubicBezTo>
                  <a:cubicBezTo>
                    <a:pt x="129439" y="1318189"/>
                    <a:pt x="121819" y="1318189"/>
                    <a:pt x="115151" y="1319142"/>
                  </a:cubicBezTo>
                  <a:cubicBezTo>
                    <a:pt x="108484" y="1320095"/>
                    <a:pt x="101816" y="1321047"/>
                    <a:pt x="95149" y="1322952"/>
                  </a:cubicBezTo>
                  <a:cubicBezTo>
                    <a:pt x="8471" y="1340097"/>
                    <a:pt x="-1054" y="1425822"/>
                    <a:pt x="27521" y="1492497"/>
                  </a:cubicBezTo>
                  <a:cubicBezTo>
                    <a:pt x="45619" y="1534407"/>
                    <a:pt x="74194" y="1564887"/>
                    <a:pt x="108484" y="1585842"/>
                  </a:cubicBezTo>
                  <a:cubicBezTo>
                    <a:pt x="115151" y="1589652"/>
                    <a:pt x="122771" y="1593462"/>
                    <a:pt x="129439" y="1597272"/>
                  </a:cubicBezTo>
                  <a:cubicBezTo>
                    <a:pt x="187541" y="1637277"/>
                    <a:pt x="262789" y="1653470"/>
                    <a:pt x="327559" y="1637277"/>
                  </a:cubicBezTo>
                  <a:cubicBezTo>
                    <a:pt x="338036" y="1634420"/>
                    <a:pt x="348514" y="1631562"/>
                    <a:pt x="358991" y="1626800"/>
                  </a:cubicBezTo>
                  <a:cubicBezTo>
                    <a:pt x="464719" y="1596320"/>
                    <a:pt x="512344" y="1501070"/>
                    <a:pt x="503771" y="1392484"/>
                  </a:cubicBezTo>
                  <a:cubicBezTo>
                    <a:pt x="503771" y="1384864"/>
                    <a:pt x="503771" y="1378197"/>
                    <a:pt x="502819" y="1370577"/>
                  </a:cubicBezTo>
                  <a:cubicBezTo>
                    <a:pt x="501866" y="1362957"/>
                    <a:pt x="500914" y="1356289"/>
                    <a:pt x="499961" y="1349622"/>
                  </a:cubicBezTo>
                  <a:cubicBezTo>
                    <a:pt x="503771" y="1349622"/>
                    <a:pt x="507581" y="1349622"/>
                    <a:pt x="512344" y="1349622"/>
                  </a:cubicBezTo>
                  <a:cubicBezTo>
                    <a:pt x="522821" y="1349622"/>
                    <a:pt x="534251" y="1348670"/>
                    <a:pt x="544729" y="1346764"/>
                  </a:cubicBezTo>
                  <a:cubicBezTo>
                    <a:pt x="627596" y="1339145"/>
                    <a:pt x="694271" y="1272470"/>
                    <a:pt x="713321" y="1186744"/>
                  </a:cubicBezTo>
                  <a:cubicBezTo>
                    <a:pt x="732371" y="1072444"/>
                    <a:pt x="637121" y="1072444"/>
                    <a:pt x="570446" y="1024819"/>
                  </a:cubicBezTo>
                  <a:cubicBezTo>
                    <a:pt x="551396" y="1101019"/>
                    <a:pt x="503771" y="1167694"/>
                    <a:pt x="426619" y="1182934"/>
                  </a:cubicBezTo>
                  <a:cubicBezTo>
                    <a:pt x="417094" y="1185792"/>
                    <a:pt x="407569" y="1187697"/>
                    <a:pt x="398044" y="1188650"/>
                  </a:cubicBezTo>
                  <a:cubicBezTo>
                    <a:pt x="388519" y="1189602"/>
                    <a:pt x="378994" y="1190554"/>
                    <a:pt x="368516" y="1190554"/>
                  </a:cubicBezTo>
                  <a:cubicBezTo>
                    <a:pt x="311366" y="1190554"/>
                    <a:pt x="259931" y="1167694"/>
                    <a:pt x="222784" y="1130547"/>
                  </a:cubicBezTo>
                  <a:cubicBezTo>
                    <a:pt x="215164" y="1122927"/>
                    <a:pt x="208496" y="1115307"/>
                    <a:pt x="201829" y="1106734"/>
                  </a:cubicBezTo>
                  <a:cubicBezTo>
                    <a:pt x="189446" y="1072444"/>
                    <a:pt x="160871" y="1053394"/>
                    <a:pt x="164681" y="1018152"/>
                  </a:cubicBezTo>
                  <a:cubicBezTo>
                    <a:pt x="162776" y="1007674"/>
                    <a:pt x="161824" y="996244"/>
                    <a:pt x="161824" y="984814"/>
                  </a:cubicBezTo>
                  <a:cubicBezTo>
                    <a:pt x="161824" y="976242"/>
                    <a:pt x="168491" y="967669"/>
                    <a:pt x="177064" y="966717"/>
                  </a:cubicBezTo>
                  <a:cubicBezTo>
                    <a:pt x="188494" y="964812"/>
                    <a:pt x="198019" y="973384"/>
                    <a:pt x="198019" y="983862"/>
                  </a:cubicBezTo>
                  <a:cubicBezTo>
                    <a:pt x="198019" y="1078159"/>
                    <a:pt x="275171" y="1155312"/>
                    <a:pt x="369469" y="1155312"/>
                  </a:cubicBezTo>
                  <a:cubicBezTo>
                    <a:pt x="380899" y="1155312"/>
                    <a:pt x="392329" y="1154359"/>
                    <a:pt x="403759" y="1151502"/>
                  </a:cubicBezTo>
                  <a:cubicBezTo>
                    <a:pt x="415189" y="1149597"/>
                    <a:pt x="425666" y="1145787"/>
                    <a:pt x="435191" y="1141977"/>
                  </a:cubicBezTo>
                  <a:cubicBezTo>
                    <a:pt x="485674" y="1129594"/>
                    <a:pt x="514249" y="1101019"/>
                    <a:pt x="525679" y="1053394"/>
                  </a:cubicBezTo>
                  <a:cubicBezTo>
                    <a:pt x="530441" y="1042917"/>
                    <a:pt x="533299" y="1032439"/>
                    <a:pt x="536156" y="1021962"/>
                  </a:cubicBezTo>
                  <a:cubicBezTo>
                    <a:pt x="539014" y="1011484"/>
                    <a:pt x="539966" y="1000054"/>
                    <a:pt x="539966" y="988624"/>
                  </a:cubicBezTo>
                  <a:cubicBezTo>
                    <a:pt x="517106" y="955287"/>
                    <a:pt x="503771" y="915282"/>
                    <a:pt x="503771" y="872419"/>
                  </a:cubicBezTo>
                  <a:cubicBezTo>
                    <a:pt x="503771" y="863847"/>
                    <a:pt x="510439" y="855274"/>
                    <a:pt x="519011" y="854322"/>
                  </a:cubicBezTo>
                  <a:cubicBezTo>
                    <a:pt x="530441" y="852417"/>
                    <a:pt x="539966" y="860989"/>
                    <a:pt x="539966" y="871467"/>
                  </a:cubicBezTo>
                  <a:cubicBezTo>
                    <a:pt x="539966" y="965764"/>
                    <a:pt x="617119" y="1042917"/>
                    <a:pt x="711416" y="1042917"/>
                  </a:cubicBezTo>
                  <a:cubicBezTo>
                    <a:pt x="715226" y="1042917"/>
                    <a:pt x="718084" y="1042917"/>
                    <a:pt x="721894" y="1042917"/>
                  </a:cubicBezTo>
                  <a:cubicBezTo>
                    <a:pt x="813334" y="1009579"/>
                    <a:pt x="879056" y="921949"/>
                    <a:pt x="879056" y="818127"/>
                  </a:cubicBezTo>
                  <a:cubicBezTo>
                    <a:pt x="879056" y="721924"/>
                    <a:pt x="821906" y="639057"/>
                    <a:pt x="739991" y="600957"/>
                  </a:cubicBezTo>
                  <a:cubicBezTo>
                    <a:pt x="718084" y="612387"/>
                    <a:pt x="693319" y="618102"/>
                    <a:pt x="666649" y="618102"/>
                  </a:cubicBezTo>
                  <a:cubicBezTo>
                    <a:pt x="637121" y="618102"/>
                    <a:pt x="608546" y="610482"/>
                    <a:pt x="583781" y="597147"/>
                  </a:cubicBezTo>
                  <a:cubicBezTo>
                    <a:pt x="575209" y="592384"/>
                    <a:pt x="567589" y="587622"/>
                    <a:pt x="559969" y="580954"/>
                  </a:cubicBezTo>
                  <a:cubicBezTo>
                    <a:pt x="523774" y="539044"/>
                    <a:pt x="485674" y="481894"/>
                    <a:pt x="495199" y="424744"/>
                  </a:cubicBezTo>
                  <a:cubicBezTo>
                    <a:pt x="495199" y="415219"/>
                    <a:pt x="514249" y="415219"/>
                    <a:pt x="523774" y="415219"/>
                  </a:cubicBezTo>
                  <a:cubicBezTo>
                    <a:pt x="523774" y="434269"/>
                    <a:pt x="523774" y="443794"/>
                    <a:pt x="533299" y="465702"/>
                  </a:cubicBezTo>
                  <a:cubicBezTo>
                    <a:pt x="535204" y="474274"/>
                    <a:pt x="538061" y="482847"/>
                    <a:pt x="540919" y="490467"/>
                  </a:cubicBezTo>
                  <a:cubicBezTo>
                    <a:pt x="555206" y="530472"/>
                    <a:pt x="579019" y="564762"/>
                    <a:pt x="624739" y="575239"/>
                  </a:cubicBezTo>
                  <a:cubicBezTo>
                    <a:pt x="631406" y="577144"/>
                    <a:pt x="639026" y="579049"/>
                    <a:pt x="645694" y="580002"/>
                  </a:cubicBezTo>
                  <a:cubicBezTo>
                    <a:pt x="653314" y="580954"/>
                    <a:pt x="659981" y="581907"/>
                    <a:pt x="667601" y="581907"/>
                  </a:cubicBezTo>
                  <a:cubicBezTo>
                    <a:pt x="672364" y="581907"/>
                    <a:pt x="677126" y="581907"/>
                    <a:pt x="682841" y="580954"/>
                  </a:cubicBezTo>
                  <a:cubicBezTo>
                    <a:pt x="692366" y="565714"/>
                    <a:pt x="699034" y="549522"/>
                    <a:pt x="703796" y="532377"/>
                  </a:cubicBezTo>
                  <a:cubicBezTo>
                    <a:pt x="706654" y="523804"/>
                    <a:pt x="708559" y="515232"/>
                    <a:pt x="709511" y="505707"/>
                  </a:cubicBezTo>
                  <a:cubicBezTo>
                    <a:pt x="723799" y="461892"/>
                    <a:pt x="714274" y="423792"/>
                    <a:pt x="704749" y="376167"/>
                  </a:cubicBezTo>
                  <a:cubicBezTo>
                    <a:pt x="676174" y="299967"/>
                    <a:pt x="590449" y="280917"/>
                    <a:pt x="513296" y="293299"/>
                  </a:cubicBezTo>
                  <a:cubicBezTo>
                    <a:pt x="504724" y="295204"/>
                    <a:pt x="496151" y="299014"/>
                    <a:pt x="487579" y="301872"/>
                  </a:cubicBezTo>
                  <a:cubicBezTo>
                    <a:pt x="444716" y="319017"/>
                    <a:pt x="399949" y="347592"/>
                    <a:pt x="352324" y="368547"/>
                  </a:cubicBezTo>
                  <a:cubicBezTo>
                    <a:pt x="345656" y="369499"/>
                    <a:pt x="338989" y="370452"/>
                    <a:pt x="333274" y="370452"/>
                  </a:cubicBezTo>
                  <a:cubicBezTo>
                    <a:pt x="274219" y="370452"/>
                    <a:pt x="221831" y="400932"/>
                    <a:pt x="191351" y="445699"/>
                  </a:cubicBezTo>
                  <a:cubicBezTo>
                    <a:pt x="185636" y="455224"/>
                    <a:pt x="179921" y="464749"/>
                    <a:pt x="175159" y="475227"/>
                  </a:cubicBezTo>
                  <a:cubicBezTo>
                    <a:pt x="161824" y="519042"/>
                    <a:pt x="152299" y="557142"/>
                    <a:pt x="175159" y="608577"/>
                  </a:cubicBezTo>
                  <a:cubicBezTo>
                    <a:pt x="179921" y="619054"/>
                    <a:pt x="184684" y="628579"/>
                    <a:pt x="191351" y="638104"/>
                  </a:cubicBezTo>
                  <a:cubicBezTo>
                    <a:pt x="221831" y="684777"/>
                    <a:pt x="274219" y="715257"/>
                    <a:pt x="332321" y="716209"/>
                  </a:cubicBezTo>
                  <a:cubicBezTo>
                    <a:pt x="336131" y="716209"/>
                    <a:pt x="339941" y="714304"/>
                    <a:pt x="343751" y="717162"/>
                  </a:cubicBezTo>
                  <a:cubicBezTo>
                    <a:pt x="395186" y="712399"/>
                    <a:pt x="444716" y="685729"/>
                    <a:pt x="474244" y="639057"/>
                  </a:cubicBezTo>
                  <a:cubicBezTo>
                    <a:pt x="479959" y="630484"/>
                    <a:pt x="492341" y="627627"/>
                    <a:pt x="500914" y="635247"/>
                  </a:cubicBezTo>
                  <a:cubicBezTo>
                    <a:pt x="507581" y="640962"/>
                    <a:pt x="508534" y="651439"/>
                    <a:pt x="503771" y="658107"/>
                  </a:cubicBezTo>
                  <a:cubicBezTo>
                    <a:pt x="444716" y="749547"/>
                    <a:pt x="325654" y="779074"/>
                    <a:pt x="231356" y="728592"/>
                  </a:cubicBezTo>
                  <a:cubicBezTo>
                    <a:pt x="222784" y="768597"/>
                    <a:pt x="196114" y="801934"/>
                    <a:pt x="160871" y="820032"/>
                  </a:cubicBezTo>
                  <a:cubicBezTo>
                    <a:pt x="152299" y="824794"/>
                    <a:pt x="142774" y="828604"/>
                    <a:pt x="132296" y="830509"/>
                  </a:cubicBezTo>
                  <a:cubicBezTo>
                    <a:pt x="123724" y="837177"/>
                    <a:pt x="111341" y="838129"/>
                    <a:pt x="101816" y="835272"/>
                  </a:cubicBezTo>
                  <a:cubicBezTo>
                    <a:pt x="85624" y="824794"/>
                    <a:pt x="76099" y="815269"/>
                    <a:pt x="97054" y="799077"/>
                  </a:cubicBezTo>
                  <a:cubicBezTo>
                    <a:pt x="104674" y="794314"/>
                    <a:pt x="114199" y="791457"/>
                    <a:pt x="124676" y="796219"/>
                  </a:cubicBezTo>
                  <a:cubicBezTo>
                    <a:pt x="132296" y="794314"/>
                    <a:pt x="140869" y="790504"/>
                    <a:pt x="147536" y="786694"/>
                  </a:cubicBezTo>
                  <a:cubicBezTo>
                    <a:pt x="176111" y="770502"/>
                    <a:pt x="196114" y="740974"/>
                    <a:pt x="198019" y="706684"/>
                  </a:cubicBezTo>
                  <a:cubicBezTo>
                    <a:pt x="181826" y="693349"/>
                    <a:pt x="168491" y="678109"/>
                    <a:pt x="158014" y="661917"/>
                  </a:cubicBezTo>
                  <a:cubicBezTo>
                    <a:pt x="152299" y="653344"/>
                    <a:pt x="147536" y="645724"/>
                    <a:pt x="143726" y="637152"/>
                  </a:cubicBezTo>
                  <a:cubicBezTo>
                    <a:pt x="139916" y="628579"/>
                    <a:pt x="137059" y="620007"/>
                    <a:pt x="134201" y="611434"/>
                  </a:cubicBezTo>
                  <a:cubicBezTo>
                    <a:pt x="131344" y="602862"/>
                    <a:pt x="129439" y="593337"/>
                    <a:pt x="127534" y="584764"/>
                  </a:cubicBezTo>
                  <a:cubicBezTo>
                    <a:pt x="123724" y="530472"/>
                    <a:pt x="114199" y="473322"/>
                    <a:pt x="158966" y="432364"/>
                  </a:cubicBezTo>
                  <a:cubicBezTo>
                    <a:pt x="164681" y="423792"/>
                    <a:pt x="170396" y="415219"/>
                    <a:pt x="177064" y="407599"/>
                  </a:cubicBezTo>
                  <a:cubicBezTo>
                    <a:pt x="197066" y="384739"/>
                    <a:pt x="221831" y="365689"/>
                    <a:pt x="249454" y="353307"/>
                  </a:cubicBezTo>
                  <a:cubicBezTo>
                    <a:pt x="177064" y="320922"/>
                    <a:pt x="126581" y="248532"/>
                    <a:pt x="126581" y="164712"/>
                  </a:cubicBezTo>
                  <a:cubicBezTo>
                    <a:pt x="126581" y="156139"/>
                    <a:pt x="133249" y="147567"/>
                    <a:pt x="141821" y="146614"/>
                  </a:cubicBezTo>
                  <a:cubicBezTo>
                    <a:pt x="153251" y="144709"/>
                    <a:pt x="162776" y="153282"/>
                    <a:pt x="162776" y="163759"/>
                  </a:cubicBezTo>
                  <a:cubicBezTo>
                    <a:pt x="162776" y="175189"/>
                    <a:pt x="163729" y="187572"/>
                    <a:pt x="166586" y="198049"/>
                  </a:cubicBezTo>
                  <a:cubicBezTo>
                    <a:pt x="182779" y="276154"/>
                    <a:pt x="251359" y="335209"/>
                    <a:pt x="334226" y="335209"/>
                  </a:cubicBezTo>
                  <a:cubicBezTo>
                    <a:pt x="344704" y="335209"/>
                    <a:pt x="354229" y="334257"/>
                    <a:pt x="364706" y="332352"/>
                  </a:cubicBezTo>
                  <a:cubicBezTo>
                    <a:pt x="410426" y="328542"/>
                    <a:pt x="458051" y="290442"/>
                    <a:pt x="479959" y="253294"/>
                  </a:cubicBezTo>
                  <a:cubicBezTo>
                    <a:pt x="484721" y="244722"/>
                    <a:pt x="489484" y="236149"/>
                    <a:pt x="493294" y="227577"/>
                  </a:cubicBezTo>
                  <a:cubicBezTo>
                    <a:pt x="524726" y="80892"/>
                    <a:pt x="381851" y="-4833"/>
                    <a:pt x="261836" y="8502"/>
                  </a:cubicBezTo>
                  <a:cubicBezTo>
                    <a:pt x="250406" y="8502"/>
                    <a:pt x="239929" y="10407"/>
                    <a:pt x="228499" y="12312"/>
                  </a:cubicBezTo>
                  <a:cubicBezTo>
                    <a:pt x="195161" y="18027"/>
                    <a:pt x="163729" y="30409"/>
                    <a:pt x="135154" y="50412"/>
                  </a:cubicBezTo>
                  <a:cubicBezTo>
                    <a:pt x="125629" y="57079"/>
                    <a:pt x="117056" y="63747"/>
                    <a:pt x="108484" y="71367"/>
                  </a:cubicBezTo>
                  <a:cubicBezTo>
                    <a:pt x="66574" y="109467"/>
                    <a:pt x="37046" y="161854"/>
                    <a:pt x="30379" y="221862"/>
                  </a:cubicBezTo>
                  <a:lnTo>
                    <a:pt x="28474" y="220909"/>
                  </a:lnTo>
                  <a:cubicBezTo>
                    <a:pt x="28474" y="220909"/>
                    <a:pt x="28474" y="243769"/>
                    <a:pt x="28474" y="280917"/>
                  </a:cubicBezTo>
                  <a:cubicBezTo>
                    <a:pt x="28474" y="290442"/>
                    <a:pt x="28474" y="299967"/>
                    <a:pt x="28474" y="311397"/>
                  </a:cubicBezTo>
                  <a:cubicBezTo>
                    <a:pt x="20854" y="415219"/>
                    <a:pt x="-7721" y="510469"/>
                    <a:pt x="17044" y="619054"/>
                  </a:cubicBezTo>
                  <a:cubicBezTo>
                    <a:pt x="17996" y="629532"/>
                    <a:pt x="19901" y="640009"/>
                    <a:pt x="21806" y="650487"/>
                  </a:cubicBezTo>
                  <a:cubicBezTo>
                    <a:pt x="23711" y="660964"/>
                    <a:pt x="25616" y="671442"/>
                    <a:pt x="28474" y="681919"/>
                  </a:cubicBezTo>
                  <a:cubicBezTo>
                    <a:pt x="28474" y="690492"/>
                    <a:pt x="29426" y="699064"/>
                    <a:pt x="29426" y="707637"/>
                  </a:cubicBezTo>
                  <a:cubicBezTo>
                    <a:pt x="29426" y="767644"/>
                    <a:pt x="58001" y="834319"/>
                    <a:pt x="38951" y="891469"/>
                  </a:cubicBezTo>
                  <a:cubicBezTo>
                    <a:pt x="67526" y="891469"/>
                    <a:pt x="86576" y="853369"/>
                    <a:pt x="117056" y="857179"/>
                  </a:cubicBezTo>
                  <a:cubicBezTo>
                    <a:pt x="126581" y="855274"/>
                    <a:pt x="137059" y="854322"/>
                    <a:pt x="147536" y="854322"/>
                  </a:cubicBezTo>
                  <a:cubicBezTo>
                    <a:pt x="156109" y="855274"/>
                    <a:pt x="165634" y="857179"/>
                    <a:pt x="174206" y="859084"/>
                  </a:cubicBezTo>
                  <a:cubicBezTo>
                    <a:pt x="256121" y="881944"/>
                    <a:pt x="303746" y="967669"/>
                    <a:pt x="280886" y="1049584"/>
                  </a:cubicBezTo>
                  <a:cubicBezTo>
                    <a:pt x="278981" y="1056252"/>
                    <a:pt x="273266" y="1060062"/>
                    <a:pt x="266599" y="1060062"/>
                  </a:cubicBezTo>
                  <a:cubicBezTo>
                    <a:pt x="258026" y="1059109"/>
                    <a:pt x="253264" y="1050537"/>
                    <a:pt x="255169" y="1042917"/>
                  </a:cubicBezTo>
                  <a:cubicBezTo>
                    <a:pt x="274219" y="974337"/>
                    <a:pt x="235166" y="903852"/>
                    <a:pt x="166586" y="884802"/>
                  </a:cubicBezTo>
                  <a:cubicBezTo>
                    <a:pt x="158014" y="881944"/>
                    <a:pt x="148489" y="880992"/>
                    <a:pt x="139916" y="880039"/>
                  </a:cubicBezTo>
                  <a:cubicBezTo>
                    <a:pt x="131344" y="879087"/>
                    <a:pt x="122771" y="879087"/>
                    <a:pt x="115151" y="880039"/>
                  </a:cubicBezTo>
                  <a:cubicBezTo>
                    <a:pt x="107531" y="880992"/>
                    <a:pt x="99911" y="882897"/>
                    <a:pt x="94196" y="885754"/>
                  </a:cubicBezTo>
                  <a:cubicBezTo>
                    <a:pt x="57049" y="900042"/>
                    <a:pt x="37999" y="938142"/>
                    <a:pt x="29426" y="975289"/>
                  </a:cubicBezTo>
                  <a:cubicBezTo>
                    <a:pt x="27521" y="985767"/>
                    <a:pt x="25616" y="996244"/>
                    <a:pt x="23711" y="1006722"/>
                  </a:cubicBezTo>
                  <a:cubicBezTo>
                    <a:pt x="9424" y="1101019"/>
                    <a:pt x="11329" y="1195317"/>
                    <a:pt x="26569" y="1287709"/>
                  </a:cubicBezTo>
                  <a:cubicBezTo>
                    <a:pt x="26569" y="1302950"/>
                    <a:pt x="26569" y="1312475"/>
                    <a:pt x="26569" y="1312475"/>
                  </a:cubicBezTo>
                  <a:cubicBezTo>
                    <a:pt x="58001" y="1292472"/>
                    <a:pt x="96101" y="1281042"/>
                    <a:pt x="136106" y="1281042"/>
                  </a:cubicBezTo>
                  <a:cubicBezTo>
                    <a:pt x="217069" y="1282947"/>
                    <a:pt x="285649" y="1328667"/>
                    <a:pt x="320891" y="1394389"/>
                  </a:cubicBezTo>
                  <a:close/>
                  <a:moveTo>
                    <a:pt x="721894" y="944809"/>
                  </a:moveTo>
                  <a:cubicBezTo>
                    <a:pt x="793331" y="882897"/>
                    <a:pt x="801904" y="775264"/>
                    <a:pt x="740944" y="702874"/>
                  </a:cubicBezTo>
                  <a:cubicBezTo>
                    <a:pt x="738086" y="700017"/>
                    <a:pt x="736181" y="697159"/>
                    <a:pt x="733324" y="694302"/>
                  </a:cubicBezTo>
                  <a:cubicBezTo>
                    <a:pt x="733324" y="694302"/>
                    <a:pt x="733324" y="694302"/>
                    <a:pt x="733324" y="693349"/>
                  </a:cubicBezTo>
                  <a:lnTo>
                    <a:pt x="752374" y="663822"/>
                  </a:lnTo>
                  <a:cubicBezTo>
                    <a:pt x="752374" y="663822"/>
                    <a:pt x="753326" y="663822"/>
                    <a:pt x="753326" y="663822"/>
                  </a:cubicBezTo>
                  <a:cubicBezTo>
                    <a:pt x="759041" y="668584"/>
                    <a:pt x="763804" y="674299"/>
                    <a:pt x="768566" y="680014"/>
                  </a:cubicBezTo>
                  <a:cubicBezTo>
                    <a:pt x="842861" y="766692"/>
                    <a:pt x="832384" y="896232"/>
                    <a:pt x="746659" y="970527"/>
                  </a:cubicBezTo>
                  <a:cubicBezTo>
                    <a:pt x="739991" y="976242"/>
                    <a:pt x="729514" y="977194"/>
                    <a:pt x="722846" y="971479"/>
                  </a:cubicBezTo>
                  <a:cubicBezTo>
                    <a:pt x="713321" y="963859"/>
                    <a:pt x="714274" y="951477"/>
                    <a:pt x="721894" y="94480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6992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7F910652-1ED7-4779-AADE-C6DB10809118}"/>
              </a:ext>
            </a:extLst>
          </p:cNvPr>
          <p:cNvGrpSpPr/>
          <p:nvPr/>
        </p:nvGrpSpPr>
        <p:grpSpPr>
          <a:xfrm>
            <a:off x="5937044" y="2726034"/>
            <a:ext cx="2924861" cy="1908980"/>
            <a:chOff x="700575" y="477868"/>
            <a:chExt cx="9072285" cy="5921241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99C6C1B3-47E0-4764-B0C3-13B7AB43E420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0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6136AD7B-C6A3-4D0B-A90E-4BEE2F2E6E43}"/>
                </a:ext>
              </a:extLst>
            </p:cNvPr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00B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E2C9CF7-D331-4068-9F83-D439FA291463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0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74885" y="260843"/>
            <a:ext cx="3408568" cy="950912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研究目的</a:t>
            </a:r>
            <a:endParaRPr lang="en-US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4" name="Elbow Connector 53">
            <a:extLst>
              <a:ext uri="{FF2B5EF4-FFF2-40B4-BE49-F238E27FC236}">
                <a16:creationId xmlns:a16="http://schemas.microsoft.com/office/drawing/2014/main" id="{BFCE1F58-BC50-4DB3-BC06-3D77B9BBDEBB}"/>
              </a:ext>
            </a:extLst>
          </p:cNvPr>
          <p:cNvCxnSpPr/>
          <p:nvPr/>
        </p:nvCxnSpPr>
        <p:spPr>
          <a:xfrm rot="10800000" flipV="1">
            <a:off x="8784168" y="5573964"/>
            <a:ext cx="1813126" cy="321024"/>
          </a:xfrm>
          <a:prstGeom prst="bentConnector3">
            <a:avLst>
              <a:gd name="adj1" fmla="val 198"/>
            </a:avLst>
          </a:prstGeom>
          <a:ln w="381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reeform 39">
            <a:extLst>
              <a:ext uri="{FF2B5EF4-FFF2-40B4-BE49-F238E27FC236}">
                <a16:creationId xmlns:a16="http://schemas.microsoft.com/office/drawing/2014/main" id="{09D152F6-C50C-41BB-9CC7-1A4FF74FA573}"/>
              </a:ext>
            </a:extLst>
          </p:cNvPr>
          <p:cNvSpPr>
            <a:spLocks noChangeAspect="1"/>
          </p:cNvSpPr>
          <p:nvPr/>
        </p:nvSpPr>
        <p:spPr>
          <a:xfrm>
            <a:off x="6062093" y="4969014"/>
            <a:ext cx="2730256" cy="1471018"/>
          </a:xfrm>
          <a:custGeom>
            <a:avLst/>
            <a:gdLst>
              <a:gd name="connsiteX0" fmla="*/ 759126 w 2031627"/>
              <a:gd name="connsiteY0" fmla="*/ 175 h 1094607"/>
              <a:gd name="connsiteX1" fmla="*/ 1202563 w 2031627"/>
              <a:gd name="connsiteY1" fmla="*/ 233386 h 1094607"/>
              <a:gd name="connsiteX2" fmla="*/ 1517075 w 2031627"/>
              <a:gd name="connsiteY2" fmla="*/ 223857 h 1094607"/>
              <a:gd name="connsiteX3" fmla="*/ 1636027 w 2031627"/>
              <a:gd name="connsiteY3" fmla="*/ 467173 h 1094607"/>
              <a:gd name="connsiteX4" fmla="*/ 1993043 w 2031627"/>
              <a:gd name="connsiteY4" fmla="*/ 605752 h 1094607"/>
              <a:gd name="connsiteX5" fmla="*/ 1981034 w 2031627"/>
              <a:gd name="connsiteY5" fmla="*/ 927342 h 1094607"/>
              <a:gd name="connsiteX6" fmla="*/ 1635570 w 2031627"/>
              <a:gd name="connsiteY6" fmla="*/ 1094607 h 1094607"/>
              <a:gd name="connsiteX7" fmla="*/ 417697 w 2031627"/>
              <a:gd name="connsiteY7" fmla="*/ 1091009 h 1094607"/>
              <a:gd name="connsiteX8" fmla="*/ 4450 w 2031627"/>
              <a:gd name="connsiteY8" fmla="*/ 817631 h 1094607"/>
              <a:gd name="connsiteX9" fmla="*/ 298401 w 2031627"/>
              <a:gd name="connsiteY9" fmla="*/ 448930 h 1094607"/>
              <a:gd name="connsiteX10" fmla="*/ 704111 w 2031627"/>
              <a:gd name="connsiteY10" fmla="*/ 3572 h 1094607"/>
              <a:gd name="connsiteX11" fmla="*/ 759126 w 2031627"/>
              <a:gd name="connsiteY11" fmla="*/ 175 h 1094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31627" h="1094607">
                <a:moveTo>
                  <a:pt x="759126" y="175"/>
                </a:moveTo>
                <a:cubicBezTo>
                  <a:pt x="1025636" y="-5883"/>
                  <a:pt x="1164300" y="146830"/>
                  <a:pt x="1202563" y="233386"/>
                </a:cubicBezTo>
                <a:cubicBezTo>
                  <a:pt x="1282888" y="192395"/>
                  <a:pt x="1410516" y="166317"/>
                  <a:pt x="1517075" y="223857"/>
                </a:cubicBezTo>
                <a:cubicBezTo>
                  <a:pt x="1603843" y="265350"/>
                  <a:pt x="1655398" y="364274"/>
                  <a:pt x="1636027" y="467173"/>
                </a:cubicBezTo>
                <a:cubicBezTo>
                  <a:pt x="1818665" y="436910"/>
                  <a:pt x="1962089" y="552744"/>
                  <a:pt x="1993043" y="605752"/>
                </a:cubicBezTo>
                <a:cubicBezTo>
                  <a:pt x="2033585" y="679331"/>
                  <a:pt x="2059020" y="824827"/>
                  <a:pt x="1981034" y="927342"/>
                </a:cubicBezTo>
                <a:cubicBezTo>
                  <a:pt x="1895034" y="1028063"/>
                  <a:pt x="1787166" y="1085614"/>
                  <a:pt x="1635570" y="1094607"/>
                </a:cubicBezTo>
                <a:lnTo>
                  <a:pt x="417697" y="1091009"/>
                </a:lnTo>
                <a:cubicBezTo>
                  <a:pt x="223511" y="1089813"/>
                  <a:pt x="45994" y="1027462"/>
                  <a:pt x="4450" y="817631"/>
                </a:cubicBezTo>
                <a:cubicBezTo>
                  <a:pt x="-12314" y="719312"/>
                  <a:pt x="4831" y="512100"/>
                  <a:pt x="298401" y="448930"/>
                </a:cubicBezTo>
                <a:cubicBezTo>
                  <a:pt x="297213" y="309047"/>
                  <a:pt x="387539" y="53920"/>
                  <a:pt x="704111" y="3572"/>
                </a:cubicBezTo>
                <a:cubicBezTo>
                  <a:pt x="723022" y="1690"/>
                  <a:pt x="741358" y="579"/>
                  <a:pt x="759126" y="175"/>
                </a:cubicBezTo>
                <a:close/>
              </a:path>
            </a:pathLst>
          </a:custGeom>
          <a:solidFill>
            <a:schemeClr val="accent1"/>
          </a:solidFill>
          <a:ln w="88900">
            <a:solidFill>
              <a:schemeClr val="bg1"/>
            </a:solidFill>
          </a:ln>
          <a:effectLst>
            <a:innerShdw blurRad="127000" dist="1270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>
              <a:solidFill>
                <a:schemeClr val="tx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2" name="Freeform 44">
            <a:extLst>
              <a:ext uri="{FF2B5EF4-FFF2-40B4-BE49-F238E27FC236}">
                <a16:creationId xmlns:a16="http://schemas.microsoft.com/office/drawing/2014/main" id="{690A250C-1C13-490D-BF9F-41A656A23763}"/>
              </a:ext>
            </a:extLst>
          </p:cNvPr>
          <p:cNvSpPr>
            <a:spLocks noChangeAspect="1"/>
          </p:cNvSpPr>
          <p:nvPr/>
        </p:nvSpPr>
        <p:spPr>
          <a:xfrm>
            <a:off x="2448981" y="1863949"/>
            <a:ext cx="2730256" cy="1471018"/>
          </a:xfrm>
          <a:custGeom>
            <a:avLst/>
            <a:gdLst>
              <a:gd name="connsiteX0" fmla="*/ 759126 w 2031627"/>
              <a:gd name="connsiteY0" fmla="*/ 175 h 1094607"/>
              <a:gd name="connsiteX1" fmla="*/ 1202563 w 2031627"/>
              <a:gd name="connsiteY1" fmla="*/ 233386 h 1094607"/>
              <a:gd name="connsiteX2" fmla="*/ 1517075 w 2031627"/>
              <a:gd name="connsiteY2" fmla="*/ 223857 h 1094607"/>
              <a:gd name="connsiteX3" fmla="*/ 1636027 w 2031627"/>
              <a:gd name="connsiteY3" fmla="*/ 467173 h 1094607"/>
              <a:gd name="connsiteX4" fmla="*/ 1993043 w 2031627"/>
              <a:gd name="connsiteY4" fmla="*/ 605752 h 1094607"/>
              <a:gd name="connsiteX5" fmla="*/ 1981034 w 2031627"/>
              <a:gd name="connsiteY5" fmla="*/ 927342 h 1094607"/>
              <a:gd name="connsiteX6" fmla="*/ 1635570 w 2031627"/>
              <a:gd name="connsiteY6" fmla="*/ 1094607 h 1094607"/>
              <a:gd name="connsiteX7" fmla="*/ 417697 w 2031627"/>
              <a:gd name="connsiteY7" fmla="*/ 1091009 h 1094607"/>
              <a:gd name="connsiteX8" fmla="*/ 4450 w 2031627"/>
              <a:gd name="connsiteY8" fmla="*/ 817631 h 1094607"/>
              <a:gd name="connsiteX9" fmla="*/ 298401 w 2031627"/>
              <a:gd name="connsiteY9" fmla="*/ 448930 h 1094607"/>
              <a:gd name="connsiteX10" fmla="*/ 704111 w 2031627"/>
              <a:gd name="connsiteY10" fmla="*/ 3572 h 1094607"/>
              <a:gd name="connsiteX11" fmla="*/ 759126 w 2031627"/>
              <a:gd name="connsiteY11" fmla="*/ 175 h 1094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31627" h="1094607">
                <a:moveTo>
                  <a:pt x="759126" y="175"/>
                </a:moveTo>
                <a:cubicBezTo>
                  <a:pt x="1025636" y="-5883"/>
                  <a:pt x="1164300" y="146830"/>
                  <a:pt x="1202563" y="233386"/>
                </a:cubicBezTo>
                <a:cubicBezTo>
                  <a:pt x="1282888" y="192395"/>
                  <a:pt x="1410516" y="166317"/>
                  <a:pt x="1517075" y="223857"/>
                </a:cubicBezTo>
                <a:cubicBezTo>
                  <a:pt x="1603843" y="265350"/>
                  <a:pt x="1655398" y="364274"/>
                  <a:pt x="1636027" y="467173"/>
                </a:cubicBezTo>
                <a:cubicBezTo>
                  <a:pt x="1818665" y="436910"/>
                  <a:pt x="1962089" y="552744"/>
                  <a:pt x="1993043" y="605752"/>
                </a:cubicBezTo>
                <a:cubicBezTo>
                  <a:pt x="2033585" y="679331"/>
                  <a:pt x="2059020" y="824827"/>
                  <a:pt x="1981034" y="927342"/>
                </a:cubicBezTo>
                <a:cubicBezTo>
                  <a:pt x="1895034" y="1028063"/>
                  <a:pt x="1787166" y="1085614"/>
                  <a:pt x="1635570" y="1094607"/>
                </a:cubicBezTo>
                <a:lnTo>
                  <a:pt x="417697" y="1091009"/>
                </a:lnTo>
                <a:cubicBezTo>
                  <a:pt x="190851" y="1097978"/>
                  <a:pt x="45994" y="1027462"/>
                  <a:pt x="4450" y="817631"/>
                </a:cubicBezTo>
                <a:cubicBezTo>
                  <a:pt x="-12314" y="719312"/>
                  <a:pt x="4831" y="512100"/>
                  <a:pt x="298401" y="448930"/>
                </a:cubicBezTo>
                <a:cubicBezTo>
                  <a:pt x="297213" y="309047"/>
                  <a:pt x="387539" y="53920"/>
                  <a:pt x="704111" y="3572"/>
                </a:cubicBezTo>
                <a:cubicBezTo>
                  <a:pt x="723022" y="1690"/>
                  <a:pt x="741358" y="579"/>
                  <a:pt x="759126" y="175"/>
                </a:cubicBezTo>
                <a:close/>
              </a:path>
            </a:pathLst>
          </a:custGeom>
          <a:solidFill>
            <a:schemeClr val="accent2"/>
          </a:solidFill>
          <a:ln w="88900">
            <a:solidFill>
              <a:schemeClr val="bg1"/>
            </a:solidFill>
          </a:ln>
          <a:effectLst>
            <a:innerShdw blurRad="127000" dist="1270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 dirty="0">
              <a:solidFill>
                <a:schemeClr val="tx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4" name="Freeform 46">
            <a:extLst>
              <a:ext uri="{FF2B5EF4-FFF2-40B4-BE49-F238E27FC236}">
                <a16:creationId xmlns:a16="http://schemas.microsoft.com/office/drawing/2014/main" id="{95C182BE-B7CE-4FBE-9A37-F22C63AFC163}"/>
              </a:ext>
            </a:extLst>
          </p:cNvPr>
          <p:cNvSpPr>
            <a:spLocks noChangeAspect="1"/>
          </p:cNvSpPr>
          <p:nvPr/>
        </p:nvSpPr>
        <p:spPr>
          <a:xfrm>
            <a:off x="9728387" y="1827276"/>
            <a:ext cx="2730256" cy="1471018"/>
          </a:xfrm>
          <a:custGeom>
            <a:avLst/>
            <a:gdLst>
              <a:gd name="connsiteX0" fmla="*/ 759126 w 2031627"/>
              <a:gd name="connsiteY0" fmla="*/ 175 h 1094607"/>
              <a:gd name="connsiteX1" fmla="*/ 1202563 w 2031627"/>
              <a:gd name="connsiteY1" fmla="*/ 233386 h 1094607"/>
              <a:gd name="connsiteX2" fmla="*/ 1517075 w 2031627"/>
              <a:gd name="connsiteY2" fmla="*/ 223857 h 1094607"/>
              <a:gd name="connsiteX3" fmla="*/ 1636027 w 2031627"/>
              <a:gd name="connsiteY3" fmla="*/ 467173 h 1094607"/>
              <a:gd name="connsiteX4" fmla="*/ 1993043 w 2031627"/>
              <a:gd name="connsiteY4" fmla="*/ 605752 h 1094607"/>
              <a:gd name="connsiteX5" fmla="*/ 1981034 w 2031627"/>
              <a:gd name="connsiteY5" fmla="*/ 927342 h 1094607"/>
              <a:gd name="connsiteX6" fmla="*/ 1635570 w 2031627"/>
              <a:gd name="connsiteY6" fmla="*/ 1094607 h 1094607"/>
              <a:gd name="connsiteX7" fmla="*/ 417697 w 2031627"/>
              <a:gd name="connsiteY7" fmla="*/ 1091009 h 1094607"/>
              <a:gd name="connsiteX8" fmla="*/ 4450 w 2031627"/>
              <a:gd name="connsiteY8" fmla="*/ 817631 h 1094607"/>
              <a:gd name="connsiteX9" fmla="*/ 298401 w 2031627"/>
              <a:gd name="connsiteY9" fmla="*/ 448930 h 1094607"/>
              <a:gd name="connsiteX10" fmla="*/ 704111 w 2031627"/>
              <a:gd name="connsiteY10" fmla="*/ 3572 h 1094607"/>
              <a:gd name="connsiteX11" fmla="*/ 759126 w 2031627"/>
              <a:gd name="connsiteY11" fmla="*/ 175 h 1094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31627" h="1094607">
                <a:moveTo>
                  <a:pt x="759126" y="175"/>
                </a:moveTo>
                <a:cubicBezTo>
                  <a:pt x="1025636" y="-5883"/>
                  <a:pt x="1164300" y="146830"/>
                  <a:pt x="1202563" y="233386"/>
                </a:cubicBezTo>
                <a:cubicBezTo>
                  <a:pt x="1282888" y="192395"/>
                  <a:pt x="1410516" y="166317"/>
                  <a:pt x="1517075" y="223857"/>
                </a:cubicBezTo>
                <a:cubicBezTo>
                  <a:pt x="1603843" y="265350"/>
                  <a:pt x="1655398" y="364274"/>
                  <a:pt x="1636027" y="467173"/>
                </a:cubicBezTo>
                <a:cubicBezTo>
                  <a:pt x="1818665" y="436910"/>
                  <a:pt x="1962089" y="552744"/>
                  <a:pt x="1993043" y="605752"/>
                </a:cubicBezTo>
                <a:cubicBezTo>
                  <a:pt x="2033585" y="679331"/>
                  <a:pt x="2059020" y="824827"/>
                  <a:pt x="1981034" y="927342"/>
                </a:cubicBezTo>
                <a:cubicBezTo>
                  <a:pt x="1895034" y="1028063"/>
                  <a:pt x="1787166" y="1085614"/>
                  <a:pt x="1635570" y="1094607"/>
                </a:cubicBezTo>
                <a:lnTo>
                  <a:pt x="417697" y="1091009"/>
                </a:lnTo>
                <a:cubicBezTo>
                  <a:pt x="182686" y="1081648"/>
                  <a:pt x="45994" y="1027462"/>
                  <a:pt x="4450" y="817631"/>
                </a:cubicBezTo>
                <a:cubicBezTo>
                  <a:pt x="-12314" y="719312"/>
                  <a:pt x="4831" y="512100"/>
                  <a:pt x="298401" y="448930"/>
                </a:cubicBezTo>
                <a:cubicBezTo>
                  <a:pt x="297213" y="309047"/>
                  <a:pt x="387539" y="53920"/>
                  <a:pt x="704111" y="3572"/>
                </a:cubicBezTo>
                <a:cubicBezTo>
                  <a:pt x="723022" y="1690"/>
                  <a:pt x="741358" y="579"/>
                  <a:pt x="759126" y="175"/>
                </a:cubicBezTo>
                <a:close/>
              </a:path>
            </a:pathLst>
          </a:custGeom>
          <a:solidFill>
            <a:schemeClr val="accent4"/>
          </a:solidFill>
          <a:ln w="88900">
            <a:solidFill>
              <a:schemeClr val="bg1"/>
            </a:solidFill>
          </a:ln>
          <a:effectLst>
            <a:innerShdw blurRad="127000" dist="1270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>
              <a:solidFill>
                <a:schemeClr val="tx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6F8104-B47B-44CC-9E0F-D7D5E3DA71B1}"/>
              </a:ext>
            </a:extLst>
          </p:cNvPr>
          <p:cNvSpPr txBox="1"/>
          <p:nvPr/>
        </p:nvSpPr>
        <p:spPr>
          <a:xfrm>
            <a:off x="6516414" y="5704523"/>
            <a:ext cx="1978644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20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提示工程</a:t>
            </a:r>
            <a:endParaRPr lang="ko-KR" altLang="en-US" sz="2000" b="1" dirty="0">
              <a:solidFill>
                <a:schemeClr val="bg1"/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CE2869-3487-4060-98F9-7A3F2AD6364A}"/>
              </a:ext>
            </a:extLst>
          </p:cNvPr>
          <p:cNvSpPr txBox="1"/>
          <p:nvPr/>
        </p:nvSpPr>
        <p:spPr>
          <a:xfrm>
            <a:off x="2943076" y="2602861"/>
            <a:ext cx="1662228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20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四大功能</a:t>
            </a:r>
            <a:endParaRPr lang="ko-KR" altLang="en-US" sz="2000" b="1" dirty="0">
              <a:solidFill>
                <a:schemeClr val="bg1"/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B3CAE7-0513-4CD7-B966-375301219B51}"/>
              </a:ext>
            </a:extLst>
          </p:cNvPr>
          <p:cNvSpPr txBox="1"/>
          <p:nvPr/>
        </p:nvSpPr>
        <p:spPr>
          <a:xfrm>
            <a:off x="10167407" y="2604479"/>
            <a:ext cx="184660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20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評估系統成效</a:t>
            </a:r>
            <a:endParaRPr lang="ko-KR" altLang="en-US" sz="2000" b="1" dirty="0">
              <a:solidFill>
                <a:schemeClr val="bg1"/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079EC9-2092-4F16-96AA-059F8843BBC4}"/>
              </a:ext>
            </a:extLst>
          </p:cNvPr>
          <p:cNvSpPr txBox="1"/>
          <p:nvPr/>
        </p:nvSpPr>
        <p:spPr>
          <a:xfrm>
            <a:off x="9728387" y="3498348"/>
            <a:ext cx="390663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分析教育效果與使用者接受度</a:t>
            </a:r>
            <a:endParaRPr lang="en-US" altLang="zh-TW" sz="20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r>
              <a:rPr lang="zh-TW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提出優化建議</a:t>
            </a:r>
            <a:endParaRPr lang="en-US" altLang="zh-TW" sz="20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r>
              <a:rPr lang="zh-TW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為</a:t>
            </a:r>
            <a:r>
              <a:rPr lang="en-US" altLang="zh-TW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AI</a:t>
            </a:r>
            <a:r>
              <a:rPr lang="zh-TW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應用於語言教育提供實務參考</a:t>
            </a: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614350B-2F21-4965-A954-B2BA9CD7600E}"/>
              </a:ext>
            </a:extLst>
          </p:cNvPr>
          <p:cNvSpPr txBox="1"/>
          <p:nvPr/>
        </p:nvSpPr>
        <p:spPr>
          <a:xfrm>
            <a:off x="2465665" y="3498348"/>
            <a:ext cx="27302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對話、單字造句、　</a:t>
            </a:r>
            <a:endParaRPr lang="en-US" altLang="zh-TW" sz="20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r>
              <a:rPr lang="zh-TW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跟讀、聽力練習</a:t>
            </a: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5CFC999-091F-4021-AE51-787DED20AEBB}"/>
              </a:ext>
            </a:extLst>
          </p:cNvPr>
          <p:cNvSpPr txBox="1"/>
          <p:nvPr/>
        </p:nvSpPr>
        <p:spPr>
          <a:xfrm>
            <a:off x="6327227" y="6680022"/>
            <a:ext cx="25346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優化</a:t>
            </a:r>
            <a:r>
              <a:rPr lang="en-US" altLang="zh-TW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AI</a:t>
            </a:r>
            <a:r>
              <a:rPr lang="zh-TW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提示設計</a:t>
            </a:r>
            <a:endParaRPr lang="en-US" altLang="zh-TW" sz="20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r>
              <a:rPr lang="zh-TW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控制語法難度</a:t>
            </a:r>
            <a:endParaRPr lang="en-US" altLang="zh-TW" sz="20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r>
              <a:rPr lang="zh-TW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詞彙選擇與回饋方式</a:t>
            </a: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11" name="TextBox 22">
            <a:extLst>
              <a:ext uri="{FF2B5EF4-FFF2-40B4-BE49-F238E27FC236}">
                <a16:creationId xmlns:a16="http://schemas.microsoft.com/office/drawing/2014/main" id="{318DC7D0-D0D5-7920-E2E2-5A83DD53A186}"/>
              </a:ext>
            </a:extLst>
          </p:cNvPr>
          <p:cNvSpPr txBox="1"/>
          <p:nvPr/>
        </p:nvSpPr>
        <p:spPr>
          <a:xfrm>
            <a:off x="6107484" y="3298294"/>
            <a:ext cx="26251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Learn English </a:t>
            </a:r>
          </a:p>
          <a:p>
            <a:pPr algn="ctr"/>
            <a:r>
              <a:rPr lang="en-US" altLang="ko-KR" sz="2000" b="1" dirty="0" err="1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Linebot</a:t>
            </a:r>
            <a:endParaRPr lang="en-US" altLang="ko-KR" sz="2000" b="1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3403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>
          <a:extLst>
            <a:ext uri="{FF2B5EF4-FFF2-40B4-BE49-F238E27FC236}">
              <a16:creationId xmlns:a16="http://schemas.microsoft.com/office/drawing/2014/main" id="{B1419320-FF8A-F2FD-ACA6-19E59E1B5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6">
            <a:extLst>
              <a:ext uri="{FF2B5EF4-FFF2-40B4-BE49-F238E27FC236}">
                <a16:creationId xmlns:a16="http://schemas.microsoft.com/office/drawing/2014/main" id="{849F9A1E-1991-34F1-F8A7-9E73910C9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159" y="2097760"/>
            <a:ext cx="8108703" cy="1885920"/>
          </a:xfrm>
          <a:prstGeom prst="rect">
            <a:avLst/>
          </a:prstGeom>
        </p:spPr>
        <p:txBody>
          <a:bodyPr spcFirstLastPara="1" wrap="square" lIns="146280" tIns="146280" rIns="146280" bIns="146280" anchor="b" anchorCtr="0">
            <a:noAutofit/>
          </a:bodyPr>
          <a:lstStyle/>
          <a:p>
            <a:pPr algn="l"/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系統核心功能</a:t>
            </a:r>
          </a:p>
        </p:txBody>
      </p:sp>
      <p:cxnSp>
        <p:nvCxnSpPr>
          <p:cNvPr id="661" name="Google Shape;661;p46">
            <a:extLst>
              <a:ext uri="{FF2B5EF4-FFF2-40B4-BE49-F238E27FC236}">
                <a16:creationId xmlns:a16="http://schemas.microsoft.com/office/drawing/2014/main" id="{BC79AFDB-FA7A-BCD8-68D3-52D0B2E4B012}"/>
              </a:ext>
            </a:extLst>
          </p:cNvPr>
          <p:cNvCxnSpPr/>
          <p:nvPr/>
        </p:nvCxnSpPr>
        <p:spPr>
          <a:xfrm>
            <a:off x="4182677" y="4267262"/>
            <a:ext cx="546288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552443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/>
          <p:cNvSpPr/>
          <p:nvPr/>
        </p:nvSpPr>
        <p:spPr>
          <a:xfrm>
            <a:off x="4929785" y="2340555"/>
            <a:ext cx="851033" cy="851033"/>
          </a:xfrm>
          <a:prstGeom prst="ellipse">
            <a:avLst/>
          </a:prstGeom>
          <a:solidFill>
            <a:schemeClr val="accent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>
              <a:cs typeface="Arial" pitchFamily="34" charset="0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0CFBC39-F118-4C40-8D0A-A00A01832B51}"/>
              </a:ext>
            </a:extLst>
          </p:cNvPr>
          <p:cNvGrpSpPr/>
          <p:nvPr/>
        </p:nvGrpSpPr>
        <p:grpSpPr>
          <a:xfrm>
            <a:off x="5927510" y="2104215"/>
            <a:ext cx="3326401" cy="1877437"/>
            <a:chOff x="4903822" y="3840016"/>
            <a:chExt cx="2772001" cy="1564532"/>
          </a:xfrm>
        </p:grpSpPr>
        <p:sp>
          <p:nvSpPr>
            <p:cNvPr id="11" name="TextBox 10"/>
            <p:cNvSpPr txBox="1"/>
            <p:nvPr/>
          </p:nvSpPr>
          <p:spPr>
            <a:xfrm>
              <a:off x="4903823" y="4173441"/>
              <a:ext cx="2772000" cy="1231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TW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LINE Rich Menu</a:t>
              </a:r>
              <a:r>
                <a:rPr lang="zh-TW" altLang="en-US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提供視覺化又便利功能入口</a:t>
              </a:r>
              <a:endPara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四大功能區塊</a:t>
              </a:r>
              <a:endPara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一鍵快速切換，無需記憶指令或文字輸入</a:t>
              </a:r>
              <a:endPara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903822" y="3840016"/>
              <a:ext cx="2772000" cy="3334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000" b="1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圖文選單設計</a:t>
              </a:r>
              <a:endParaRPr lang="en-US" altLang="ko-KR" sz="20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</p:txBody>
        </p:sp>
      </p:grpSp>
      <p:sp>
        <p:nvSpPr>
          <p:cNvPr id="37" name="Oval 36"/>
          <p:cNvSpPr/>
          <p:nvPr/>
        </p:nvSpPr>
        <p:spPr>
          <a:xfrm>
            <a:off x="9514219" y="2340555"/>
            <a:ext cx="851033" cy="851033"/>
          </a:xfrm>
          <a:prstGeom prst="ellipse">
            <a:avLst/>
          </a:prstGeom>
          <a:solidFill>
            <a:schemeClr val="accent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 dirty="0">
              <a:cs typeface="Arial" pitchFamily="34" charset="0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C65A623-F28B-4F05-802A-0E801E155392}"/>
              </a:ext>
            </a:extLst>
          </p:cNvPr>
          <p:cNvGrpSpPr/>
          <p:nvPr/>
        </p:nvGrpSpPr>
        <p:grpSpPr>
          <a:xfrm>
            <a:off x="10494041" y="2104220"/>
            <a:ext cx="3344304" cy="1358488"/>
            <a:chOff x="8606712" y="3839869"/>
            <a:chExt cx="2786920" cy="1132073"/>
          </a:xfrm>
        </p:grpSpPr>
        <p:sp>
          <p:nvSpPr>
            <p:cNvPr id="38" name="TextBox 37"/>
            <p:cNvSpPr txBox="1"/>
            <p:nvPr/>
          </p:nvSpPr>
          <p:spPr>
            <a:xfrm>
              <a:off x="8606712" y="4202500"/>
              <a:ext cx="2772000" cy="769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初級</a:t>
              </a:r>
              <a:r>
                <a:rPr lang="en-US" altLang="zh-TW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:</a:t>
              </a:r>
              <a:r>
                <a:rPr lang="zh-TW" altLang="en-US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 </a:t>
              </a:r>
              <a:r>
                <a:rPr lang="en-US" altLang="zh-TW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A1-A2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中級</a:t>
              </a:r>
              <a:r>
                <a:rPr lang="en-US" altLang="zh-TW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:</a:t>
              </a:r>
              <a:r>
                <a:rPr lang="zh-TW" altLang="en-US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 </a:t>
              </a:r>
              <a:r>
                <a:rPr lang="en-US" altLang="zh-TW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B1-B2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高級</a:t>
              </a:r>
              <a:r>
                <a:rPr lang="en-US" altLang="zh-TW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:</a:t>
              </a:r>
              <a:r>
                <a:rPr lang="zh-TW" altLang="en-US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 </a:t>
              </a:r>
              <a:r>
                <a:rPr lang="en-US" altLang="zh-TW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C1-C2</a:t>
              </a:r>
              <a:endPara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621632" y="3839869"/>
              <a:ext cx="2772000" cy="3334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CEFR</a:t>
              </a:r>
              <a:r>
                <a:rPr lang="zh-TW" altLang="en-US" sz="20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國際標準分級</a:t>
              </a:r>
              <a:endPara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</p:grpSp>
      <p:sp>
        <p:nvSpPr>
          <p:cNvPr id="41" name="Oval 40"/>
          <p:cNvSpPr/>
          <p:nvPr/>
        </p:nvSpPr>
        <p:spPr>
          <a:xfrm>
            <a:off x="4937815" y="5274349"/>
            <a:ext cx="851033" cy="851033"/>
          </a:xfrm>
          <a:prstGeom prst="ellipse">
            <a:avLst/>
          </a:prstGeom>
          <a:solidFill>
            <a:schemeClr val="accent4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>
              <a:cs typeface="Arial" pitchFamily="34" charset="0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CFA42CD-23F9-4BA0-88A4-52A346A9ED9A}"/>
              </a:ext>
            </a:extLst>
          </p:cNvPr>
          <p:cNvGrpSpPr/>
          <p:nvPr/>
        </p:nvGrpSpPr>
        <p:grpSpPr>
          <a:xfrm>
            <a:off x="5919211" y="5038013"/>
            <a:ext cx="3334701" cy="1415776"/>
            <a:chOff x="4896906" y="4915303"/>
            <a:chExt cx="2778917" cy="1179813"/>
          </a:xfrm>
        </p:grpSpPr>
        <p:sp>
          <p:nvSpPr>
            <p:cNvPr id="42" name="TextBox 41"/>
            <p:cNvSpPr txBox="1"/>
            <p:nvPr/>
          </p:nvSpPr>
          <p:spPr>
            <a:xfrm>
              <a:off x="4896906" y="5248730"/>
              <a:ext cx="2772000" cy="846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zh-TW" sz="20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GPT-3.5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zh-TW" sz="20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Whisper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zh-TW" sz="2000" dirty="0" err="1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gTTS</a:t>
              </a:r>
              <a:endPara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903823" y="4915303"/>
              <a:ext cx="2772000" cy="3334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整合技術</a:t>
              </a:r>
              <a:endPara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</p:grpSp>
      <p:sp>
        <p:nvSpPr>
          <p:cNvPr id="45" name="Oval 44"/>
          <p:cNvSpPr/>
          <p:nvPr/>
        </p:nvSpPr>
        <p:spPr>
          <a:xfrm>
            <a:off x="9522250" y="5274349"/>
            <a:ext cx="851033" cy="851033"/>
          </a:xfrm>
          <a:prstGeom prst="ellipse">
            <a:avLst/>
          </a:prstGeom>
          <a:solidFill>
            <a:schemeClr val="accent3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 dirty="0">
              <a:cs typeface="Arial" pitchFamily="34" charset="0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A727B846-75DD-4CA8-9B36-661A62F2123C}"/>
              </a:ext>
            </a:extLst>
          </p:cNvPr>
          <p:cNvGrpSpPr/>
          <p:nvPr/>
        </p:nvGrpSpPr>
        <p:grpSpPr>
          <a:xfrm>
            <a:off x="10511944" y="5038012"/>
            <a:ext cx="3577541" cy="2213809"/>
            <a:chOff x="8621632" y="4933374"/>
            <a:chExt cx="2772000" cy="1844842"/>
          </a:xfrm>
        </p:grpSpPr>
        <p:sp>
          <p:nvSpPr>
            <p:cNvPr id="46" name="TextBox 45"/>
            <p:cNvSpPr txBox="1"/>
            <p:nvPr/>
          </p:nvSpPr>
          <p:spPr>
            <a:xfrm>
              <a:off x="8621632" y="5316277"/>
              <a:ext cx="2772000" cy="14619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雙語支持策略（英文學習 </a:t>
              </a:r>
              <a:r>
                <a:rPr lang="en-US" altLang="zh-TW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+ </a:t>
              </a:r>
              <a:r>
                <a:rPr lang="zh-TW" altLang="en-US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中文回饋）</a:t>
              </a:r>
              <a:endPara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零學習成本，無需適應新平台</a:t>
              </a:r>
              <a:endPara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無縫整合體驗，在日常社交平台中進行學習</a:t>
              </a:r>
              <a:endParaRPr lang="ko-KR" altLang="en-US" sz="1600" dirty="0"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621632" y="4933374"/>
              <a:ext cx="2772000" cy="3334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0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使用者界面優勢</a:t>
              </a:r>
              <a:endParaRPr lang="ko-KR" altLang="en-US" b="1" dirty="0"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</p:grpSp>
      <p:sp>
        <p:nvSpPr>
          <p:cNvPr id="36" name="Rounded Rectangle 27">
            <a:extLst>
              <a:ext uri="{FF2B5EF4-FFF2-40B4-BE49-F238E27FC236}">
                <a16:creationId xmlns:a16="http://schemas.microsoft.com/office/drawing/2014/main" id="{371D73E6-33D9-43A7-AE69-F4C127AEFE6D}"/>
              </a:ext>
            </a:extLst>
          </p:cNvPr>
          <p:cNvSpPr/>
          <p:nvPr/>
        </p:nvSpPr>
        <p:spPr>
          <a:xfrm>
            <a:off x="5142441" y="5524786"/>
            <a:ext cx="420752" cy="323195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3240"/>
          </a:p>
        </p:txBody>
      </p:sp>
      <p:sp>
        <p:nvSpPr>
          <p:cNvPr id="40" name="Rounded Rectangle 7">
            <a:extLst>
              <a:ext uri="{FF2B5EF4-FFF2-40B4-BE49-F238E27FC236}">
                <a16:creationId xmlns:a16="http://schemas.microsoft.com/office/drawing/2014/main" id="{CD7C4185-B102-4289-9C5F-11C2839FB9D3}"/>
              </a:ext>
            </a:extLst>
          </p:cNvPr>
          <p:cNvSpPr/>
          <p:nvPr/>
        </p:nvSpPr>
        <p:spPr>
          <a:xfrm>
            <a:off x="5142439" y="2539376"/>
            <a:ext cx="427774" cy="369164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3240"/>
          </a:p>
        </p:txBody>
      </p:sp>
      <p:sp>
        <p:nvSpPr>
          <p:cNvPr id="44" name="Rectangle 16">
            <a:extLst>
              <a:ext uri="{FF2B5EF4-FFF2-40B4-BE49-F238E27FC236}">
                <a16:creationId xmlns:a16="http://schemas.microsoft.com/office/drawing/2014/main" id="{4097C796-6926-423A-A7D5-AB30714B83E4}"/>
              </a:ext>
            </a:extLst>
          </p:cNvPr>
          <p:cNvSpPr/>
          <p:nvPr/>
        </p:nvSpPr>
        <p:spPr>
          <a:xfrm rot="2700000">
            <a:off x="9789482" y="2458080"/>
            <a:ext cx="300515" cy="538768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/>
          </a:p>
        </p:txBody>
      </p:sp>
      <p:sp>
        <p:nvSpPr>
          <p:cNvPr id="48" name="Rectangle 9">
            <a:extLst>
              <a:ext uri="{FF2B5EF4-FFF2-40B4-BE49-F238E27FC236}">
                <a16:creationId xmlns:a16="http://schemas.microsoft.com/office/drawing/2014/main" id="{B96BED6D-4D7D-4C72-96EE-C9CDD6B72B5A}"/>
              </a:ext>
            </a:extLst>
          </p:cNvPr>
          <p:cNvSpPr/>
          <p:nvPr/>
        </p:nvSpPr>
        <p:spPr>
          <a:xfrm>
            <a:off x="9741948" y="5511080"/>
            <a:ext cx="406976" cy="380966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9FA3AD-2750-ADBA-D79B-5F60D81E6C80}"/>
              </a:ext>
            </a:extLst>
          </p:cNvPr>
          <p:cNvSpPr txBox="1">
            <a:spLocks/>
          </p:cNvSpPr>
          <p:nvPr/>
        </p:nvSpPr>
        <p:spPr>
          <a:xfrm>
            <a:off x="274885" y="260843"/>
            <a:ext cx="4321178" cy="95091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整合特色</a:t>
            </a:r>
            <a:endParaRPr lang="en-US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4F422E5C-2EFA-1CC1-5CBA-10DAC6FA4091}"/>
              </a:ext>
            </a:extLst>
          </p:cNvPr>
          <p:cNvGrpSpPr/>
          <p:nvPr/>
        </p:nvGrpSpPr>
        <p:grpSpPr>
          <a:xfrm>
            <a:off x="540914" y="1619403"/>
            <a:ext cx="3453570" cy="6477849"/>
            <a:chOff x="2168827" y="111212"/>
            <a:chExt cx="4689178" cy="7908324"/>
          </a:xfrm>
        </p:grpSpPr>
        <p:grpSp>
          <p:nvGrpSpPr>
            <p:cNvPr id="15" name="Group 25">
              <a:extLst>
                <a:ext uri="{FF2B5EF4-FFF2-40B4-BE49-F238E27FC236}">
                  <a16:creationId xmlns:a16="http://schemas.microsoft.com/office/drawing/2014/main" id="{509FD9C7-D788-95C0-3813-ACBC315E3A1F}"/>
                </a:ext>
              </a:extLst>
            </p:cNvPr>
            <p:cNvGrpSpPr/>
            <p:nvPr/>
          </p:nvGrpSpPr>
          <p:grpSpPr>
            <a:xfrm>
              <a:off x="2168827" y="111212"/>
              <a:ext cx="4689178" cy="7908324"/>
              <a:chOff x="445712" y="1449040"/>
              <a:chExt cx="2113018" cy="3924176"/>
            </a:xfrm>
          </p:grpSpPr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611CFCC6-8BC3-E8DC-9461-A63150C94CE4}"/>
                  </a:ext>
                </a:extLst>
              </p:cNvPr>
              <p:cNvSpPr/>
              <p:nvPr userDrawn="1"/>
            </p:nvSpPr>
            <p:spPr>
              <a:xfrm>
                <a:off x="445712" y="1449040"/>
                <a:ext cx="2113018" cy="3924176"/>
              </a:xfrm>
              <a:prstGeom prst="roundRect">
                <a:avLst>
                  <a:gd name="adj" fmla="val 13580"/>
                </a:avLst>
              </a:prstGeom>
              <a:solidFill>
                <a:srgbClr val="262626"/>
              </a:solidFill>
              <a:ln w="88900">
                <a:noFill/>
              </a:ln>
              <a:effectLst/>
              <a:scene3d>
                <a:camera prst="perspectiveFront"/>
                <a:lightRig rig="threePt" dir="t"/>
              </a:scene3d>
              <a:sp3d prstMaterial="plastic">
                <a:bevelT w="127000" h="50800"/>
                <a:bevelB w="127000" h="2540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19" name="Rectangle 19">
                <a:extLst>
                  <a:ext uri="{FF2B5EF4-FFF2-40B4-BE49-F238E27FC236}">
                    <a16:creationId xmlns:a16="http://schemas.microsoft.com/office/drawing/2014/main" id="{E4DC3BFD-FF5F-F47D-6CD3-A990DB38C36E}"/>
                  </a:ext>
                </a:extLst>
              </p:cNvPr>
              <p:cNvSpPr/>
              <p:nvPr userDrawn="1"/>
            </p:nvSpPr>
            <p:spPr>
              <a:xfrm>
                <a:off x="1379920" y="1650572"/>
                <a:ext cx="216024" cy="34350"/>
              </a:xfrm>
              <a:prstGeom prst="rect">
                <a:avLst/>
              </a:prstGeom>
              <a:solidFill>
                <a:srgbClr val="B0B0B0"/>
              </a:solidFill>
              <a:ln w="889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grpSp>
            <p:nvGrpSpPr>
              <p:cNvPr id="20" name="Group 24">
                <a:extLst>
                  <a:ext uri="{FF2B5EF4-FFF2-40B4-BE49-F238E27FC236}">
                    <a16:creationId xmlns:a16="http://schemas.microsoft.com/office/drawing/2014/main" id="{73D921F7-BD02-EC41-F8D5-BCACBC0E29B9}"/>
                  </a:ext>
                </a:extLst>
              </p:cNvPr>
              <p:cNvGrpSpPr/>
              <p:nvPr userDrawn="1"/>
            </p:nvGrpSpPr>
            <p:grpSpPr>
              <a:xfrm>
                <a:off x="1407705" y="5045834"/>
                <a:ext cx="211967" cy="211967"/>
                <a:chOff x="1549420" y="5712364"/>
                <a:chExt cx="312583" cy="312583"/>
              </a:xfrm>
            </p:grpSpPr>
            <p:sp>
              <p:nvSpPr>
                <p:cNvPr id="21" name="Oval 22">
                  <a:extLst>
                    <a:ext uri="{FF2B5EF4-FFF2-40B4-BE49-F238E27FC236}">
                      <a16:creationId xmlns:a16="http://schemas.microsoft.com/office/drawing/2014/main" id="{984265B1-FC06-E3BB-B611-C2758BBB1FAA}"/>
                    </a:ext>
                  </a:extLst>
                </p:cNvPr>
                <p:cNvSpPr/>
                <p:nvPr userDrawn="1"/>
              </p:nvSpPr>
              <p:spPr>
                <a:xfrm>
                  <a:off x="1549420" y="5712364"/>
                  <a:ext cx="312583" cy="31258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1">
                        <a:lumMod val="94000"/>
                        <a:lumOff val="6000"/>
                      </a:schemeClr>
                    </a:gs>
                    <a:gs pos="56000">
                      <a:schemeClr val="tx1">
                        <a:lumMod val="65000"/>
                        <a:lumOff val="35000"/>
                      </a:schemeClr>
                    </a:gs>
                    <a:gs pos="9100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10800000" scaled="1"/>
                  <a:tileRect/>
                </a:gradFill>
                <a:ln w="0">
                  <a:solidFill>
                    <a:srgbClr val="262626"/>
                  </a:solidFill>
                </a:ln>
                <a:scene3d>
                  <a:camera prst="perspectiveFront"/>
                  <a:lightRig rig="threePt" dir="t"/>
                </a:scene3d>
                <a:sp3d>
                  <a:bevelT w="63500" h="127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  <p:sp>
              <p:nvSpPr>
                <p:cNvPr id="22" name="Rounded Rectangle 23">
                  <a:extLst>
                    <a:ext uri="{FF2B5EF4-FFF2-40B4-BE49-F238E27FC236}">
                      <a16:creationId xmlns:a16="http://schemas.microsoft.com/office/drawing/2014/main" id="{17126564-04C0-13F7-8C3F-C184D35E0885}"/>
                    </a:ext>
                  </a:extLst>
                </p:cNvPr>
                <p:cNvSpPr/>
                <p:nvPr userDrawn="1"/>
              </p:nvSpPr>
              <p:spPr>
                <a:xfrm>
                  <a:off x="1634225" y="5796647"/>
                  <a:ext cx="142969" cy="144016"/>
                </a:xfrm>
                <a:prstGeom prst="roundRect">
                  <a:avLst/>
                </a:prstGeom>
                <a:solidFill>
                  <a:srgbClr val="737373"/>
                </a:solidFill>
                <a:ln w="6350">
                  <a:solidFill>
                    <a:srgbClr val="B0B0B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</p:grpSp>
        </p:grpSp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3600B600-60FF-07E0-88C2-200A937278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6819"/>
            <a:stretch/>
          </p:blipFill>
          <p:spPr>
            <a:xfrm>
              <a:off x="2360148" y="1414902"/>
              <a:ext cx="4300337" cy="5887278"/>
            </a:xfrm>
            <a:prstGeom prst="rect">
              <a:avLst/>
            </a:prstGeom>
          </p:spPr>
        </p:pic>
        <p:pic>
          <p:nvPicPr>
            <p:cNvPr id="17" name="圖片 16">
              <a:extLst>
                <a:ext uri="{FF2B5EF4-FFF2-40B4-BE49-F238E27FC236}">
                  <a16:creationId xmlns:a16="http://schemas.microsoft.com/office/drawing/2014/main" id="{666374A5-E47A-5DF1-7946-DE71E10521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904" b="88588"/>
            <a:stretch/>
          </p:blipFill>
          <p:spPr>
            <a:xfrm>
              <a:off x="2360147" y="733505"/>
              <a:ext cx="4300337" cy="6995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56899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8236" y="407412"/>
            <a:ext cx="1753385" cy="869096"/>
          </a:xfrm>
        </p:spPr>
        <p:txBody>
          <a:bodyPr/>
          <a:lstStyle/>
          <a:p>
            <a:pPr algn="l"/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功能</a:t>
            </a:r>
            <a:endParaRPr lang="en-US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Rounded Rectangle 1">
            <a:extLst>
              <a:ext uri="{FF2B5EF4-FFF2-40B4-BE49-F238E27FC236}">
                <a16:creationId xmlns:a16="http://schemas.microsoft.com/office/drawing/2014/main" id="{D18310E7-4BC8-40A1-8457-34B19B0B2781}"/>
              </a:ext>
            </a:extLst>
          </p:cNvPr>
          <p:cNvSpPr/>
          <p:nvPr/>
        </p:nvSpPr>
        <p:spPr>
          <a:xfrm>
            <a:off x="7400995" y="2189741"/>
            <a:ext cx="6134400" cy="2462400"/>
          </a:xfrm>
          <a:prstGeom prst="roundRect">
            <a:avLst>
              <a:gd name="adj" fmla="val 10788"/>
            </a:avLst>
          </a:prstGeom>
          <a:solidFill>
            <a:srgbClr val="EEB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40" dirty="0"/>
          </a:p>
        </p:txBody>
      </p: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82731B22-B471-47B8-BC8C-16848B9C1FC0}"/>
              </a:ext>
            </a:extLst>
          </p:cNvPr>
          <p:cNvSpPr/>
          <p:nvPr/>
        </p:nvSpPr>
        <p:spPr>
          <a:xfrm>
            <a:off x="7400995" y="4795368"/>
            <a:ext cx="6134400" cy="2462400"/>
          </a:xfrm>
          <a:prstGeom prst="roundRect">
            <a:avLst>
              <a:gd name="adj" fmla="val 10788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40" dirty="0"/>
          </a:p>
        </p:txBody>
      </p: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3F1D8C70-7CE7-4740-A658-15400A2DCB6F}"/>
              </a:ext>
            </a:extLst>
          </p:cNvPr>
          <p:cNvSpPr/>
          <p:nvPr/>
        </p:nvSpPr>
        <p:spPr>
          <a:xfrm>
            <a:off x="1086730" y="4795368"/>
            <a:ext cx="6134400" cy="2462400"/>
          </a:xfrm>
          <a:prstGeom prst="roundRect">
            <a:avLst>
              <a:gd name="adj" fmla="val 1078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40" dirty="0"/>
          </a:p>
        </p:txBody>
      </p: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EF68B4F4-A0AA-4701-AE1E-F20B0E62D57E}"/>
              </a:ext>
            </a:extLst>
          </p:cNvPr>
          <p:cNvSpPr/>
          <p:nvPr/>
        </p:nvSpPr>
        <p:spPr>
          <a:xfrm>
            <a:off x="1086730" y="2189741"/>
            <a:ext cx="6134400" cy="2462400"/>
          </a:xfrm>
          <a:prstGeom prst="roundRect">
            <a:avLst>
              <a:gd name="adj" fmla="val 1078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4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B7A0B3-ED9B-414E-9B79-B706EEDC6C6C}"/>
              </a:ext>
            </a:extLst>
          </p:cNvPr>
          <p:cNvSpPr txBox="1"/>
          <p:nvPr/>
        </p:nvSpPr>
        <p:spPr>
          <a:xfrm>
            <a:off x="1462908" y="2451445"/>
            <a:ext cx="49187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浸入式語言學習理論</a:t>
            </a:r>
            <a:endParaRPr lang="en-US" altLang="zh-TW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角色扮演架構：</a:t>
            </a:r>
            <a:r>
              <a:rPr lang="en-US" altLang="zh-TW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AI</a:t>
            </a:r>
            <a:r>
              <a:rPr lang="zh-TW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扮演真實對話夥伴（非教學工具），降低情感過濾器</a:t>
            </a:r>
            <a:endParaRPr lang="en-US" altLang="zh-TW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技術架構：五大日常主題、參數化提示設計</a:t>
            </a:r>
            <a:endParaRPr lang="en-US" altLang="zh-TW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教育創新：深度對話策略、隱性糾錯機制：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AE4588-6A72-415D-B89E-5B380235C1AF}"/>
              </a:ext>
            </a:extLst>
          </p:cNvPr>
          <p:cNvSpPr txBox="1"/>
          <p:nvPr/>
        </p:nvSpPr>
        <p:spPr>
          <a:xfrm>
            <a:off x="8021203" y="2321029"/>
            <a:ext cx="527466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輸出假說理論</a:t>
            </a:r>
            <a:endParaRPr lang="en-US" altLang="zh-TW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結構化學習：「展示</a:t>
            </a:r>
            <a:r>
              <a:rPr lang="en-US" altLang="zh-TW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-</a:t>
            </a:r>
            <a:r>
              <a:rPr lang="zh-TW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練習</a:t>
            </a:r>
            <a:r>
              <a:rPr lang="en-US" altLang="zh-TW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-</a:t>
            </a:r>
            <a:r>
              <a:rPr lang="zh-TW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回饋」，促進詞彙內化</a:t>
            </a:r>
            <a:endParaRPr lang="en-US" altLang="zh-TW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分級體系：預設詞庫備份機制</a:t>
            </a:r>
            <a:endParaRPr lang="en-US" altLang="zh-TW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雙語教學策略：中英文、符合認知負荷理論</a:t>
            </a:r>
            <a:endParaRPr lang="en-US" altLang="zh-TW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多維評估機制：詞彙準確性 </a:t>
            </a:r>
            <a:r>
              <a:rPr lang="en-US" altLang="zh-TW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+ </a:t>
            </a:r>
            <a:r>
              <a:rPr lang="zh-TW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句法正確性 </a:t>
            </a:r>
            <a:r>
              <a:rPr lang="en-US" altLang="zh-TW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+ </a:t>
            </a:r>
            <a:r>
              <a:rPr lang="zh-TW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表達自然度分析</a:t>
            </a:r>
            <a:endParaRPr lang="ko-KR" altLang="en-US" dirty="0">
              <a:solidFill>
                <a:schemeClr val="bg1"/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46056B-E578-4528-B575-30A116E5F270}"/>
              </a:ext>
            </a:extLst>
          </p:cNvPr>
          <p:cNvSpPr txBox="1"/>
          <p:nvPr/>
        </p:nvSpPr>
        <p:spPr>
          <a:xfrm>
            <a:off x="8227153" y="5032442"/>
            <a:ext cx="520464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聽力理解理論與自然順序假說</a:t>
            </a:r>
            <a:endParaRPr lang="en-US" altLang="zh-TW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專業語言助手定位：專注創建符合教育目標的聽力訓練內容</a:t>
            </a:r>
            <a:endParaRPr lang="en-US" altLang="zh-TW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內容生成機制：精確長度控制、日常主題</a:t>
            </a:r>
            <a:endParaRPr lang="en-US" altLang="zh-TW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智能評估系統：自動問題生成算法、混合評估模式、難度適應性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5EED31-C798-4A44-9DAC-5F76455F90A5}"/>
              </a:ext>
            </a:extLst>
          </p:cNvPr>
          <p:cNvSpPr txBox="1"/>
          <p:nvPr/>
        </p:nvSpPr>
        <p:spPr>
          <a:xfrm>
            <a:off x="1462908" y="5049348"/>
            <a:ext cx="50957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模仿學習理論與支架式教學</a:t>
            </a:r>
            <a:endParaRPr lang="en-US" altLang="zh-TW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母語角色：語言表達範例，標準化語音模型</a:t>
            </a:r>
            <a:endParaRPr lang="en-US" altLang="zh-TW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語音評估技術：</a:t>
            </a:r>
            <a:r>
              <a:rPr lang="en-US" altLang="zh-TW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Whisper+ </a:t>
            </a:r>
            <a:r>
              <a:rPr lang="en-US" altLang="zh-TW" dirty="0" err="1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Levenshtein</a:t>
            </a:r>
            <a:r>
              <a:rPr lang="zh-TW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距離算法、發音進行權重處理、語音相似度評估</a:t>
            </a:r>
            <a:endParaRPr lang="en-US" altLang="zh-TW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場景化設計：五大生活場景、難度等級、基於任務型語言教學法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AB538D-E14C-4806-B87D-2DA8E942F579}"/>
              </a:ext>
            </a:extLst>
          </p:cNvPr>
          <p:cNvSpPr txBox="1"/>
          <p:nvPr/>
        </p:nvSpPr>
        <p:spPr>
          <a:xfrm>
            <a:off x="6475710" y="2343817"/>
            <a:ext cx="1054970" cy="230832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對話練習</a:t>
            </a:r>
            <a:endParaRPr lang="zh-TW" altLang="en-US" sz="3600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5F1ECC-8DD8-41E1-B3D2-56445BAC96E1}"/>
              </a:ext>
            </a:extLst>
          </p:cNvPr>
          <p:cNvSpPr txBox="1"/>
          <p:nvPr/>
        </p:nvSpPr>
        <p:spPr>
          <a:xfrm>
            <a:off x="7275783" y="2368775"/>
            <a:ext cx="1054970" cy="230832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36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單字造句</a:t>
            </a:r>
            <a:endParaRPr lang="ko-KR" altLang="en-US" sz="3600" b="1" dirty="0">
              <a:solidFill>
                <a:schemeClr val="bg1"/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65ED0CA-B76F-47EE-9222-89CC78186A79}"/>
              </a:ext>
            </a:extLst>
          </p:cNvPr>
          <p:cNvSpPr txBox="1"/>
          <p:nvPr/>
        </p:nvSpPr>
        <p:spPr>
          <a:xfrm>
            <a:off x="6295845" y="4864682"/>
            <a:ext cx="1054970" cy="230832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36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跟讀練習</a:t>
            </a:r>
            <a:endParaRPr lang="ko-KR" altLang="en-US" sz="3600" b="1" dirty="0">
              <a:solidFill>
                <a:schemeClr val="bg1"/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D8A6AB-E680-4B6D-A235-7FBF698D8D16}"/>
              </a:ext>
            </a:extLst>
          </p:cNvPr>
          <p:cNvSpPr txBox="1"/>
          <p:nvPr/>
        </p:nvSpPr>
        <p:spPr>
          <a:xfrm>
            <a:off x="7315200" y="4881533"/>
            <a:ext cx="1054970" cy="230832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36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聽力練習</a:t>
            </a:r>
            <a:endParaRPr lang="ko-KR" altLang="en-US" sz="3600" b="1" dirty="0">
              <a:solidFill>
                <a:schemeClr val="bg1"/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271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>
          <a:extLst>
            <a:ext uri="{FF2B5EF4-FFF2-40B4-BE49-F238E27FC236}">
              <a16:creationId xmlns:a16="http://schemas.microsoft.com/office/drawing/2014/main" id="{E37BB967-A501-E613-CB15-ACAB7B830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6">
            <a:extLst>
              <a:ext uri="{FF2B5EF4-FFF2-40B4-BE49-F238E27FC236}">
                <a16:creationId xmlns:a16="http://schemas.microsoft.com/office/drawing/2014/main" id="{1AF018D5-B601-592E-1744-744D24290B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159" y="2097760"/>
            <a:ext cx="8108703" cy="1885920"/>
          </a:xfrm>
          <a:prstGeom prst="rect">
            <a:avLst/>
          </a:prstGeom>
        </p:spPr>
        <p:txBody>
          <a:bodyPr spcFirstLastPara="1" wrap="square" lIns="146280" tIns="146280" rIns="146280" bIns="146280" anchor="b" anchorCtr="0">
            <a:noAutofit/>
          </a:bodyPr>
          <a:lstStyle/>
          <a:p>
            <a:pPr algn="l"/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系統功能展示</a:t>
            </a:r>
          </a:p>
        </p:txBody>
      </p:sp>
      <p:cxnSp>
        <p:nvCxnSpPr>
          <p:cNvPr id="661" name="Google Shape;661;p46">
            <a:extLst>
              <a:ext uri="{FF2B5EF4-FFF2-40B4-BE49-F238E27FC236}">
                <a16:creationId xmlns:a16="http://schemas.microsoft.com/office/drawing/2014/main" id="{A1731428-C024-8B01-3D05-DF3DCCE820F4}"/>
              </a:ext>
            </a:extLst>
          </p:cNvPr>
          <p:cNvCxnSpPr/>
          <p:nvPr/>
        </p:nvCxnSpPr>
        <p:spPr>
          <a:xfrm>
            <a:off x="4182677" y="4267262"/>
            <a:ext cx="546288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666662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043D4551-4C53-7640-1732-325C0837B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6233" y="6904304"/>
            <a:ext cx="1896020" cy="1280271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B85F3A-0D98-4AE5-8CED-AA4A4CF8218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0" y="254000"/>
            <a:ext cx="12611100" cy="950913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sz="5400" b="1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英語對話練習功能</a:t>
            </a:r>
            <a:endParaRPr lang="en-US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85030F3C-3F14-4280-AA6C-19204206B3E0}"/>
              </a:ext>
            </a:extLst>
          </p:cNvPr>
          <p:cNvGrpSpPr/>
          <p:nvPr/>
        </p:nvGrpSpPr>
        <p:grpSpPr>
          <a:xfrm rot="16200000">
            <a:off x="9448901" y="2939386"/>
            <a:ext cx="7164977" cy="2045129"/>
            <a:chOff x="3960971" y="2767117"/>
            <a:chExt cx="4267200" cy="1321489"/>
          </a:xfrm>
        </p:grpSpPr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00CC3D4-3213-44FE-AEA1-D00F01745FC6}"/>
                </a:ext>
              </a:extLst>
            </p:cNvPr>
            <p:cNvSpPr/>
            <p:nvPr/>
          </p:nvSpPr>
          <p:spPr>
            <a:xfrm>
              <a:off x="4049553" y="3359522"/>
              <a:ext cx="4086225" cy="657225"/>
            </a:xfrm>
            <a:custGeom>
              <a:avLst/>
              <a:gdLst>
                <a:gd name="connsiteX0" fmla="*/ 3881914 w 4086225"/>
                <a:gd name="connsiteY0" fmla="*/ 86622 h 657225"/>
                <a:gd name="connsiteX1" fmla="*/ 2049304 w 4086225"/>
                <a:gd name="connsiteY1" fmla="*/ 319032 h 657225"/>
                <a:gd name="connsiteX2" fmla="*/ 2049304 w 4086225"/>
                <a:gd name="connsiteY2" fmla="*/ 313317 h 657225"/>
                <a:gd name="connsiteX3" fmla="*/ 210979 w 4086225"/>
                <a:gd name="connsiteY3" fmla="*/ 78050 h 657225"/>
                <a:gd name="connsiteX4" fmla="*/ 7144 w 4086225"/>
                <a:gd name="connsiteY4" fmla="*/ 603830 h 657225"/>
                <a:gd name="connsiteX5" fmla="*/ 1779746 w 4086225"/>
                <a:gd name="connsiteY5" fmla="*/ 375230 h 657225"/>
                <a:gd name="connsiteX6" fmla="*/ 2043589 w 4086225"/>
                <a:gd name="connsiteY6" fmla="*/ 643835 h 657225"/>
                <a:gd name="connsiteX7" fmla="*/ 2043589 w 4086225"/>
                <a:gd name="connsiteY7" fmla="*/ 652407 h 657225"/>
                <a:gd name="connsiteX8" fmla="*/ 2312194 w 4086225"/>
                <a:gd name="connsiteY8" fmla="*/ 383802 h 657225"/>
                <a:gd name="connsiteX9" fmla="*/ 4084796 w 4086225"/>
                <a:gd name="connsiteY9" fmla="*/ 612402 h 657225"/>
                <a:gd name="connsiteX10" fmla="*/ 3881914 w 4086225"/>
                <a:gd name="connsiteY10" fmla="*/ 86622 h 657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86225" h="657225">
                  <a:moveTo>
                    <a:pt x="3881914" y="86622"/>
                  </a:moveTo>
                  <a:cubicBezTo>
                    <a:pt x="3555206" y="-1960"/>
                    <a:pt x="2711291" y="-80065"/>
                    <a:pt x="2049304" y="319032"/>
                  </a:cubicBezTo>
                  <a:lnTo>
                    <a:pt x="2049304" y="313317"/>
                  </a:lnTo>
                  <a:cubicBezTo>
                    <a:pt x="1385411" y="-88638"/>
                    <a:pt x="538639" y="-9580"/>
                    <a:pt x="210979" y="78050"/>
                  </a:cubicBezTo>
                  <a:cubicBezTo>
                    <a:pt x="210979" y="78050"/>
                    <a:pt x="17621" y="294267"/>
                    <a:pt x="7144" y="603830"/>
                  </a:cubicBezTo>
                  <a:lnTo>
                    <a:pt x="1779746" y="375230"/>
                  </a:lnTo>
                  <a:cubicBezTo>
                    <a:pt x="1779746" y="521915"/>
                    <a:pt x="1897856" y="640977"/>
                    <a:pt x="2043589" y="643835"/>
                  </a:cubicBezTo>
                  <a:lnTo>
                    <a:pt x="2043589" y="652407"/>
                  </a:lnTo>
                  <a:cubicBezTo>
                    <a:pt x="2192179" y="652407"/>
                    <a:pt x="2312194" y="532392"/>
                    <a:pt x="2312194" y="383802"/>
                  </a:cubicBezTo>
                  <a:lnTo>
                    <a:pt x="4084796" y="612402"/>
                  </a:lnTo>
                  <a:cubicBezTo>
                    <a:pt x="4076224" y="302840"/>
                    <a:pt x="3881914" y="86622"/>
                    <a:pt x="3881914" y="86622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0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F3D9FB98-AB9C-4644-A8E5-20D1B7786152}"/>
                </a:ext>
              </a:extLst>
            </p:cNvPr>
            <p:cNvSpPr/>
            <p:nvPr/>
          </p:nvSpPr>
          <p:spPr>
            <a:xfrm>
              <a:off x="3960971" y="3698081"/>
              <a:ext cx="4267200" cy="390525"/>
            </a:xfrm>
            <a:custGeom>
              <a:avLst/>
              <a:gdLst>
                <a:gd name="connsiteX0" fmla="*/ 2127409 w 4267200"/>
                <a:gd name="connsiteY0" fmla="*/ 389096 h 390525"/>
                <a:gd name="connsiteX1" fmla="*/ 1806416 w 4267200"/>
                <a:gd name="connsiteY1" fmla="*/ 120491 h 390525"/>
                <a:gd name="connsiteX2" fmla="*/ 51911 w 4267200"/>
                <a:gd name="connsiteY2" fmla="*/ 330041 h 390525"/>
                <a:gd name="connsiteX3" fmla="*/ 7144 w 4267200"/>
                <a:gd name="connsiteY3" fmla="*/ 294799 h 390525"/>
                <a:gd name="connsiteX4" fmla="*/ 7144 w 4267200"/>
                <a:gd name="connsiteY4" fmla="*/ 251936 h 390525"/>
                <a:gd name="connsiteX5" fmla="*/ 51911 w 4267200"/>
                <a:gd name="connsiteY5" fmla="*/ 216694 h 390525"/>
                <a:gd name="connsiteX6" fmla="*/ 1859756 w 4267200"/>
                <a:gd name="connsiteY6" fmla="*/ 7144 h 390525"/>
                <a:gd name="connsiteX7" fmla="*/ 1915954 w 4267200"/>
                <a:gd name="connsiteY7" fmla="*/ 65246 h 390525"/>
                <a:gd name="connsiteX8" fmla="*/ 2127409 w 4267200"/>
                <a:gd name="connsiteY8" fmla="*/ 275749 h 390525"/>
                <a:gd name="connsiteX9" fmla="*/ 2338864 w 4267200"/>
                <a:gd name="connsiteY9" fmla="*/ 65246 h 390525"/>
                <a:gd name="connsiteX10" fmla="*/ 2395061 w 4267200"/>
                <a:gd name="connsiteY10" fmla="*/ 7144 h 390525"/>
                <a:gd name="connsiteX11" fmla="*/ 4231482 w 4267200"/>
                <a:gd name="connsiteY11" fmla="*/ 216694 h 390525"/>
                <a:gd name="connsiteX12" fmla="*/ 4266724 w 4267200"/>
                <a:gd name="connsiteY12" fmla="*/ 251936 h 390525"/>
                <a:gd name="connsiteX13" fmla="*/ 4266724 w 4267200"/>
                <a:gd name="connsiteY13" fmla="*/ 294799 h 390525"/>
                <a:gd name="connsiteX14" fmla="*/ 4231482 w 4267200"/>
                <a:gd name="connsiteY14" fmla="*/ 330041 h 390525"/>
                <a:gd name="connsiteX15" fmla="*/ 2448401 w 4267200"/>
                <a:gd name="connsiteY15" fmla="*/ 120491 h 390525"/>
                <a:gd name="connsiteX16" fmla="*/ 2127409 w 4267200"/>
                <a:gd name="connsiteY16" fmla="*/ 389096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267200" h="390525">
                  <a:moveTo>
                    <a:pt x="2127409" y="389096"/>
                  </a:moveTo>
                  <a:cubicBezTo>
                    <a:pt x="1967389" y="389096"/>
                    <a:pt x="1834039" y="272891"/>
                    <a:pt x="1806416" y="120491"/>
                  </a:cubicBezTo>
                  <a:lnTo>
                    <a:pt x="51911" y="330041"/>
                  </a:lnTo>
                  <a:cubicBezTo>
                    <a:pt x="31909" y="330041"/>
                    <a:pt x="7144" y="313849"/>
                    <a:pt x="7144" y="294799"/>
                  </a:cubicBezTo>
                  <a:lnTo>
                    <a:pt x="7144" y="251936"/>
                  </a:lnTo>
                  <a:cubicBezTo>
                    <a:pt x="7144" y="231934"/>
                    <a:pt x="32861" y="216694"/>
                    <a:pt x="51911" y="216694"/>
                  </a:cubicBezTo>
                  <a:lnTo>
                    <a:pt x="1859756" y="7144"/>
                  </a:lnTo>
                  <a:cubicBezTo>
                    <a:pt x="1891189" y="7144"/>
                    <a:pt x="1915954" y="32861"/>
                    <a:pt x="1915954" y="65246"/>
                  </a:cubicBezTo>
                  <a:cubicBezTo>
                    <a:pt x="1915954" y="181451"/>
                    <a:pt x="2011204" y="275749"/>
                    <a:pt x="2127409" y="275749"/>
                  </a:cubicBezTo>
                  <a:cubicBezTo>
                    <a:pt x="2243614" y="275749"/>
                    <a:pt x="2338864" y="181451"/>
                    <a:pt x="2338864" y="65246"/>
                  </a:cubicBezTo>
                  <a:cubicBezTo>
                    <a:pt x="2338864" y="33814"/>
                    <a:pt x="2363629" y="7144"/>
                    <a:pt x="2395061" y="7144"/>
                  </a:cubicBezTo>
                  <a:lnTo>
                    <a:pt x="4231482" y="216694"/>
                  </a:lnTo>
                  <a:cubicBezTo>
                    <a:pt x="4251484" y="216694"/>
                    <a:pt x="4266724" y="232886"/>
                    <a:pt x="4266724" y="251936"/>
                  </a:cubicBezTo>
                  <a:lnTo>
                    <a:pt x="4266724" y="294799"/>
                  </a:lnTo>
                  <a:cubicBezTo>
                    <a:pt x="4266724" y="314801"/>
                    <a:pt x="4250532" y="330041"/>
                    <a:pt x="4231482" y="330041"/>
                  </a:cubicBezTo>
                  <a:lnTo>
                    <a:pt x="2448401" y="120491"/>
                  </a:lnTo>
                  <a:cubicBezTo>
                    <a:pt x="2420779" y="272891"/>
                    <a:pt x="2287429" y="389096"/>
                    <a:pt x="2127409" y="389096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16388DEA-7EFF-4878-98F7-417A594FE6FF}"/>
                </a:ext>
              </a:extLst>
            </p:cNvPr>
            <p:cNvSpPr/>
            <p:nvPr/>
          </p:nvSpPr>
          <p:spPr>
            <a:xfrm>
              <a:off x="6068849" y="2857621"/>
              <a:ext cx="1809750" cy="857250"/>
            </a:xfrm>
            <a:custGeom>
              <a:avLst/>
              <a:gdLst>
                <a:gd name="connsiteX0" fmla="*/ 1806416 w 1809750"/>
                <a:gd name="connsiteY0" fmla="*/ 463748 h 857250"/>
                <a:gd name="connsiteX1" fmla="*/ 423386 w 1809750"/>
                <a:gd name="connsiteY1" fmla="*/ 638056 h 857250"/>
                <a:gd name="connsiteX2" fmla="*/ 437674 w 1809750"/>
                <a:gd name="connsiteY2" fmla="*/ 632341 h 857250"/>
                <a:gd name="connsiteX3" fmla="*/ 1751171 w 1809750"/>
                <a:gd name="connsiteY3" fmla="*/ 395168 h 857250"/>
                <a:gd name="connsiteX4" fmla="*/ 1769269 w 1809750"/>
                <a:gd name="connsiteY4" fmla="*/ 375166 h 857250"/>
                <a:gd name="connsiteX5" fmla="*/ 1749266 w 1809750"/>
                <a:gd name="connsiteY5" fmla="*/ 357068 h 857250"/>
                <a:gd name="connsiteX6" fmla="*/ 421481 w 1809750"/>
                <a:gd name="connsiteY6" fmla="*/ 598051 h 857250"/>
                <a:gd name="connsiteX7" fmla="*/ 343376 w 1809750"/>
                <a:gd name="connsiteY7" fmla="*/ 631388 h 857250"/>
                <a:gd name="connsiteX8" fmla="*/ 1721644 w 1809750"/>
                <a:gd name="connsiteY8" fmla="*/ 305633 h 857250"/>
                <a:gd name="connsiteX9" fmla="*/ 1726406 w 1809750"/>
                <a:gd name="connsiteY9" fmla="*/ 300871 h 857250"/>
                <a:gd name="connsiteX10" fmla="*/ 1721644 w 1809750"/>
                <a:gd name="connsiteY10" fmla="*/ 296108 h 857250"/>
                <a:gd name="connsiteX11" fmla="*/ 381476 w 1809750"/>
                <a:gd name="connsiteY11" fmla="*/ 603766 h 857250"/>
                <a:gd name="connsiteX12" fmla="*/ 454819 w 1809750"/>
                <a:gd name="connsiteY12" fmla="*/ 566618 h 857250"/>
                <a:gd name="connsiteX13" fmla="*/ 1654016 w 1809750"/>
                <a:gd name="connsiteY13" fmla="*/ 252293 h 857250"/>
                <a:gd name="connsiteX14" fmla="*/ 1671161 w 1809750"/>
                <a:gd name="connsiteY14" fmla="*/ 232291 h 857250"/>
                <a:gd name="connsiteX15" fmla="*/ 1650206 w 1809750"/>
                <a:gd name="connsiteY15" fmla="*/ 214193 h 857250"/>
                <a:gd name="connsiteX16" fmla="*/ 435769 w 1809750"/>
                <a:gd name="connsiteY16" fmla="*/ 532328 h 857250"/>
                <a:gd name="connsiteX17" fmla="*/ 104299 w 1809750"/>
                <a:gd name="connsiteY17" fmla="*/ 725686 h 857250"/>
                <a:gd name="connsiteX18" fmla="*/ 1428274 w 1809750"/>
                <a:gd name="connsiteY18" fmla="*/ 17026 h 857250"/>
                <a:gd name="connsiteX19" fmla="*/ 1431131 w 1809750"/>
                <a:gd name="connsiteY19" fmla="*/ 10358 h 857250"/>
                <a:gd name="connsiteX20" fmla="*/ 1424464 w 1809750"/>
                <a:gd name="connsiteY20" fmla="*/ 7501 h 857250"/>
                <a:gd name="connsiteX21" fmla="*/ 57626 w 1809750"/>
                <a:gd name="connsiteY21" fmla="*/ 759023 h 857250"/>
                <a:gd name="connsiteX22" fmla="*/ 9049 w 1809750"/>
                <a:gd name="connsiteY22" fmla="*/ 799028 h 857250"/>
                <a:gd name="connsiteX23" fmla="*/ 21431 w 1809750"/>
                <a:gd name="connsiteY23" fmla="*/ 812363 h 857250"/>
                <a:gd name="connsiteX24" fmla="*/ 7144 w 1809750"/>
                <a:gd name="connsiteY24" fmla="*/ 823793 h 857250"/>
                <a:gd name="connsiteX25" fmla="*/ 31909 w 1809750"/>
                <a:gd name="connsiteY25" fmla="*/ 852368 h 857250"/>
                <a:gd name="connsiteX26" fmla="*/ 327184 w 1809750"/>
                <a:gd name="connsiteY26" fmla="*/ 679013 h 857250"/>
                <a:gd name="connsiteX27" fmla="*/ 330994 w 1809750"/>
                <a:gd name="connsiteY27" fmla="*/ 681871 h 857250"/>
                <a:gd name="connsiteX28" fmla="*/ 332899 w 1809750"/>
                <a:gd name="connsiteY28" fmla="*/ 681871 h 857250"/>
                <a:gd name="connsiteX29" fmla="*/ 1805464 w 1809750"/>
                <a:gd name="connsiteY29" fmla="*/ 472321 h 857250"/>
                <a:gd name="connsiteX30" fmla="*/ 1810226 w 1809750"/>
                <a:gd name="connsiteY30" fmla="*/ 467558 h 857250"/>
                <a:gd name="connsiteX31" fmla="*/ 1806416 w 1809750"/>
                <a:gd name="connsiteY31" fmla="*/ 463748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09750" h="857250">
                  <a:moveTo>
                    <a:pt x="1806416" y="463748"/>
                  </a:moveTo>
                  <a:cubicBezTo>
                    <a:pt x="1798796" y="463748"/>
                    <a:pt x="1060609" y="411361"/>
                    <a:pt x="423386" y="638056"/>
                  </a:cubicBezTo>
                  <a:cubicBezTo>
                    <a:pt x="428149" y="636151"/>
                    <a:pt x="432911" y="634246"/>
                    <a:pt x="437674" y="632341"/>
                  </a:cubicBezTo>
                  <a:cubicBezTo>
                    <a:pt x="691039" y="529471"/>
                    <a:pt x="1122521" y="420886"/>
                    <a:pt x="1751171" y="395168"/>
                  </a:cubicBezTo>
                  <a:cubicBezTo>
                    <a:pt x="1761649" y="395168"/>
                    <a:pt x="1770221" y="385643"/>
                    <a:pt x="1769269" y="375166"/>
                  </a:cubicBezTo>
                  <a:cubicBezTo>
                    <a:pt x="1769269" y="364688"/>
                    <a:pt x="1759744" y="356116"/>
                    <a:pt x="1749266" y="357068"/>
                  </a:cubicBezTo>
                  <a:cubicBezTo>
                    <a:pt x="1114901" y="383738"/>
                    <a:pt x="676751" y="494228"/>
                    <a:pt x="421481" y="598051"/>
                  </a:cubicBezTo>
                  <a:cubicBezTo>
                    <a:pt x="393859" y="609481"/>
                    <a:pt x="368141" y="619958"/>
                    <a:pt x="343376" y="631388"/>
                  </a:cubicBezTo>
                  <a:cubicBezTo>
                    <a:pt x="999649" y="316111"/>
                    <a:pt x="1713071" y="305633"/>
                    <a:pt x="1721644" y="305633"/>
                  </a:cubicBezTo>
                  <a:cubicBezTo>
                    <a:pt x="1724501" y="305633"/>
                    <a:pt x="1726406" y="303728"/>
                    <a:pt x="1726406" y="300871"/>
                  </a:cubicBezTo>
                  <a:cubicBezTo>
                    <a:pt x="1726406" y="298013"/>
                    <a:pt x="1724501" y="296108"/>
                    <a:pt x="1721644" y="296108"/>
                  </a:cubicBezTo>
                  <a:cubicBezTo>
                    <a:pt x="1713071" y="296108"/>
                    <a:pt x="1027271" y="306586"/>
                    <a:pt x="381476" y="603766"/>
                  </a:cubicBezTo>
                  <a:cubicBezTo>
                    <a:pt x="404336" y="591383"/>
                    <a:pt x="429101" y="579001"/>
                    <a:pt x="454819" y="566618"/>
                  </a:cubicBezTo>
                  <a:cubicBezTo>
                    <a:pt x="708184" y="443746"/>
                    <a:pt x="1073944" y="298013"/>
                    <a:pt x="1654016" y="252293"/>
                  </a:cubicBezTo>
                  <a:cubicBezTo>
                    <a:pt x="1664494" y="251341"/>
                    <a:pt x="1672114" y="242768"/>
                    <a:pt x="1671161" y="232291"/>
                  </a:cubicBezTo>
                  <a:cubicBezTo>
                    <a:pt x="1670209" y="221813"/>
                    <a:pt x="1660684" y="214193"/>
                    <a:pt x="1650206" y="214193"/>
                  </a:cubicBezTo>
                  <a:cubicBezTo>
                    <a:pt x="1062514" y="259913"/>
                    <a:pt x="691991" y="407551"/>
                    <a:pt x="435769" y="532328"/>
                  </a:cubicBezTo>
                  <a:cubicBezTo>
                    <a:pt x="284321" y="605671"/>
                    <a:pt x="174784" y="676156"/>
                    <a:pt x="104299" y="725686"/>
                  </a:cubicBezTo>
                  <a:cubicBezTo>
                    <a:pt x="620554" y="206573"/>
                    <a:pt x="1420654" y="19883"/>
                    <a:pt x="1428274" y="17026"/>
                  </a:cubicBezTo>
                  <a:cubicBezTo>
                    <a:pt x="1431131" y="16073"/>
                    <a:pt x="1432084" y="13216"/>
                    <a:pt x="1431131" y="10358"/>
                  </a:cubicBezTo>
                  <a:cubicBezTo>
                    <a:pt x="1430179" y="7501"/>
                    <a:pt x="1427321" y="6548"/>
                    <a:pt x="1424464" y="7501"/>
                  </a:cubicBezTo>
                  <a:cubicBezTo>
                    <a:pt x="1415891" y="11311"/>
                    <a:pt x="573881" y="207526"/>
                    <a:pt x="57626" y="759023"/>
                  </a:cubicBezTo>
                  <a:cubicBezTo>
                    <a:pt x="27146" y="782836"/>
                    <a:pt x="10954" y="797123"/>
                    <a:pt x="9049" y="799028"/>
                  </a:cubicBezTo>
                  <a:lnTo>
                    <a:pt x="21431" y="812363"/>
                  </a:lnTo>
                  <a:cubicBezTo>
                    <a:pt x="12859" y="819031"/>
                    <a:pt x="8096" y="822841"/>
                    <a:pt x="7144" y="823793"/>
                  </a:cubicBezTo>
                  <a:lnTo>
                    <a:pt x="31909" y="852368"/>
                  </a:lnTo>
                  <a:cubicBezTo>
                    <a:pt x="32861" y="851416"/>
                    <a:pt x="126206" y="772358"/>
                    <a:pt x="327184" y="679013"/>
                  </a:cubicBezTo>
                  <a:cubicBezTo>
                    <a:pt x="328136" y="680918"/>
                    <a:pt x="329089" y="681871"/>
                    <a:pt x="330994" y="681871"/>
                  </a:cubicBezTo>
                  <a:cubicBezTo>
                    <a:pt x="331946" y="681871"/>
                    <a:pt x="332899" y="681871"/>
                    <a:pt x="332899" y="681871"/>
                  </a:cubicBezTo>
                  <a:cubicBezTo>
                    <a:pt x="986314" y="414218"/>
                    <a:pt x="1797844" y="472321"/>
                    <a:pt x="1805464" y="472321"/>
                  </a:cubicBezTo>
                  <a:cubicBezTo>
                    <a:pt x="1808321" y="472321"/>
                    <a:pt x="1810226" y="470416"/>
                    <a:pt x="1810226" y="467558"/>
                  </a:cubicBezTo>
                  <a:cubicBezTo>
                    <a:pt x="1811179" y="465653"/>
                    <a:pt x="1808321" y="463748"/>
                    <a:pt x="1806416" y="463748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BDB4C64B-2027-487F-AE96-A7A3A8516637}"/>
                </a:ext>
              </a:extLst>
            </p:cNvPr>
            <p:cNvSpPr/>
            <p:nvPr/>
          </p:nvSpPr>
          <p:spPr>
            <a:xfrm>
              <a:off x="4297199" y="2767117"/>
              <a:ext cx="1809750" cy="942975"/>
            </a:xfrm>
            <a:custGeom>
              <a:avLst/>
              <a:gdLst>
                <a:gd name="connsiteX0" fmla="*/ 1811179 w 1809750"/>
                <a:gd name="connsiteY0" fmla="*/ 915250 h 942975"/>
                <a:gd name="connsiteX1" fmla="*/ 1796891 w 1809750"/>
                <a:gd name="connsiteY1" fmla="*/ 903820 h 942975"/>
                <a:gd name="connsiteX2" fmla="*/ 1809274 w 1809750"/>
                <a:gd name="connsiteY2" fmla="*/ 890485 h 942975"/>
                <a:gd name="connsiteX3" fmla="*/ 1779746 w 1809750"/>
                <a:gd name="connsiteY3" fmla="*/ 865720 h 942975"/>
                <a:gd name="connsiteX4" fmla="*/ 451009 w 1809750"/>
                <a:gd name="connsiteY4" fmla="*/ 7517 h 942975"/>
                <a:gd name="connsiteX5" fmla="*/ 444341 w 1809750"/>
                <a:gd name="connsiteY5" fmla="*/ 9422 h 942975"/>
                <a:gd name="connsiteX6" fmla="*/ 446246 w 1809750"/>
                <a:gd name="connsiteY6" fmla="*/ 16090 h 942975"/>
                <a:gd name="connsiteX7" fmla="*/ 1745456 w 1809750"/>
                <a:gd name="connsiteY7" fmla="*/ 839050 h 942975"/>
                <a:gd name="connsiteX8" fmla="*/ 1381601 w 1809750"/>
                <a:gd name="connsiteY8" fmla="*/ 621880 h 942975"/>
                <a:gd name="connsiteX9" fmla="*/ 168116 w 1809750"/>
                <a:gd name="connsiteY9" fmla="*/ 304697 h 942975"/>
                <a:gd name="connsiteX10" fmla="*/ 147161 w 1809750"/>
                <a:gd name="connsiteY10" fmla="*/ 322795 h 942975"/>
                <a:gd name="connsiteX11" fmla="*/ 164306 w 1809750"/>
                <a:gd name="connsiteY11" fmla="*/ 342797 h 942975"/>
                <a:gd name="connsiteX12" fmla="*/ 1363504 w 1809750"/>
                <a:gd name="connsiteY12" fmla="*/ 657122 h 942975"/>
                <a:gd name="connsiteX13" fmla="*/ 1436846 w 1809750"/>
                <a:gd name="connsiteY13" fmla="*/ 694270 h 942975"/>
                <a:gd name="connsiteX14" fmla="*/ 97631 w 1809750"/>
                <a:gd name="connsiteY14" fmla="*/ 385660 h 942975"/>
                <a:gd name="connsiteX15" fmla="*/ 92869 w 1809750"/>
                <a:gd name="connsiteY15" fmla="*/ 390422 h 942975"/>
                <a:gd name="connsiteX16" fmla="*/ 97631 w 1809750"/>
                <a:gd name="connsiteY16" fmla="*/ 395185 h 942975"/>
                <a:gd name="connsiteX17" fmla="*/ 1475899 w 1809750"/>
                <a:gd name="connsiteY17" fmla="*/ 720940 h 942975"/>
                <a:gd name="connsiteX18" fmla="*/ 1397794 w 1809750"/>
                <a:gd name="connsiteY18" fmla="*/ 687602 h 942975"/>
                <a:gd name="connsiteX19" fmla="*/ 70009 w 1809750"/>
                <a:gd name="connsiteY19" fmla="*/ 446620 h 942975"/>
                <a:gd name="connsiteX20" fmla="*/ 50006 w 1809750"/>
                <a:gd name="connsiteY20" fmla="*/ 464717 h 942975"/>
                <a:gd name="connsiteX21" fmla="*/ 68104 w 1809750"/>
                <a:gd name="connsiteY21" fmla="*/ 484720 h 942975"/>
                <a:gd name="connsiteX22" fmla="*/ 1381601 w 1809750"/>
                <a:gd name="connsiteY22" fmla="*/ 721892 h 942975"/>
                <a:gd name="connsiteX23" fmla="*/ 1395889 w 1809750"/>
                <a:gd name="connsiteY23" fmla="*/ 727607 h 942975"/>
                <a:gd name="connsiteX24" fmla="*/ 11906 w 1809750"/>
                <a:gd name="connsiteY24" fmla="*/ 554252 h 942975"/>
                <a:gd name="connsiteX25" fmla="*/ 7144 w 1809750"/>
                <a:gd name="connsiteY25" fmla="*/ 559015 h 942975"/>
                <a:gd name="connsiteX26" fmla="*/ 11906 w 1809750"/>
                <a:gd name="connsiteY26" fmla="*/ 563777 h 942975"/>
                <a:gd name="connsiteX27" fmla="*/ 1484471 w 1809750"/>
                <a:gd name="connsiteY27" fmla="*/ 773327 h 942975"/>
                <a:gd name="connsiteX28" fmla="*/ 1486376 w 1809750"/>
                <a:gd name="connsiteY28" fmla="*/ 773327 h 942975"/>
                <a:gd name="connsiteX29" fmla="*/ 1490186 w 1809750"/>
                <a:gd name="connsiteY29" fmla="*/ 770470 h 942975"/>
                <a:gd name="connsiteX30" fmla="*/ 1785461 w 1809750"/>
                <a:gd name="connsiteY30" fmla="*/ 943825 h 942975"/>
                <a:gd name="connsiteX31" fmla="*/ 1811179 w 1809750"/>
                <a:gd name="connsiteY31" fmla="*/ 915250 h 942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09750" h="942975">
                  <a:moveTo>
                    <a:pt x="1811179" y="915250"/>
                  </a:moveTo>
                  <a:cubicBezTo>
                    <a:pt x="1810226" y="914297"/>
                    <a:pt x="1805464" y="910487"/>
                    <a:pt x="1796891" y="903820"/>
                  </a:cubicBezTo>
                  <a:lnTo>
                    <a:pt x="1809274" y="890485"/>
                  </a:lnTo>
                  <a:cubicBezTo>
                    <a:pt x="1807369" y="889532"/>
                    <a:pt x="1797844" y="880007"/>
                    <a:pt x="1779746" y="865720"/>
                  </a:cubicBezTo>
                  <a:cubicBezTo>
                    <a:pt x="1303496" y="268502"/>
                    <a:pt x="459581" y="12280"/>
                    <a:pt x="451009" y="7517"/>
                  </a:cubicBezTo>
                  <a:cubicBezTo>
                    <a:pt x="448151" y="6565"/>
                    <a:pt x="446246" y="7517"/>
                    <a:pt x="444341" y="9422"/>
                  </a:cubicBezTo>
                  <a:cubicBezTo>
                    <a:pt x="443389" y="11327"/>
                    <a:pt x="444341" y="14185"/>
                    <a:pt x="446246" y="16090"/>
                  </a:cubicBezTo>
                  <a:cubicBezTo>
                    <a:pt x="453866" y="19900"/>
                    <a:pt x="1267301" y="266597"/>
                    <a:pt x="1745456" y="839050"/>
                  </a:cubicBezTo>
                  <a:cubicBezTo>
                    <a:pt x="1678781" y="789520"/>
                    <a:pt x="1558766" y="707605"/>
                    <a:pt x="1381601" y="621880"/>
                  </a:cubicBezTo>
                  <a:cubicBezTo>
                    <a:pt x="1126331" y="498055"/>
                    <a:pt x="754856" y="350417"/>
                    <a:pt x="168116" y="304697"/>
                  </a:cubicBezTo>
                  <a:cubicBezTo>
                    <a:pt x="157639" y="303745"/>
                    <a:pt x="148114" y="311365"/>
                    <a:pt x="147161" y="322795"/>
                  </a:cubicBezTo>
                  <a:cubicBezTo>
                    <a:pt x="146209" y="333272"/>
                    <a:pt x="153829" y="341845"/>
                    <a:pt x="164306" y="342797"/>
                  </a:cubicBezTo>
                  <a:cubicBezTo>
                    <a:pt x="744379" y="388517"/>
                    <a:pt x="1110139" y="534250"/>
                    <a:pt x="1363504" y="657122"/>
                  </a:cubicBezTo>
                  <a:cubicBezTo>
                    <a:pt x="1389221" y="669505"/>
                    <a:pt x="1413986" y="681887"/>
                    <a:pt x="1436846" y="694270"/>
                  </a:cubicBezTo>
                  <a:cubicBezTo>
                    <a:pt x="791051" y="396137"/>
                    <a:pt x="105251" y="385660"/>
                    <a:pt x="97631" y="385660"/>
                  </a:cubicBezTo>
                  <a:cubicBezTo>
                    <a:pt x="94774" y="385660"/>
                    <a:pt x="92869" y="387565"/>
                    <a:pt x="92869" y="390422"/>
                  </a:cubicBezTo>
                  <a:cubicBezTo>
                    <a:pt x="92869" y="393280"/>
                    <a:pt x="94774" y="395185"/>
                    <a:pt x="97631" y="395185"/>
                  </a:cubicBezTo>
                  <a:cubicBezTo>
                    <a:pt x="106204" y="395185"/>
                    <a:pt x="819626" y="405662"/>
                    <a:pt x="1475899" y="720940"/>
                  </a:cubicBezTo>
                  <a:cubicBezTo>
                    <a:pt x="1451134" y="710462"/>
                    <a:pt x="1425416" y="699032"/>
                    <a:pt x="1397794" y="687602"/>
                  </a:cubicBezTo>
                  <a:cubicBezTo>
                    <a:pt x="1141571" y="582827"/>
                    <a:pt x="704374" y="473290"/>
                    <a:pt x="70009" y="446620"/>
                  </a:cubicBezTo>
                  <a:cubicBezTo>
                    <a:pt x="59531" y="446620"/>
                    <a:pt x="50959" y="454240"/>
                    <a:pt x="50006" y="464717"/>
                  </a:cubicBezTo>
                  <a:cubicBezTo>
                    <a:pt x="50006" y="475195"/>
                    <a:pt x="57626" y="483767"/>
                    <a:pt x="68104" y="484720"/>
                  </a:cubicBezTo>
                  <a:cubicBezTo>
                    <a:pt x="695801" y="511390"/>
                    <a:pt x="1128236" y="619975"/>
                    <a:pt x="1381601" y="721892"/>
                  </a:cubicBezTo>
                  <a:cubicBezTo>
                    <a:pt x="1386364" y="723797"/>
                    <a:pt x="1391126" y="725702"/>
                    <a:pt x="1395889" y="727607"/>
                  </a:cubicBezTo>
                  <a:cubicBezTo>
                    <a:pt x="758666" y="501865"/>
                    <a:pt x="19526" y="554252"/>
                    <a:pt x="11906" y="554252"/>
                  </a:cubicBezTo>
                  <a:cubicBezTo>
                    <a:pt x="9049" y="554252"/>
                    <a:pt x="7144" y="556157"/>
                    <a:pt x="7144" y="559015"/>
                  </a:cubicBezTo>
                  <a:cubicBezTo>
                    <a:pt x="7144" y="561872"/>
                    <a:pt x="9049" y="563777"/>
                    <a:pt x="11906" y="563777"/>
                  </a:cubicBezTo>
                  <a:cubicBezTo>
                    <a:pt x="20479" y="563777"/>
                    <a:pt x="831056" y="505675"/>
                    <a:pt x="1484471" y="773327"/>
                  </a:cubicBezTo>
                  <a:cubicBezTo>
                    <a:pt x="1485424" y="773327"/>
                    <a:pt x="1486376" y="773327"/>
                    <a:pt x="1486376" y="773327"/>
                  </a:cubicBezTo>
                  <a:cubicBezTo>
                    <a:pt x="1488281" y="773327"/>
                    <a:pt x="1489234" y="772375"/>
                    <a:pt x="1490186" y="770470"/>
                  </a:cubicBezTo>
                  <a:cubicBezTo>
                    <a:pt x="1690211" y="863815"/>
                    <a:pt x="1783556" y="942872"/>
                    <a:pt x="1785461" y="943825"/>
                  </a:cubicBezTo>
                  <a:lnTo>
                    <a:pt x="1811179" y="915250"/>
                  </a:ln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0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83" name="Graphic 3">
            <a:extLst>
              <a:ext uri="{FF2B5EF4-FFF2-40B4-BE49-F238E27FC236}">
                <a16:creationId xmlns:a16="http://schemas.microsoft.com/office/drawing/2014/main" id="{19C4EF18-7F43-4D6E-ACAF-E47946F46669}"/>
              </a:ext>
            </a:extLst>
          </p:cNvPr>
          <p:cNvGrpSpPr/>
          <p:nvPr/>
        </p:nvGrpSpPr>
        <p:grpSpPr>
          <a:xfrm rot="21305829" flipH="1">
            <a:off x="337513" y="3263695"/>
            <a:ext cx="1667642" cy="1348264"/>
            <a:chOff x="8338752" y="1211990"/>
            <a:chExt cx="3851961" cy="3114252"/>
          </a:xfrm>
        </p:grpSpPr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7597336B-849F-41FC-8FBF-F6FB448FBA73}"/>
                </a:ext>
              </a:extLst>
            </p:cNvPr>
            <p:cNvSpPr/>
            <p:nvPr/>
          </p:nvSpPr>
          <p:spPr>
            <a:xfrm>
              <a:off x="8338752" y="1211990"/>
              <a:ext cx="3831088" cy="3114252"/>
            </a:xfrm>
            <a:custGeom>
              <a:avLst/>
              <a:gdLst>
                <a:gd name="connsiteX0" fmla="*/ 3817888 w 3831088"/>
                <a:gd name="connsiteY0" fmla="*/ 722004 h 3114252"/>
                <a:gd name="connsiteX1" fmla="*/ 3452269 w 3831088"/>
                <a:gd name="connsiteY1" fmla="*/ 280008 h 3114252"/>
                <a:gd name="connsiteX2" fmla="*/ 2264893 w 3831088"/>
                <a:gd name="connsiteY2" fmla="*/ 2082 h 3114252"/>
                <a:gd name="connsiteX3" fmla="*/ 1600132 w 3831088"/>
                <a:gd name="connsiteY3" fmla="*/ 195852 h 3114252"/>
                <a:gd name="connsiteX4" fmla="*/ 1027306 w 3831088"/>
                <a:gd name="connsiteY4" fmla="*/ 642091 h 3114252"/>
                <a:gd name="connsiteX5" fmla="*/ 513884 w 3831088"/>
                <a:gd name="connsiteY5" fmla="*/ 1130054 h 3114252"/>
                <a:gd name="connsiteX6" fmla="*/ 66231 w 3831088"/>
                <a:gd name="connsiteY6" fmla="*/ 1725510 h 3114252"/>
                <a:gd name="connsiteX7" fmla="*/ 25921 w 3831088"/>
                <a:gd name="connsiteY7" fmla="*/ 2132146 h 3114252"/>
                <a:gd name="connsiteX8" fmla="*/ 907790 w 3831088"/>
                <a:gd name="connsiteY8" fmla="*/ 2922787 h 3114252"/>
                <a:gd name="connsiteX9" fmla="*/ 1745106 w 3831088"/>
                <a:gd name="connsiteY9" fmla="*/ 3109486 h 3114252"/>
                <a:gd name="connsiteX10" fmla="*/ 2197710 w 3831088"/>
                <a:gd name="connsiteY10" fmla="*/ 2873283 h 3114252"/>
                <a:gd name="connsiteX11" fmla="*/ 2551306 w 3831088"/>
                <a:gd name="connsiteY11" fmla="*/ 2477255 h 3114252"/>
                <a:gd name="connsiteX12" fmla="*/ 3064728 w 3831088"/>
                <a:gd name="connsiteY12" fmla="*/ 1989293 h 3114252"/>
                <a:gd name="connsiteX13" fmla="*/ 3629068 w 3831088"/>
                <a:gd name="connsiteY13" fmla="*/ 1458898 h 3114252"/>
                <a:gd name="connsiteX14" fmla="*/ 3817888 w 3831088"/>
                <a:gd name="connsiteY14" fmla="*/ 1005588 h 3114252"/>
                <a:gd name="connsiteX15" fmla="*/ 3817888 w 3831088"/>
                <a:gd name="connsiteY15" fmla="*/ 722004 h 3114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831088" h="3114252">
                  <a:moveTo>
                    <a:pt x="3817888" y="722004"/>
                  </a:moveTo>
                  <a:cubicBezTo>
                    <a:pt x="3782528" y="565714"/>
                    <a:pt x="3521574" y="325976"/>
                    <a:pt x="3452269" y="280008"/>
                  </a:cubicBezTo>
                  <a:cubicBezTo>
                    <a:pt x="3124839" y="63607"/>
                    <a:pt x="2569693" y="-14184"/>
                    <a:pt x="2264893" y="2082"/>
                  </a:cubicBezTo>
                  <a:cubicBezTo>
                    <a:pt x="2037176" y="14104"/>
                    <a:pt x="1734498" y="94724"/>
                    <a:pt x="1600132" y="195852"/>
                  </a:cubicBezTo>
                  <a:cubicBezTo>
                    <a:pt x="1465765" y="296981"/>
                    <a:pt x="1179352" y="499238"/>
                    <a:pt x="1027306" y="642091"/>
                  </a:cubicBezTo>
                  <a:cubicBezTo>
                    <a:pt x="875259" y="784944"/>
                    <a:pt x="615719" y="1020439"/>
                    <a:pt x="513884" y="1130054"/>
                  </a:cubicBezTo>
                  <a:cubicBezTo>
                    <a:pt x="419827" y="1231182"/>
                    <a:pt x="105127" y="1612359"/>
                    <a:pt x="66231" y="1725510"/>
                  </a:cubicBezTo>
                  <a:cubicBezTo>
                    <a:pt x="20263" y="1859169"/>
                    <a:pt x="-32776" y="2005558"/>
                    <a:pt x="25921" y="2132146"/>
                  </a:cubicBezTo>
                  <a:cubicBezTo>
                    <a:pt x="168774" y="2511201"/>
                    <a:pt x="751501" y="2843581"/>
                    <a:pt x="907790" y="2922787"/>
                  </a:cubicBezTo>
                  <a:cubicBezTo>
                    <a:pt x="1086002" y="3012600"/>
                    <a:pt x="1487688" y="3140602"/>
                    <a:pt x="1745106" y="3109486"/>
                  </a:cubicBezTo>
                  <a:cubicBezTo>
                    <a:pt x="1995453" y="3079076"/>
                    <a:pt x="2046370" y="3016843"/>
                    <a:pt x="2197710" y="2873283"/>
                  </a:cubicBezTo>
                  <a:cubicBezTo>
                    <a:pt x="2349049" y="2729723"/>
                    <a:pt x="2399967" y="2662540"/>
                    <a:pt x="2551306" y="2477255"/>
                  </a:cubicBezTo>
                  <a:cubicBezTo>
                    <a:pt x="2702645" y="2291971"/>
                    <a:pt x="2904902" y="2089714"/>
                    <a:pt x="3064728" y="1989293"/>
                  </a:cubicBezTo>
                  <a:cubicBezTo>
                    <a:pt x="3224553" y="1888164"/>
                    <a:pt x="3471363" y="1666106"/>
                    <a:pt x="3629068" y="1458898"/>
                  </a:cubicBezTo>
                  <a:cubicBezTo>
                    <a:pt x="3755654" y="1293415"/>
                    <a:pt x="3817888" y="1005588"/>
                    <a:pt x="3817888" y="1005588"/>
                  </a:cubicBezTo>
                  <a:cubicBezTo>
                    <a:pt x="3817888" y="1005588"/>
                    <a:pt x="3847589" y="852127"/>
                    <a:pt x="3817888" y="722004"/>
                  </a:cubicBezTo>
                  <a:close/>
                </a:path>
              </a:pathLst>
            </a:custGeom>
            <a:solidFill>
              <a:srgbClr val="000000"/>
            </a:solidFill>
            <a:ln w="7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2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5FCBCE89-77CA-4B4E-BDA6-1A6C8C0F5D90}"/>
                </a:ext>
              </a:extLst>
            </p:cNvPr>
            <p:cNvSpPr/>
            <p:nvPr/>
          </p:nvSpPr>
          <p:spPr>
            <a:xfrm>
              <a:off x="8338752" y="1947152"/>
              <a:ext cx="1882301" cy="1882825"/>
            </a:xfrm>
            <a:custGeom>
              <a:avLst/>
              <a:gdLst>
                <a:gd name="connsiteX0" fmla="*/ 1040743 w 1882301"/>
                <a:gd name="connsiteY0" fmla="*/ 1158660 h 1882825"/>
                <a:gd name="connsiteX1" fmla="*/ 1544970 w 1882301"/>
                <a:gd name="connsiteY1" fmla="*/ 517237 h 1882825"/>
                <a:gd name="connsiteX2" fmla="*/ 1882302 w 1882301"/>
                <a:gd name="connsiteY2" fmla="*/ 8765 h 1882825"/>
                <a:gd name="connsiteX3" fmla="*/ 1492638 w 1882301"/>
                <a:gd name="connsiteY3" fmla="*/ 143839 h 1882825"/>
                <a:gd name="connsiteX4" fmla="*/ 1486981 w 1882301"/>
                <a:gd name="connsiteY4" fmla="*/ 149497 h 1882825"/>
                <a:gd name="connsiteX5" fmla="*/ 1482030 w 1882301"/>
                <a:gd name="connsiteY5" fmla="*/ 143132 h 1882825"/>
                <a:gd name="connsiteX6" fmla="*/ 915569 w 1882301"/>
                <a:gd name="connsiteY6" fmla="*/ 12301 h 1882825"/>
                <a:gd name="connsiteX7" fmla="*/ 513884 w 1882301"/>
                <a:gd name="connsiteY7" fmla="*/ 395600 h 1882825"/>
                <a:gd name="connsiteX8" fmla="*/ 66231 w 1882301"/>
                <a:gd name="connsiteY8" fmla="*/ 991056 h 1882825"/>
                <a:gd name="connsiteX9" fmla="*/ 25921 w 1882301"/>
                <a:gd name="connsiteY9" fmla="*/ 1397692 h 1882825"/>
                <a:gd name="connsiteX10" fmla="*/ 375274 w 1882301"/>
                <a:gd name="connsiteY10" fmla="*/ 1727950 h 1882825"/>
                <a:gd name="connsiteX11" fmla="*/ 673710 w 1882301"/>
                <a:gd name="connsiteY11" fmla="*/ 1882826 h 1882825"/>
                <a:gd name="connsiteX12" fmla="*/ 937492 w 1882301"/>
                <a:gd name="connsiteY12" fmla="*/ 1276762 h 1882825"/>
                <a:gd name="connsiteX13" fmla="*/ 1040743 w 1882301"/>
                <a:gd name="connsiteY13" fmla="*/ 1158660 h 188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82301" h="1882825">
                  <a:moveTo>
                    <a:pt x="1040743" y="1158660"/>
                  </a:moveTo>
                  <a:cubicBezTo>
                    <a:pt x="1044986" y="1153710"/>
                    <a:pt x="1503246" y="603514"/>
                    <a:pt x="1544970" y="517237"/>
                  </a:cubicBezTo>
                  <a:cubicBezTo>
                    <a:pt x="1584573" y="435202"/>
                    <a:pt x="1839162" y="70998"/>
                    <a:pt x="1882302" y="8765"/>
                  </a:cubicBezTo>
                  <a:cubicBezTo>
                    <a:pt x="1718233" y="-28716"/>
                    <a:pt x="1580330" y="61098"/>
                    <a:pt x="1492638" y="143839"/>
                  </a:cubicBezTo>
                  <a:lnTo>
                    <a:pt x="1486981" y="149497"/>
                  </a:lnTo>
                  <a:lnTo>
                    <a:pt x="1482030" y="143132"/>
                  </a:lnTo>
                  <a:cubicBezTo>
                    <a:pt x="1443135" y="87971"/>
                    <a:pt x="1063373" y="29981"/>
                    <a:pt x="915569" y="12301"/>
                  </a:cubicBezTo>
                  <a:cubicBezTo>
                    <a:pt x="769888" y="147375"/>
                    <a:pt x="593796" y="310029"/>
                    <a:pt x="513884" y="395600"/>
                  </a:cubicBezTo>
                  <a:cubicBezTo>
                    <a:pt x="419827" y="496728"/>
                    <a:pt x="105127" y="877905"/>
                    <a:pt x="66231" y="991056"/>
                  </a:cubicBezTo>
                  <a:cubicBezTo>
                    <a:pt x="20263" y="1124715"/>
                    <a:pt x="-32776" y="1271104"/>
                    <a:pt x="25921" y="1397692"/>
                  </a:cubicBezTo>
                  <a:cubicBezTo>
                    <a:pt x="84618" y="1524279"/>
                    <a:pt x="257173" y="1655817"/>
                    <a:pt x="375274" y="1727950"/>
                  </a:cubicBezTo>
                  <a:cubicBezTo>
                    <a:pt x="455894" y="1777454"/>
                    <a:pt x="563388" y="1831908"/>
                    <a:pt x="673710" y="1882826"/>
                  </a:cubicBezTo>
                  <a:cubicBezTo>
                    <a:pt x="702704" y="1725122"/>
                    <a:pt x="896475" y="1331216"/>
                    <a:pt x="937492" y="1276762"/>
                  </a:cubicBezTo>
                  <a:cubicBezTo>
                    <a:pt x="979923" y="1220186"/>
                    <a:pt x="1040035" y="1159368"/>
                    <a:pt x="1040743" y="1158660"/>
                  </a:cubicBezTo>
                  <a:close/>
                </a:path>
              </a:pathLst>
            </a:custGeom>
            <a:solidFill>
              <a:schemeClr val="accent5"/>
            </a:solidFill>
            <a:ln w="7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2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B3E290C5-17C5-4E8C-84C3-8D553BE9FF39}"/>
                </a:ext>
              </a:extLst>
            </p:cNvPr>
            <p:cNvSpPr/>
            <p:nvPr/>
          </p:nvSpPr>
          <p:spPr>
            <a:xfrm>
              <a:off x="9018827" y="1959453"/>
              <a:ext cx="2123698" cy="2134891"/>
            </a:xfrm>
            <a:custGeom>
              <a:avLst/>
              <a:gdLst>
                <a:gd name="connsiteX0" fmla="*/ 1260924 w 2123698"/>
                <a:gd name="connsiteY0" fmla="*/ 313286 h 2134891"/>
                <a:gd name="connsiteX1" fmla="*/ 1253852 w 2123698"/>
                <a:gd name="connsiteY1" fmla="*/ 310458 h 2134891"/>
                <a:gd name="connsiteX2" fmla="*/ 1256681 w 2123698"/>
                <a:gd name="connsiteY2" fmla="*/ 303386 h 2134891"/>
                <a:gd name="connsiteX3" fmla="*/ 1261631 w 2123698"/>
                <a:gd name="connsiteY3" fmla="*/ 292071 h 2134891"/>
                <a:gd name="connsiteX4" fmla="*/ 1292041 w 2123698"/>
                <a:gd name="connsiteY4" fmla="*/ 71426 h 2134891"/>
                <a:gd name="connsiteX5" fmla="*/ 1216371 w 2123698"/>
                <a:gd name="connsiteY5" fmla="*/ 0 h 2134891"/>
                <a:gd name="connsiteX6" fmla="*/ 877626 w 2123698"/>
                <a:gd name="connsiteY6" fmla="*/ 510593 h 2134891"/>
                <a:gd name="connsiteX7" fmla="*/ 371276 w 2123698"/>
                <a:gd name="connsiteY7" fmla="*/ 1155553 h 2134891"/>
                <a:gd name="connsiteX8" fmla="*/ 268733 w 2123698"/>
                <a:gd name="connsiteY8" fmla="*/ 1272239 h 2134891"/>
                <a:gd name="connsiteX9" fmla="*/ 7072 w 2123698"/>
                <a:gd name="connsiteY9" fmla="*/ 1874060 h 2134891"/>
                <a:gd name="connsiteX10" fmla="*/ 0 w 2123698"/>
                <a:gd name="connsiteY10" fmla="*/ 1872646 h 2134891"/>
                <a:gd name="connsiteX11" fmla="*/ 438459 w 2123698"/>
                <a:gd name="connsiteY11" fmla="*/ 2050151 h 2134891"/>
                <a:gd name="connsiteX12" fmla="*/ 1079883 w 2123698"/>
                <a:gd name="connsiteY12" fmla="*/ 2116627 h 2134891"/>
                <a:gd name="connsiteX13" fmla="*/ 1440551 w 2123698"/>
                <a:gd name="connsiteY13" fmla="*/ 1869110 h 2134891"/>
                <a:gd name="connsiteX14" fmla="*/ 2023985 w 2123698"/>
                <a:gd name="connsiteY14" fmla="*/ 988655 h 2134891"/>
                <a:gd name="connsiteX15" fmla="*/ 2123699 w 2123698"/>
                <a:gd name="connsiteY15" fmla="*/ 858532 h 2134891"/>
                <a:gd name="connsiteX16" fmla="*/ 1260924 w 2123698"/>
                <a:gd name="connsiteY16" fmla="*/ 313286 h 2134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123698" h="2134891">
                  <a:moveTo>
                    <a:pt x="1260924" y="313286"/>
                  </a:moveTo>
                  <a:lnTo>
                    <a:pt x="1253852" y="310458"/>
                  </a:lnTo>
                  <a:lnTo>
                    <a:pt x="1256681" y="303386"/>
                  </a:lnTo>
                  <a:cubicBezTo>
                    <a:pt x="1258095" y="300557"/>
                    <a:pt x="1259510" y="297021"/>
                    <a:pt x="1261631" y="292071"/>
                  </a:cubicBezTo>
                  <a:cubicBezTo>
                    <a:pt x="1278604" y="253175"/>
                    <a:pt x="1324571" y="148510"/>
                    <a:pt x="1292041" y="71426"/>
                  </a:cubicBezTo>
                  <a:cubicBezTo>
                    <a:pt x="1278604" y="39603"/>
                    <a:pt x="1253145" y="15558"/>
                    <a:pt x="1216371" y="0"/>
                  </a:cubicBezTo>
                  <a:cubicBezTo>
                    <a:pt x="1183840" y="46675"/>
                    <a:pt x="916521" y="428559"/>
                    <a:pt x="877626" y="510593"/>
                  </a:cubicBezTo>
                  <a:cubicBezTo>
                    <a:pt x="835194" y="598992"/>
                    <a:pt x="389663" y="1132922"/>
                    <a:pt x="371276" y="1155553"/>
                  </a:cubicBezTo>
                  <a:cubicBezTo>
                    <a:pt x="370568" y="1156967"/>
                    <a:pt x="310457" y="1216371"/>
                    <a:pt x="268733" y="1272239"/>
                  </a:cubicBezTo>
                  <a:cubicBezTo>
                    <a:pt x="228423" y="1325986"/>
                    <a:pt x="35360" y="1718478"/>
                    <a:pt x="7072" y="1874060"/>
                  </a:cubicBezTo>
                  <a:lnTo>
                    <a:pt x="0" y="1872646"/>
                  </a:lnTo>
                  <a:cubicBezTo>
                    <a:pt x="169018" y="1950437"/>
                    <a:pt x="342988" y="2020449"/>
                    <a:pt x="438459" y="2050151"/>
                  </a:cubicBezTo>
                  <a:cubicBezTo>
                    <a:pt x="606771" y="2103191"/>
                    <a:pt x="894599" y="2166838"/>
                    <a:pt x="1079883" y="2116627"/>
                  </a:cubicBezTo>
                  <a:cubicBezTo>
                    <a:pt x="1168989" y="2092583"/>
                    <a:pt x="1310427" y="1991454"/>
                    <a:pt x="1440551" y="1869110"/>
                  </a:cubicBezTo>
                  <a:cubicBezTo>
                    <a:pt x="1695140" y="1628664"/>
                    <a:pt x="1879010" y="1207885"/>
                    <a:pt x="2023985" y="988655"/>
                  </a:cubicBezTo>
                  <a:cubicBezTo>
                    <a:pt x="2050859" y="947638"/>
                    <a:pt x="2084803" y="903792"/>
                    <a:pt x="2123699" y="858532"/>
                  </a:cubicBezTo>
                  <a:cubicBezTo>
                    <a:pt x="2034593" y="741138"/>
                    <a:pt x="1751716" y="490792"/>
                    <a:pt x="1260924" y="313286"/>
                  </a:cubicBezTo>
                  <a:close/>
                </a:path>
              </a:pathLst>
            </a:custGeom>
            <a:solidFill>
              <a:schemeClr val="accent5"/>
            </a:solidFill>
            <a:ln w="7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2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C2F9C513-FADF-4D04-84EE-961B06D79CF7}"/>
                </a:ext>
              </a:extLst>
            </p:cNvPr>
            <p:cNvSpPr/>
            <p:nvPr/>
          </p:nvSpPr>
          <p:spPr>
            <a:xfrm>
              <a:off x="9256172" y="2170520"/>
              <a:ext cx="815663" cy="1058343"/>
            </a:xfrm>
            <a:custGeom>
              <a:avLst/>
              <a:gdLst>
                <a:gd name="connsiteX0" fmla="*/ 123323 w 815663"/>
                <a:gd name="connsiteY0" fmla="*/ 935292 h 1058343"/>
                <a:gd name="connsiteX1" fmla="*/ 627551 w 815663"/>
                <a:gd name="connsiteY1" fmla="*/ 293869 h 1058343"/>
                <a:gd name="connsiteX2" fmla="*/ 815664 w 815663"/>
                <a:gd name="connsiteY2" fmla="*/ 1798 h 1058343"/>
                <a:gd name="connsiteX3" fmla="*/ 263346 w 815663"/>
                <a:gd name="connsiteY3" fmla="*/ 411970 h 1058343"/>
                <a:gd name="connsiteX4" fmla="*/ 16536 w 815663"/>
                <a:gd name="connsiteY4" fmla="*/ 1058344 h 1058343"/>
                <a:gd name="connsiteX5" fmla="*/ 20072 w 815663"/>
                <a:gd name="connsiteY5" fmla="*/ 1053393 h 1058343"/>
                <a:gd name="connsiteX6" fmla="*/ 123323 w 815663"/>
                <a:gd name="connsiteY6" fmla="*/ 935292 h 1058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5663" h="1058343">
                  <a:moveTo>
                    <a:pt x="123323" y="935292"/>
                  </a:moveTo>
                  <a:cubicBezTo>
                    <a:pt x="127566" y="930342"/>
                    <a:pt x="585826" y="380146"/>
                    <a:pt x="627551" y="293869"/>
                  </a:cubicBezTo>
                  <a:cubicBezTo>
                    <a:pt x="648766" y="249316"/>
                    <a:pt x="735044" y="119899"/>
                    <a:pt x="815664" y="1798"/>
                  </a:cubicBezTo>
                  <a:cubicBezTo>
                    <a:pt x="696149" y="-19418"/>
                    <a:pt x="464189" y="148894"/>
                    <a:pt x="263346" y="411970"/>
                  </a:cubicBezTo>
                  <a:cubicBezTo>
                    <a:pt x="58968" y="679289"/>
                    <a:pt x="-42160" y="952972"/>
                    <a:pt x="16536" y="1058344"/>
                  </a:cubicBezTo>
                  <a:cubicBezTo>
                    <a:pt x="17951" y="1056222"/>
                    <a:pt x="19365" y="1054808"/>
                    <a:pt x="20072" y="1053393"/>
                  </a:cubicBezTo>
                  <a:cubicBezTo>
                    <a:pt x="62504" y="996111"/>
                    <a:pt x="122615" y="935999"/>
                    <a:pt x="123323" y="935292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7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2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E75D5EF7-4D68-451A-B3EF-253EC99AC782}"/>
                </a:ext>
              </a:extLst>
            </p:cNvPr>
            <p:cNvSpPr/>
            <p:nvPr/>
          </p:nvSpPr>
          <p:spPr>
            <a:xfrm>
              <a:off x="9281195" y="2175854"/>
              <a:ext cx="868199" cy="1097283"/>
            </a:xfrm>
            <a:custGeom>
              <a:avLst/>
              <a:gdLst>
                <a:gd name="connsiteX0" fmla="*/ 14144 w 868199"/>
                <a:gd name="connsiteY0" fmla="*/ 1079176 h 1097283"/>
                <a:gd name="connsiteX1" fmla="*/ 604650 w 868199"/>
                <a:gd name="connsiteY1" fmla="*/ 685270 h 1097283"/>
                <a:gd name="connsiteX2" fmla="*/ 828829 w 868199"/>
                <a:gd name="connsiteY2" fmla="*/ 12022 h 1097283"/>
                <a:gd name="connsiteX3" fmla="*/ 805493 w 868199"/>
                <a:gd name="connsiteY3" fmla="*/ 0 h 1097283"/>
                <a:gd name="connsiteX4" fmla="*/ 615258 w 868199"/>
                <a:gd name="connsiteY4" fmla="*/ 294899 h 1097283"/>
                <a:gd name="connsiteX5" fmla="*/ 108908 w 868199"/>
                <a:gd name="connsiteY5" fmla="*/ 939859 h 1097283"/>
                <a:gd name="connsiteX6" fmla="*/ 6365 w 868199"/>
                <a:gd name="connsiteY6" fmla="*/ 1056546 h 1097283"/>
                <a:gd name="connsiteX7" fmla="*/ 0 w 868199"/>
                <a:gd name="connsiteY7" fmla="*/ 1065739 h 1097283"/>
                <a:gd name="connsiteX8" fmla="*/ 14144 w 868199"/>
                <a:gd name="connsiteY8" fmla="*/ 1079176 h 1097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68199" h="1097283">
                  <a:moveTo>
                    <a:pt x="14144" y="1079176"/>
                  </a:moveTo>
                  <a:cubicBezTo>
                    <a:pt x="115272" y="1156260"/>
                    <a:pt x="379762" y="980169"/>
                    <a:pt x="604650" y="685270"/>
                  </a:cubicBezTo>
                  <a:cubicBezTo>
                    <a:pt x="829536" y="390370"/>
                    <a:pt x="929958" y="89106"/>
                    <a:pt x="828829" y="12022"/>
                  </a:cubicBezTo>
                  <a:cubicBezTo>
                    <a:pt x="821757" y="6365"/>
                    <a:pt x="813979" y="2829"/>
                    <a:pt x="805493" y="0"/>
                  </a:cubicBezTo>
                  <a:cubicBezTo>
                    <a:pt x="724165" y="118808"/>
                    <a:pt x="636473" y="250346"/>
                    <a:pt x="615258" y="294899"/>
                  </a:cubicBezTo>
                  <a:cubicBezTo>
                    <a:pt x="572826" y="383298"/>
                    <a:pt x="127295" y="917229"/>
                    <a:pt x="108908" y="939859"/>
                  </a:cubicBezTo>
                  <a:cubicBezTo>
                    <a:pt x="108200" y="941273"/>
                    <a:pt x="48089" y="1000677"/>
                    <a:pt x="6365" y="1056546"/>
                  </a:cubicBezTo>
                  <a:cubicBezTo>
                    <a:pt x="4243" y="1058667"/>
                    <a:pt x="2121" y="1062203"/>
                    <a:pt x="0" y="1065739"/>
                  </a:cubicBezTo>
                  <a:cubicBezTo>
                    <a:pt x="4243" y="1070690"/>
                    <a:pt x="8486" y="1075640"/>
                    <a:pt x="14144" y="107917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7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2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E7E294D0-AABC-44BF-B931-92E93C29B2EC}"/>
                </a:ext>
              </a:extLst>
            </p:cNvPr>
            <p:cNvSpPr/>
            <p:nvPr/>
          </p:nvSpPr>
          <p:spPr>
            <a:xfrm>
              <a:off x="9267758" y="1211990"/>
              <a:ext cx="2922955" cy="1595386"/>
            </a:xfrm>
            <a:custGeom>
              <a:avLst/>
              <a:gdLst>
                <a:gd name="connsiteX0" fmla="*/ 2888882 w 2922955"/>
                <a:gd name="connsiteY0" fmla="*/ 722004 h 1595386"/>
                <a:gd name="connsiteX1" fmla="*/ 2523264 w 2922955"/>
                <a:gd name="connsiteY1" fmla="*/ 280008 h 1595386"/>
                <a:gd name="connsiteX2" fmla="*/ 1335887 w 2922955"/>
                <a:gd name="connsiteY2" fmla="*/ 2082 h 1595386"/>
                <a:gd name="connsiteX3" fmla="*/ 671126 w 2922955"/>
                <a:gd name="connsiteY3" fmla="*/ 195852 h 1595386"/>
                <a:gd name="connsiteX4" fmla="*/ 98300 w 2922955"/>
                <a:gd name="connsiteY4" fmla="*/ 642091 h 1595386"/>
                <a:gd name="connsiteX5" fmla="*/ 0 w 2922955"/>
                <a:gd name="connsiteY5" fmla="*/ 734026 h 1595386"/>
                <a:gd name="connsiteX6" fmla="*/ 559389 w 2922955"/>
                <a:gd name="connsiteY6" fmla="*/ 863442 h 1595386"/>
                <a:gd name="connsiteX7" fmla="*/ 967440 w 2922955"/>
                <a:gd name="connsiteY7" fmla="*/ 732612 h 1595386"/>
                <a:gd name="connsiteX8" fmla="*/ 968147 w 2922955"/>
                <a:gd name="connsiteY8" fmla="*/ 732612 h 1595386"/>
                <a:gd name="connsiteX9" fmla="*/ 1057253 w 2922955"/>
                <a:gd name="connsiteY9" fmla="*/ 813939 h 1595386"/>
                <a:gd name="connsiteX10" fmla="*/ 1026136 w 2922955"/>
                <a:gd name="connsiteY10" fmla="*/ 1045898 h 1595386"/>
                <a:gd name="connsiteX11" fmla="*/ 1024722 w 2922955"/>
                <a:gd name="connsiteY11" fmla="*/ 1050141 h 1595386"/>
                <a:gd name="connsiteX12" fmla="*/ 1884668 w 2922955"/>
                <a:gd name="connsiteY12" fmla="*/ 1595386 h 1595386"/>
                <a:gd name="connsiteX13" fmla="*/ 2581960 w 2922955"/>
                <a:gd name="connsiteY13" fmla="*/ 1103888 h 1595386"/>
                <a:gd name="connsiteX14" fmla="*/ 2888882 w 2922955"/>
                <a:gd name="connsiteY14" fmla="*/ 722004 h 1595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22955" h="1595386">
                  <a:moveTo>
                    <a:pt x="2888882" y="722004"/>
                  </a:moveTo>
                  <a:cubicBezTo>
                    <a:pt x="2853522" y="565714"/>
                    <a:pt x="2592568" y="325976"/>
                    <a:pt x="2523264" y="280008"/>
                  </a:cubicBezTo>
                  <a:cubicBezTo>
                    <a:pt x="2195833" y="63607"/>
                    <a:pt x="1640687" y="-14184"/>
                    <a:pt x="1335887" y="2082"/>
                  </a:cubicBezTo>
                  <a:cubicBezTo>
                    <a:pt x="1108170" y="14104"/>
                    <a:pt x="805493" y="94724"/>
                    <a:pt x="671126" y="195852"/>
                  </a:cubicBezTo>
                  <a:cubicBezTo>
                    <a:pt x="536759" y="296981"/>
                    <a:pt x="250346" y="499238"/>
                    <a:pt x="98300" y="642091"/>
                  </a:cubicBezTo>
                  <a:cubicBezTo>
                    <a:pt x="68597" y="669671"/>
                    <a:pt x="35360" y="701495"/>
                    <a:pt x="0" y="734026"/>
                  </a:cubicBezTo>
                  <a:cubicBezTo>
                    <a:pt x="85570" y="744634"/>
                    <a:pt x="492206" y="799795"/>
                    <a:pt x="559389" y="863442"/>
                  </a:cubicBezTo>
                  <a:cubicBezTo>
                    <a:pt x="652031" y="777872"/>
                    <a:pt x="796299" y="688058"/>
                    <a:pt x="967440" y="732612"/>
                  </a:cubicBezTo>
                  <a:lnTo>
                    <a:pt x="968147" y="732612"/>
                  </a:lnTo>
                  <a:cubicBezTo>
                    <a:pt x="1011992" y="749584"/>
                    <a:pt x="1041695" y="777165"/>
                    <a:pt x="1057253" y="813939"/>
                  </a:cubicBezTo>
                  <a:cubicBezTo>
                    <a:pt x="1091906" y="896680"/>
                    <a:pt x="1044523" y="1004881"/>
                    <a:pt x="1026136" y="1045898"/>
                  </a:cubicBezTo>
                  <a:cubicBezTo>
                    <a:pt x="1025429" y="1047312"/>
                    <a:pt x="1024722" y="1048727"/>
                    <a:pt x="1024722" y="1050141"/>
                  </a:cubicBezTo>
                  <a:cubicBezTo>
                    <a:pt x="1510563" y="1226939"/>
                    <a:pt x="1792733" y="1476578"/>
                    <a:pt x="1884668" y="1595386"/>
                  </a:cubicBezTo>
                  <a:cubicBezTo>
                    <a:pt x="2068538" y="1384643"/>
                    <a:pt x="2355658" y="1155513"/>
                    <a:pt x="2581960" y="1103888"/>
                  </a:cubicBezTo>
                  <a:cubicBezTo>
                    <a:pt x="3009105" y="1004881"/>
                    <a:pt x="2930606" y="906581"/>
                    <a:pt x="2888882" y="722004"/>
                  </a:cubicBezTo>
                  <a:close/>
                </a:path>
              </a:pathLst>
            </a:custGeom>
            <a:solidFill>
              <a:schemeClr val="accent5"/>
            </a:solidFill>
            <a:ln w="7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2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B34A1B24-026B-4C86-A1A6-DAF05C52EA44}"/>
                </a:ext>
              </a:extLst>
            </p:cNvPr>
            <p:cNvSpPr/>
            <p:nvPr/>
          </p:nvSpPr>
          <p:spPr>
            <a:xfrm>
              <a:off x="9012462" y="3829270"/>
              <a:ext cx="7071" cy="2828"/>
            </a:xfrm>
            <a:custGeom>
              <a:avLst/>
              <a:gdLst>
                <a:gd name="connsiteX0" fmla="*/ 0 w 7071"/>
                <a:gd name="connsiteY0" fmla="*/ 1414 h 2828"/>
                <a:gd name="connsiteX1" fmla="*/ 7072 w 7071"/>
                <a:gd name="connsiteY1" fmla="*/ 2829 h 2828"/>
                <a:gd name="connsiteX2" fmla="*/ 707 w 7071"/>
                <a:gd name="connsiteY2" fmla="*/ 0 h 2828"/>
                <a:gd name="connsiteX3" fmla="*/ 0 w 7071"/>
                <a:gd name="connsiteY3" fmla="*/ 1414 h 2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71" h="2828">
                  <a:moveTo>
                    <a:pt x="0" y="1414"/>
                  </a:moveTo>
                  <a:lnTo>
                    <a:pt x="7072" y="2829"/>
                  </a:lnTo>
                  <a:cubicBezTo>
                    <a:pt x="4950" y="2121"/>
                    <a:pt x="2829" y="707"/>
                    <a:pt x="707" y="0"/>
                  </a:cubicBezTo>
                  <a:cubicBezTo>
                    <a:pt x="0" y="707"/>
                    <a:pt x="0" y="1414"/>
                    <a:pt x="0" y="1414"/>
                  </a:cubicBezTo>
                  <a:close/>
                </a:path>
              </a:pathLst>
            </a:custGeom>
            <a:solidFill>
              <a:srgbClr val="ED1C24"/>
            </a:solidFill>
            <a:ln w="7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2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B2BFA7B-2E28-4C79-B559-1D0B0309EE94}"/>
                </a:ext>
              </a:extLst>
            </p:cNvPr>
            <p:cNvSpPr/>
            <p:nvPr/>
          </p:nvSpPr>
          <p:spPr>
            <a:xfrm>
              <a:off x="9233651" y="2347195"/>
              <a:ext cx="817443" cy="889403"/>
            </a:xfrm>
            <a:custGeom>
              <a:avLst/>
              <a:gdLst>
                <a:gd name="connsiteX0" fmla="*/ 676189 w 817443"/>
                <a:gd name="connsiteY0" fmla="*/ 114374 h 889403"/>
                <a:gd name="connsiteX1" fmla="*/ 549977 w 817443"/>
                <a:gd name="connsiteY1" fmla="*/ 559076 h 889403"/>
                <a:gd name="connsiteX2" fmla="*/ 141255 w 817443"/>
                <a:gd name="connsiteY2" fmla="*/ 775029 h 889403"/>
                <a:gd name="connsiteX3" fmla="*/ 267467 w 817443"/>
                <a:gd name="connsiteY3" fmla="*/ 330328 h 889403"/>
                <a:gd name="connsiteX4" fmla="*/ 676189 w 817443"/>
                <a:gd name="connsiteY4" fmla="*/ 114374 h 889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443" h="889403">
                  <a:moveTo>
                    <a:pt x="676189" y="114374"/>
                  </a:moveTo>
                  <a:cubicBezTo>
                    <a:pt x="754202" y="177542"/>
                    <a:pt x="697694" y="376641"/>
                    <a:pt x="549977" y="559076"/>
                  </a:cubicBezTo>
                  <a:cubicBezTo>
                    <a:pt x="402259" y="741511"/>
                    <a:pt x="219268" y="838196"/>
                    <a:pt x="141255" y="775029"/>
                  </a:cubicBezTo>
                  <a:cubicBezTo>
                    <a:pt x="63242" y="711862"/>
                    <a:pt x="119749" y="512762"/>
                    <a:pt x="267467" y="330328"/>
                  </a:cubicBezTo>
                  <a:cubicBezTo>
                    <a:pt x="415185" y="147893"/>
                    <a:pt x="598176" y="51207"/>
                    <a:pt x="676189" y="114374"/>
                  </a:cubicBez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7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2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DC938BF-274F-4644-8F23-CD7AE6676BA0}"/>
              </a:ext>
            </a:extLst>
          </p:cNvPr>
          <p:cNvGrpSpPr/>
          <p:nvPr/>
        </p:nvGrpSpPr>
        <p:grpSpPr>
          <a:xfrm>
            <a:off x="1607969" y="2823252"/>
            <a:ext cx="12073986" cy="3141121"/>
            <a:chOff x="1427713" y="2852132"/>
            <a:chExt cx="10061655" cy="261760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DB454B5-5F77-4C49-9103-B7C97A7995BA}"/>
                </a:ext>
              </a:extLst>
            </p:cNvPr>
            <p:cNvGrpSpPr/>
            <p:nvPr/>
          </p:nvGrpSpPr>
          <p:grpSpPr>
            <a:xfrm>
              <a:off x="1427713" y="2852132"/>
              <a:ext cx="9478349" cy="2617601"/>
              <a:chOff x="2895898" y="2601320"/>
              <a:chExt cx="9478349" cy="2617601"/>
            </a:xfrm>
          </p:grpSpPr>
          <p:sp>
            <p:nvSpPr>
              <p:cNvPr id="109" name="Block Arc 108">
                <a:extLst>
                  <a:ext uri="{FF2B5EF4-FFF2-40B4-BE49-F238E27FC236}">
                    <a16:creationId xmlns:a16="http://schemas.microsoft.com/office/drawing/2014/main" id="{FE8A1025-CBFC-402B-BE6B-AFFE5D4E969B}"/>
                  </a:ext>
                </a:extLst>
              </p:cNvPr>
              <p:cNvSpPr/>
              <p:nvPr/>
            </p:nvSpPr>
            <p:spPr>
              <a:xfrm>
                <a:off x="10539544" y="3374995"/>
                <a:ext cx="1834703" cy="1834703"/>
              </a:xfrm>
              <a:prstGeom prst="blockArc">
                <a:avLst>
                  <a:gd name="adj1" fmla="val 12399071"/>
                  <a:gd name="adj2" fmla="val 16243311"/>
                  <a:gd name="adj3" fmla="val 6643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4400" dirty="0">
                  <a:latin typeface="Microsoft JhengHei" panose="020B0604030504040204" pitchFamily="34" charset="-120"/>
                </a:endParaRPr>
              </a:p>
            </p:txBody>
          </p:sp>
          <p:sp>
            <p:nvSpPr>
              <p:cNvPr id="110" name="Block Arc 109">
                <a:extLst>
                  <a:ext uri="{FF2B5EF4-FFF2-40B4-BE49-F238E27FC236}">
                    <a16:creationId xmlns:a16="http://schemas.microsoft.com/office/drawing/2014/main" id="{5B9948DF-5A0A-4747-B694-A56DACB3FF4D}"/>
                  </a:ext>
                </a:extLst>
              </p:cNvPr>
              <p:cNvSpPr/>
              <p:nvPr/>
            </p:nvSpPr>
            <p:spPr>
              <a:xfrm rot="10800000">
                <a:off x="2895898" y="2601320"/>
                <a:ext cx="1834703" cy="1834703"/>
              </a:xfrm>
              <a:prstGeom prst="blockArc">
                <a:avLst>
                  <a:gd name="adj1" fmla="val 12399071"/>
                  <a:gd name="adj2" fmla="val 20021087"/>
                  <a:gd name="adj3" fmla="val 6481"/>
                </a:avLst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4400">
                  <a:latin typeface="Microsoft JhengHei" panose="020B0604030504040204" pitchFamily="34" charset="-120"/>
                </a:endParaRPr>
              </a:p>
            </p:txBody>
          </p:sp>
          <p:sp>
            <p:nvSpPr>
              <p:cNvPr id="111" name="Block Arc 110">
                <a:extLst>
                  <a:ext uri="{FF2B5EF4-FFF2-40B4-BE49-F238E27FC236}">
                    <a16:creationId xmlns:a16="http://schemas.microsoft.com/office/drawing/2014/main" id="{E67BDBDC-F19E-406B-B8E2-0E2179EB9E4D}"/>
                  </a:ext>
                </a:extLst>
              </p:cNvPr>
              <p:cNvSpPr/>
              <p:nvPr/>
            </p:nvSpPr>
            <p:spPr>
              <a:xfrm>
                <a:off x="7477560" y="3384218"/>
                <a:ext cx="1834703" cy="1834703"/>
              </a:xfrm>
              <a:prstGeom prst="blockArc">
                <a:avLst>
                  <a:gd name="adj1" fmla="val 12399071"/>
                  <a:gd name="adj2" fmla="val 20021087"/>
                  <a:gd name="adj3" fmla="val 6481"/>
                </a:avLst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4400">
                  <a:latin typeface="Microsoft JhengHei" panose="020B0604030504040204" pitchFamily="34" charset="-120"/>
                </a:endParaRPr>
              </a:p>
            </p:txBody>
          </p:sp>
          <p:sp>
            <p:nvSpPr>
              <p:cNvPr id="112" name="Block Arc 111">
                <a:extLst>
                  <a:ext uri="{FF2B5EF4-FFF2-40B4-BE49-F238E27FC236}">
                    <a16:creationId xmlns:a16="http://schemas.microsoft.com/office/drawing/2014/main" id="{330036F1-9DAC-4969-B3EF-83EF2CF63EB1}"/>
                  </a:ext>
                </a:extLst>
              </p:cNvPr>
              <p:cNvSpPr/>
              <p:nvPr/>
            </p:nvSpPr>
            <p:spPr>
              <a:xfrm>
                <a:off x="4416280" y="3384218"/>
                <a:ext cx="1834703" cy="1834703"/>
              </a:xfrm>
              <a:prstGeom prst="blockArc">
                <a:avLst>
                  <a:gd name="adj1" fmla="val 12399071"/>
                  <a:gd name="adj2" fmla="val 20021087"/>
                  <a:gd name="adj3" fmla="val 6481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4400">
                  <a:latin typeface="Microsoft JhengHei" panose="020B0604030504040204" pitchFamily="34" charset="-120"/>
                </a:endParaRPr>
              </a:p>
            </p:txBody>
          </p:sp>
          <p:sp>
            <p:nvSpPr>
              <p:cNvPr id="113" name="Block Arc 112">
                <a:extLst>
                  <a:ext uri="{FF2B5EF4-FFF2-40B4-BE49-F238E27FC236}">
                    <a16:creationId xmlns:a16="http://schemas.microsoft.com/office/drawing/2014/main" id="{E40E8946-5E4B-4C26-84C5-466244B4392C}"/>
                  </a:ext>
                </a:extLst>
              </p:cNvPr>
              <p:cNvSpPr/>
              <p:nvPr/>
            </p:nvSpPr>
            <p:spPr>
              <a:xfrm rot="10800000">
                <a:off x="5946920" y="2601320"/>
                <a:ext cx="1834703" cy="1834703"/>
              </a:xfrm>
              <a:prstGeom prst="blockArc">
                <a:avLst>
                  <a:gd name="adj1" fmla="val 12399071"/>
                  <a:gd name="adj2" fmla="val 20021087"/>
                  <a:gd name="adj3" fmla="val 6481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4400">
                  <a:latin typeface="Microsoft JhengHei" panose="020B0604030504040204" pitchFamily="34" charset="-120"/>
                </a:endParaRPr>
              </a:p>
            </p:txBody>
          </p:sp>
          <p:sp>
            <p:nvSpPr>
              <p:cNvPr id="114" name="Block Arc 160">
                <a:extLst>
                  <a:ext uri="{FF2B5EF4-FFF2-40B4-BE49-F238E27FC236}">
                    <a16:creationId xmlns:a16="http://schemas.microsoft.com/office/drawing/2014/main" id="{66238CEF-C54D-4BBA-BA3E-140CFFCE07D7}"/>
                  </a:ext>
                </a:extLst>
              </p:cNvPr>
              <p:cNvSpPr/>
              <p:nvPr/>
            </p:nvSpPr>
            <p:spPr>
              <a:xfrm rot="10800000">
                <a:off x="9008904" y="2601320"/>
                <a:ext cx="1834703" cy="1834703"/>
              </a:xfrm>
              <a:prstGeom prst="blockArc">
                <a:avLst>
                  <a:gd name="adj1" fmla="val 12399071"/>
                  <a:gd name="adj2" fmla="val 20021087"/>
                  <a:gd name="adj3" fmla="val 6481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4400">
                  <a:latin typeface="Microsoft JhengHei" panose="020B0604030504040204" pitchFamily="34" charset="-120"/>
                </a:endParaRPr>
              </a:p>
            </p:txBody>
          </p: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1BD60E6-79DF-41AA-859E-722ADC1D512C}"/>
                </a:ext>
              </a:extLst>
            </p:cNvPr>
            <p:cNvSpPr/>
            <p:nvPr/>
          </p:nvSpPr>
          <p:spPr>
            <a:xfrm>
              <a:off x="9988709" y="3625806"/>
              <a:ext cx="1500659" cy="118023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15" name="Oval 114">
            <a:extLst>
              <a:ext uri="{FF2B5EF4-FFF2-40B4-BE49-F238E27FC236}">
                <a16:creationId xmlns:a16="http://schemas.microsoft.com/office/drawing/2014/main" id="{7054A256-8CF5-4768-B0E4-8D3ABDC99DD0}"/>
              </a:ext>
            </a:extLst>
          </p:cNvPr>
          <p:cNvSpPr/>
          <p:nvPr/>
        </p:nvSpPr>
        <p:spPr>
          <a:xfrm>
            <a:off x="5958845" y="3717985"/>
            <a:ext cx="832097" cy="83209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400">
              <a:latin typeface="Microsoft JhengHei" panose="020B0604030504040204" pitchFamily="34" charset="-120"/>
            </a:endParaRP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A478EFDC-91F9-4AB0-86AA-EF757AA65B89}"/>
              </a:ext>
            </a:extLst>
          </p:cNvPr>
          <p:cNvSpPr/>
          <p:nvPr/>
        </p:nvSpPr>
        <p:spPr>
          <a:xfrm>
            <a:off x="4124090" y="4299252"/>
            <a:ext cx="832097" cy="83209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400">
              <a:latin typeface="Microsoft JhengHei" panose="020B0604030504040204" pitchFamily="34" charset="-120"/>
            </a:endParaRP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F58C1468-307F-4474-A7C3-796841EE438D}"/>
              </a:ext>
            </a:extLst>
          </p:cNvPr>
          <p:cNvSpPr/>
          <p:nvPr/>
        </p:nvSpPr>
        <p:spPr>
          <a:xfrm>
            <a:off x="2289336" y="3717985"/>
            <a:ext cx="832097" cy="83209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400">
              <a:latin typeface="Microsoft JhengHei" panose="020B0604030504040204" pitchFamily="34" charset="-120"/>
            </a:endParaRP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2E9AEEA8-BE6A-406B-BB73-D62F6237E8FD}"/>
              </a:ext>
            </a:extLst>
          </p:cNvPr>
          <p:cNvSpPr/>
          <p:nvPr/>
        </p:nvSpPr>
        <p:spPr>
          <a:xfrm>
            <a:off x="7793598" y="4299252"/>
            <a:ext cx="832097" cy="83209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400">
              <a:latin typeface="Microsoft JhengHei" panose="020B0604030504040204" pitchFamily="34" charset="-120"/>
            </a:endParaRPr>
          </a:p>
        </p:txBody>
      </p:sp>
      <p:sp>
        <p:nvSpPr>
          <p:cNvPr id="121" name="Oval 100">
            <a:extLst>
              <a:ext uri="{FF2B5EF4-FFF2-40B4-BE49-F238E27FC236}">
                <a16:creationId xmlns:a16="http://schemas.microsoft.com/office/drawing/2014/main" id="{102A3DBB-340A-440D-BDBC-B66D4D01EFDC}"/>
              </a:ext>
            </a:extLst>
          </p:cNvPr>
          <p:cNvSpPr/>
          <p:nvPr/>
        </p:nvSpPr>
        <p:spPr>
          <a:xfrm>
            <a:off x="9628351" y="3717985"/>
            <a:ext cx="832097" cy="83209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400">
              <a:latin typeface="Microsoft JhengHei" panose="020B0604030504040204" pitchFamily="34" charset="-120"/>
            </a:endParaRPr>
          </a:p>
        </p:txBody>
      </p:sp>
      <p:sp>
        <p:nvSpPr>
          <p:cNvPr id="122" name="Rounded Rectangle 5">
            <a:extLst>
              <a:ext uri="{FF2B5EF4-FFF2-40B4-BE49-F238E27FC236}">
                <a16:creationId xmlns:a16="http://schemas.microsoft.com/office/drawing/2014/main" id="{D97E1B44-B49D-405E-95C5-A37725F4C545}"/>
              </a:ext>
            </a:extLst>
          </p:cNvPr>
          <p:cNvSpPr/>
          <p:nvPr/>
        </p:nvSpPr>
        <p:spPr>
          <a:xfrm flipH="1">
            <a:off x="8012568" y="4559568"/>
            <a:ext cx="470018" cy="387737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3200" dirty="0">
              <a:latin typeface="Microsoft JhengHei" panose="020B0604030504040204" pitchFamily="34" charset="-120"/>
            </a:endParaRPr>
          </a:p>
        </p:txBody>
      </p:sp>
      <p:sp>
        <p:nvSpPr>
          <p:cNvPr id="123" name="Teardrop 1">
            <a:extLst>
              <a:ext uri="{FF2B5EF4-FFF2-40B4-BE49-F238E27FC236}">
                <a16:creationId xmlns:a16="http://schemas.microsoft.com/office/drawing/2014/main" id="{C847896E-BD24-44C0-9042-AA9B5E52CAB5}"/>
              </a:ext>
            </a:extLst>
          </p:cNvPr>
          <p:cNvSpPr/>
          <p:nvPr/>
        </p:nvSpPr>
        <p:spPr>
          <a:xfrm rot="18805991">
            <a:off x="9818282" y="3910275"/>
            <a:ext cx="452234" cy="447516"/>
          </a:xfrm>
          <a:custGeom>
            <a:avLst/>
            <a:gdLst/>
            <a:ahLst/>
            <a:cxnLst/>
            <a:rect l="l" t="t" r="r" b="b"/>
            <a:pathLst>
              <a:path w="1807241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3200" dirty="0">
              <a:solidFill>
                <a:schemeClr val="tx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25" name="Donut 39">
            <a:extLst>
              <a:ext uri="{FF2B5EF4-FFF2-40B4-BE49-F238E27FC236}">
                <a16:creationId xmlns:a16="http://schemas.microsoft.com/office/drawing/2014/main" id="{DD09BE52-0808-4E49-8B9D-FD83EFC511C3}"/>
              </a:ext>
            </a:extLst>
          </p:cNvPr>
          <p:cNvSpPr/>
          <p:nvPr/>
        </p:nvSpPr>
        <p:spPr>
          <a:xfrm>
            <a:off x="2462905" y="3891554"/>
            <a:ext cx="484958" cy="484958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152300" y="922782"/>
                </a:moveTo>
                <a:lnTo>
                  <a:pt x="2354400" y="1620000"/>
                </a:lnTo>
                <a:lnTo>
                  <a:pt x="1152300" y="2317218"/>
                </a:lnTo>
                <a:close/>
                <a:moveTo>
                  <a:pt x="1620000" y="342403"/>
                </a:moveTo>
                <a:cubicBezTo>
                  <a:pt x="914403" y="342403"/>
                  <a:pt x="342403" y="914403"/>
                  <a:pt x="342403" y="1620000"/>
                </a:cubicBezTo>
                <a:cubicBezTo>
                  <a:pt x="342403" y="2325597"/>
                  <a:pt x="914403" y="2897597"/>
                  <a:pt x="1620000" y="2897597"/>
                </a:cubicBezTo>
                <a:cubicBezTo>
                  <a:pt x="2325597" y="2897597"/>
                  <a:pt x="2897597" y="2325597"/>
                  <a:pt x="2897597" y="1620000"/>
                </a:cubicBezTo>
                <a:cubicBezTo>
                  <a:pt x="2897597" y="914403"/>
                  <a:pt x="2325597" y="342403"/>
                  <a:pt x="1620000" y="342403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3200" dirty="0">
              <a:solidFill>
                <a:schemeClr val="tx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26" name="Rectangle 36">
            <a:extLst>
              <a:ext uri="{FF2B5EF4-FFF2-40B4-BE49-F238E27FC236}">
                <a16:creationId xmlns:a16="http://schemas.microsoft.com/office/drawing/2014/main" id="{E23CAE8B-D24C-4776-AE65-17AEE895AF15}"/>
              </a:ext>
            </a:extLst>
          </p:cNvPr>
          <p:cNvSpPr/>
          <p:nvPr/>
        </p:nvSpPr>
        <p:spPr>
          <a:xfrm>
            <a:off x="6152184" y="3938744"/>
            <a:ext cx="467244" cy="390578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3200" dirty="0">
              <a:latin typeface="Microsoft JhengHei" panose="020B0604030504040204" pitchFamily="34" charset="-120"/>
            </a:endParaRPr>
          </a:p>
        </p:txBody>
      </p:sp>
      <p:sp>
        <p:nvSpPr>
          <p:cNvPr id="127" name="Chord 15">
            <a:extLst>
              <a:ext uri="{FF2B5EF4-FFF2-40B4-BE49-F238E27FC236}">
                <a16:creationId xmlns:a16="http://schemas.microsoft.com/office/drawing/2014/main" id="{2B10FE4D-3BAF-420B-A89E-5967ADB268E1}"/>
              </a:ext>
            </a:extLst>
          </p:cNvPr>
          <p:cNvSpPr/>
          <p:nvPr/>
        </p:nvSpPr>
        <p:spPr>
          <a:xfrm>
            <a:off x="4410671" y="4454813"/>
            <a:ext cx="238950" cy="520975"/>
          </a:xfrm>
          <a:custGeom>
            <a:avLst/>
            <a:gdLst/>
            <a:ahLst/>
            <a:cxnLst/>
            <a:rect l="l" t="t" r="r" b="b"/>
            <a:pathLst>
              <a:path w="1492970" h="3255081">
                <a:moveTo>
                  <a:pt x="1492970" y="1569688"/>
                </a:moveTo>
                <a:cubicBezTo>
                  <a:pt x="1492970" y="1957118"/>
                  <a:pt x="1197680" y="2277765"/>
                  <a:pt x="816277" y="2310957"/>
                </a:cubicBezTo>
                <a:lnTo>
                  <a:pt x="816277" y="2787043"/>
                </a:lnTo>
                <a:cubicBezTo>
                  <a:pt x="873982" y="2789209"/>
                  <a:pt x="931009" y="2798017"/>
                  <a:pt x="986081" y="2811674"/>
                </a:cubicBezTo>
                <a:cubicBezTo>
                  <a:pt x="1252919" y="2877847"/>
                  <a:pt x="1430830" y="3046369"/>
                  <a:pt x="1433593" y="3235566"/>
                </a:cubicBezTo>
                <a:lnTo>
                  <a:pt x="57488" y="3255081"/>
                </a:lnTo>
                <a:cubicBezTo>
                  <a:pt x="47920" y="3062506"/>
                  <a:pt x="221127" y="2886615"/>
                  <a:pt x="490574" y="2815284"/>
                </a:cubicBezTo>
                <a:cubicBezTo>
                  <a:pt x="549928" y="2799571"/>
                  <a:pt x="611777" y="2789553"/>
                  <a:pt x="674460" y="2787163"/>
                </a:cubicBezTo>
                <a:lnTo>
                  <a:pt x="674460" y="2310809"/>
                </a:lnTo>
                <a:cubicBezTo>
                  <a:pt x="317470" y="2280245"/>
                  <a:pt x="28405" y="1994114"/>
                  <a:pt x="0" y="1627428"/>
                </a:cubicBezTo>
                <a:lnTo>
                  <a:pt x="142201" y="1616413"/>
                </a:lnTo>
                <a:cubicBezTo>
                  <a:pt x="167304" y="1940464"/>
                  <a:pt x="443969" y="2186771"/>
                  <a:pt x="768748" y="2174211"/>
                </a:cubicBezTo>
                <a:cubicBezTo>
                  <a:pt x="1093527" y="2161650"/>
                  <a:pt x="1350342" y="1894710"/>
                  <a:pt x="1350342" y="1569689"/>
                </a:cubicBezTo>
                <a:close/>
                <a:moveTo>
                  <a:pt x="745368" y="0"/>
                </a:moveTo>
                <a:cubicBezTo>
                  <a:pt x="989132" y="0"/>
                  <a:pt x="1186742" y="197610"/>
                  <a:pt x="1186742" y="441374"/>
                </a:cubicBezTo>
                <a:lnTo>
                  <a:pt x="1186742" y="1575353"/>
                </a:lnTo>
                <a:cubicBezTo>
                  <a:pt x="1186742" y="1819117"/>
                  <a:pt x="989132" y="2016727"/>
                  <a:pt x="745368" y="2016727"/>
                </a:cubicBezTo>
                <a:cubicBezTo>
                  <a:pt x="501604" y="2016727"/>
                  <a:pt x="303994" y="1819117"/>
                  <a:pt x="303994" y="1575353"/>
                </a:cubicBezTo>
                <a:lnTo>
                  <a:pt x="303994" y="441374"/>
                </a:lnTo>
                <a:cubicBezTo>
                  <a:pt x="303994" y="197610"/>
                  <a:pt x="501604" y="0"/>
                  <a:pt x="74536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3200" dirty="0">
              <a:latin typeface="Microsoft JhengHei" panose="020B0604030504040204" pitchFamily="34" charset="-120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CF4618F2-4883-423B-AE84-8CF62C57CB54}"/>
              </a:ext>
            </a:extLst>
          </p:cNvPr>
          <p:cNvSpPr txBox="1"/>
          <p:nvPr/>
        </p:nvSpPr>
        <p:spPr>
          <a:xfrm>
            <a:off x="1602794" y="3131008"/>
            <a:ext cx="21522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主題選擇</a:t>
            </a:r>
            <a:endParaRPr lang="en-US" altLang="ko-KR" sz="28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A84529F9-1047-4826-8B79-9416E4A16560}"/>
              </a:ext>
            </a:extLst>
          </p:cNvPr>
          <p:cNvSpPr txBox="1"/>
          <p:nvPr/>
        </p:nvSpPr>
        <p:spPr>
          <a:xfrm>
            <a:off x="7226078" y="5382231"/>
            <a:ext cx="21522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使用者回應</a:t>
            </a:r>
            <a:r>
              <a:rPr lang="en-US" altLang="zh-TW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(</a:t>
            </a: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文字</a:t>
            </a:r>
            <a:r>
              <a:rPr lang="en-US" altLang="zh-TW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/</a:t>
            </a: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語音</a:t>
            </a:r>
            <a:r>
              <a:rPr lang="en-US" altLang="zh-TW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)</a:t>
            </a:r>
            <a:endParaRPr lang="en-US" altLang="ko-KR" sz="28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D5C191C3-10BB-43C7-BB71-6081C453520A}"/>
              </a:ext>
            </a:extLst>
          </p:cNvPr>
          <p:cNvSpPr txBox="1"/>
          <p:nvPr/>
        </p:nvSpPr>
        <p:spPr>
          <a:xfrm>
            <a:off x="5284138" y="2989768"/>
            <a:ext cx="21522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對話引導</a:t>
            </a:r>
            <a:endParaRPr lang="en-US" altLang="ko-KR" sz="28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A13B9285-80FB-4AF7-AADC-36E601DD3EDE}"/>
              </a:ext>
            </a:extLst>
          </p:cNvPr>
          <p:cNvSpPr txBox="1"/>
          <p:nvPr/>
        </p:nvSpPr>
        <p:spPr>
          <a:xfrm>
            <a:off x="8992995" y="2892593"/>
            <a:ext cx="21522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系統回饋</a:t>
            </a:r>
            <a:endParaRPr lang="en-US" altLang="ko-KR" sz="28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7CF6FF8-66D2-839E-2675-4197FB26DFB7}"/>
              </a:ext>
            </a:extLst>
          </p:cNvPr>
          <p:cNvSpPr txBox="1"/>
          <p:nvPr/>
        </p:nvSpPr>
        <p:spPr>
          <a:xfrm>
            <a:off x="3723141" y="5421498"/>
            <a:ext cx="22016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難易度選擇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B27C7E5-0D50-B41C-9354-B0E1765E3244}"/>
              </a:ext>
            </a:extLst>
          </p:cNvPr>
          <p:cNvSpPr txBox="1"/>
          <p:nvPr/>
        </p:nvSpPr>
        <p:spPr>
          <a:xfrm>
            <a:off x="3950522" y="6791497"/>
            <a:ext cx="731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對話具連貫性，系統可延伸話題</a:t>
            </a:r>
          </a:p>
        </p:txBody>
      </p:sp>
    </p:spTree>
    <p:extLst>
      <p:ext uri="{BB962C8B-B14F-4D97-AF65-F5344CB8AC3E}">
        <p14:creationId xmlns:p14="http://schemas.microsoft.com/office/powerpoint/2010/main" val="1891802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5BAF077F-E9AA-35CD-6C90-F6BBA179F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4380" y="6949329"/>
            <a:ext cx="1896020" cy="1280271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B17FC64D-0225-E137-C6B6-435A3AD33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357" y="0"/>
            <a:ext cx="5153685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623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4D4C23-81FB-460B-A16B-715818231E42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0" y="357188"/>
            <a:ext cx="5983288" cy="950912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單字造句練習功能</a:t>
            </a:r>
            <a:endParaRPr lang="en-US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33B0E7B-0E58-43A0-88FC-794C043EB0DF}"/>
              </a:ext>
            </a:extLst>
          </p:cNvPr>
          <p:cNvSpPr/>
          <p:nvPr/>
        </p:nvSpPr>
        <p:spPr>
          <a:xfrm>
            <a:off x="6074441" y="6138733"/>
            <a:ext cx="898778" cy="898778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/>
            </a:solidFill>
          </a:ln>
          <a:effectLst>
            <a:innerShdw blurRad="101600" dist="88900" dir="13500000">
              <a:prstClr val="black">
                <a:alpha val="5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92ED873-13CE-4E55-BCC5-5AB15A39B02E}"/>
              </a:ext>
            </a:extLst>
          </p:cNvPr>
          <p:cNvSpPr/>
          <p:nvPr/>
        </p:nvSpPr>
        <p:spPr>
          <a:xfrm>
            <a:off x="7685441" y="5105879"/>
            <a:ext cx="898778" cy="898778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/>
            </a:solidFill>
          </a:ln>
          <a:effectLst>
            <a:innerShdw blurRad="101600" dist="88900" dir="13500000">
              <a:prstClr val="black">
                <a:alpha val="5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 dirty="0"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277E4A7-CCA3-4C64-B89F-9487147317F8}"/>
              </a:ext>
            </a:extLst>
          </p:cNvPr>
          <p:cNvSpPr/>
          <p:nvPr/>
        </p:nvSpPr>
        <p:spPr>
          <a:xfrm>
            <a:off x="6074441" y="4073022"/>
            <a:ext cx="898778" cy="898778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/>
            </a:solidFill>
          </a:ln>
          <a:effectLst>
            <a:innerShdw blurRad="101600" dist="88900" dir="13500000">
              <a:prstClr val="black">
                <a:alpha val="5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 dirty="0"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F0A2FB5-174C-4E55-84D6-DA857A6D71BC}"/>
              </a:ext>
            </a:extLst>
          </p:cNvPr>
          <p:cNvSpPr/>
          <p:nvPr/>
        </p:nvSpPr>
        <p:spPr>
          <a:xfrm>
            <a:off x="7685441" y="3040168"/>
            <a:ext cx="898778" cy="898778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/>
            </a:solidFill>
          </a:ln>
          <a:effectLst>
            <a:innerShdw blurRad="101600" dist="88900" dir="13500000">
              <a:prstClr val="black">
                <a:alpha val="5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 dirty="0"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3EFBC72-1C81-44DC-BF8B-10C03C43E42C}"/>
              </a:ext>
            </a:extLst>
          </p:cNvPr>
          <p:cNvSpPr/>
          <p:nvPr/>
        </p:nvSpPr>
        <p:spPr>
          <a:xfrm>
            <a:off x="6074441" y="2007311"/>
            <a:ext cx="898778" cy="898778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4"/>
            </a:solidFill>
          </a:ln>
          <a:effectLst>
            <a:innerShdw blurRad="101600" dist="88900" dir="13500000">
              <a:prstClr val="black">
                <a:alpha val="5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 dirty="0"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8" name="Freeform 65">
            <a:extLst>
              <a:ext uri="{FF2B5EF4-FFF2-40B4-BE49-F238E27FC236}">
                <a16:creationId xmlns:a16="http://schemas.microsoft.com/office/drawing/2014/main" id="{47D1EAA2-836C-4FC8-A189-4DE0B1C3BD0A}"/>
              </a:ext>
            </a:extLst>
          </p:cNvPr>
          <p:cNvSpPr/>
          <p:nvPr/>
        </p:nvSpPr>
        <p:spPr>
          <a:xfrm>
            <a:off x="7121141" y="2409097"/>
            <a:ext cx="2160000" cy="1071154"/>
          </a:xfrm>
          <a:custGeom>
            <a:avLst/>
            <a:gdLst>
              <a:gd name="connsiteX0" fmla="*/ 0 w 1447800"/>
              <a:gd name="connsiteY0" fmla="*/ 0 h 892628"/>
              <a:gd name="connsiteX1" fmla="*/ 1447800 w 1447800"/>
              <a:gd name="connsiteY1" fmla="*/ 0 h 892628"/>
              <a:gd name="connsiteX2" fmla="*/ 1447800 w 1447800"/>
              <a:gd name="connsiteY2" fmla="*/ 892628 h 892628"/>
              <a:gd name="connsiteX3" fmla="*/ 1077685 w 1447800"/>
              <a:gd name="connsiteY3" fmla="*/ 892628 h 892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7800" h="892628">
                <a:moveTo>
                  <a:pt x="0" y="0"/>
                </a:moveTo>
                <a:lnTo>
                  <a:pt x="1447800" y="0"/>
                </a:lnTo>
                <a:lnTo>
                  <a:pt x="1447800" y="892628"/>
                </a:lnTo>
                <a:lnTo>
                  <a:pt x="1077685" y="892628"/>
                </a:lnTo>
              </a:path>
            </a:pathLst>
          </a:custGeom>
          <a:ln w="50800"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240">
              <a:latin typeface="Microsoft JhengHei" panose="020B0604030504040204" pitchFamily="34" charset="-120"/>
            </a:endParaRPr>
          </a:p>
        </p:txBody>
      </p:sp>
      <p:sp>
        <p:nvSpPr>
          <p:cNvPr id="9" name="Freeform 66">
            <a:extLst>
              <a:ext uri="{FF2B5EF4-FFF2-40B4-BE49-F238E27FC236}">
                <a16:creationId xmlns:a16="http://schemas.microsoft.com/office/drawing/2014/main" id="{2F587C56-2D1F-454D-9D36-3B981D9948F3}"/>
              </a:ext>
            </a:extLst>
          </p:cNvPr>
          <p:cNvSpPr/>
          <p:nvPr/>
        </p:nvSpPr>
        <p:spPr>
          <a:xfrm flipH="1">
            <a:off x="5327860" y="3450366"/>
            <a:ext cx="2160000" cy="1071154"/>
          </a:xfrm>
          <a:custGeom>
            <a:avLst/>
            <a:gdLst>
              <a:gd name="connsiteX0" fmla="*/ 0 w 1447800"/>
              <a:gd name="connsiteY0" fmla="*/ 0 h 892628"/>
              <a:gd name="connsiteX1" fmla="*/ 1447800 w 1447800"/>
              <a:gd name="connsiteY1" fmla="*/ 0 h 892628"/>
              <a:gd name="connsiteX2" fmla="*/ 1447800 w 1447800"/>
              <a:gd name="connsiteY2" fmla="*/ 892628 h 892628"/>
              <a:gd name="connsiteX3" fmla="*/ 1077685 w 1447800"/>
              <a:gd name="connsiteY3" fmla="*/ 892628 h 892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7800" h="892628">
                <a:moveTo>
                  <a:pt x="0" y="0"/>
                </a:moveTo>
                <a:lnTo>
                  <a:pt x="1447800" y="0"/>
                </a:lnTo>
                <a:lnTo>
                  <a:pt x="1447800" y="892628"/>
                </a:lnTo>
                <a:lnTo>
                  <a:pt x="1077685" y="892628"/>
                </a:lnTo>
              </a:path>
            </a:pathLst>
          </a:custGeom>
          <a:ln w="50800"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240">
              <a:latin typeface="Microsoft JhengHei" panose="020B0604030504040204" pitchFamily="34" charset="-120"/>
            </a:endParaRPr>
          </a:p>
        </p:txBody>
      </p:sp>
      <p:sp>
        <p:nvSpPr>
          <p:cNvPr id="10" name="Freeform 67">
            <a:extLst>
              <a:ext uri="{FF2B5EF4-FFF2-40B4-BE49-F238E27FC236}">
                <a16:creationId xmlns:a16="http://schemas.microsoft.com/office/drawing/2014/main" id="{7FE3E602-CF2F-47FB-B50E-FEA01A03AC37}"/>
              </a:ext>
            </a:extLst>
          </p:cNvPr>
          <p:cNvSpPr/>
          <p:nvPr/>
        </p:nvSpPr>
        <p:spPr>
          <a:xfrm>
            <a:off x="7121141" y="4522411"/>
            <a:ext cx="2160000" cy="1071154"/>
          </a:xfrm>
          <a:custGeom>
            <a:avLst/>
            <a:gdLst>
              <a:gd name="connsiteX0" fmla="*/ 0 w 1447800"/>
              <a:gd name="connsiteY0" fmla="*/ 0 h 892628"/>
              <a:gd name="connsiteX1" fmla="*/ 1447800 w 1447800"/>
              <a:gd name="connsiteY1" fmla="*/ 0 h 892628"/>
              <a:gd name="connsiteX2" fmla="*/ 1447800 w 1447800"/>
              <a:gd name="connsiteY2" fmla="*/ 892628 h 892628"/>
              <a:gd name="connsiteX3" fmla="*/ 1077685 w 1447800"/>
              <a:gd name="connsiteY3" fmla="*/ 892628 h 892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7800" h="892628">
                <a:moveTo>
                  <a:pt x="0" y="0"/>
                </a:moveTo>
                <a:lnTo>
                  <a:pt x="1447800" y="0"/>
                </a:lnTo>
                <a:lnTo>
                  <a:pt x="1447800" y="892628"/>
                </a:lnTo>
                <a:lnTo>
                  <a:pt x="1077685" y="892628"/>
                </a:lnTo>
              </a:path>
            </a:pathLst>
          </a:custGeom>
          <a:ln w="50800"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240">
              <a:latin typeface="Microsoft JhengHei" panose="020B0604030504040204" pitchFamily="34" charset="-120"/>
            </a:endParaRPr>
          </a:p>
        </p:txBody>
      </p:sp>
      <p:sp>
        <p:nvSpPr>
          <p:cNvPr id="11" name="Freeform 68">
            <a:extLst>
              <a:ext uri="{FF2B5EF4-FFF2-40B4-BE49-F238E27FC236}">
                <a16:creationId xmlns:a16="http://schemas.microsoft.com/office/drawing/2014/main" id="{E8982959-F5BB-4826-B860-9F9E247CC240}"/>
              </a:ext>
            </a:extLst>
          </p:cNvPr>
          <p:cNvSpPr/>
          <p:nvPr/>
        </p:nvSpPr>
        <p:spPr>
          <a:xfrm flipH="1">
            <a:off x="5327860" y="5563680"/>
            <a:ext cx="2160000" cy="1071154"/>
          </a:xfrm>
          <a:custGeom>
            <a:avLst/>
            <a:gdLst>
              <a:gd name="connsiteX0" fmla="*/ 0 w 1447800"/>
              <a:gd name="connsiteY0" fmla="*/ 0 h 892628"/>
              <a:gd name="connsiteX1" fmla="*/ 1447800 w 1447800"/>
              <a:gd name="connsiteY1" fmla="*/ 0 h 892628"/>
              <a:gd name="connsiteX2" fmla="*/ 1447800 w 1447800"/>
              <a:gd name="connsiteY2" fmla="*/ 892628 h 892628"/>
              <a:gd name="connsiteX3" fmla="*/ 1077685 w 1447800"/>
              <a:gd name="connsiteY3" fmla="*/ 892628 h 892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7800" h="892628">
                <a:moveTo>
                  <a:pt x="0" y="0"/>
                </a:moveTo>
                <a:lnTo>
                  <a:pt x="1447800" y="0"/>
                </a:lnTo>
                <a:lnTo>
                  <a:pt x="1447800" y="892628"/>
                </a:lnTo>
                <a:lnTo>
                  <a:pt x="1077685" y="892628"/>
                </a:lnTo>
              </a:path>
            </a:pathLst>
          </a:custGeom>
          <a:ln w="50800"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240">
              <a:latin typeface="Microsoft JhengHei" panose="020B0604030504040204" pitchFamily="34" charset="-12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6A5CAC-D092-4CFE-9191-F023ACE1131B}"/>
              </a:ext>
            </a:extLst>
          </p:cNvPr>
          <p:cNvSpPr txBox="1"/>
          <p:nvPr/>
        </p:nvSpPr>
        <p:spPr>
          <a:xfrm>
            <a:off x="1579627" y="6266267"/>
            <a:ext cx="3767275" cy="523220"/>
          </a:xfrm>
          <a:prstGeom prst="rect">
            <a:avLst/>
          </a:prstGeom>
          <a:noFill/>
        </p:spPr>
        <p:txBody>
          <a:bodyPr wrap="square" lIns="129600" rIns="129600" rtlCol="0">
            <a:spAutoFit/>
          </a:bodyPr>
          <a:lstStyle/>
          <a:p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輸入指令或選單啟動</a:t>
            </a:r>
            <a:endParaRPr lang="ko-KR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030EC4-4F6F-4AEB-9470-F1926A2C7C51}"/>
              </a:ext>
            </a:extLst>
          </p:cNvPr>
          <p:cNvSpPr txBox="1"/>
          <p:nvPr/>
        </p:nvSpPr>
        <p:spPr>
          <a:xfrm>
            <a:off x="8968320" y="5212947"/>
            <a:ext cx="31264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選擇難易度</a:t>
            </a:r>
            <a:endParaRPr lang="ko-KR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E0E023-AA01-44F1-BE6F-FCA574206449}"/>
              </a:ext>
            </a:extLst>
          </p:cNvPr>
          <p:cNvSpPr txBox="1"/>
          <p:nvPr/>
        </p:nvSpPr>
        <p:spPr>
          <a:xfrm>
            <a:off x="1832647" y="4205555"/>
            <a:ext cx="3612581" cy="954107"/>
          </a:xfrm>
          <a:prstGeom prst="rect">
            <a:avLst/>
          </a:prstGeom>
          <a:noFill/>
        </p:spPr>
        <p:txBody>
          <a:bodyPr wrap="square" lIns="129600" rIns="129600" rtlCol="0">
            <a:spAutoFit/>
          </a:bodyPr>
          <a:lstStyle/>
          <a:p>
            <a:pPr algn="ctr"/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系統提供單字，</a:t>
            </a:r>
            <a:endParaRPr lang="en-US" altLang="zh-TW" sz="2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附詞性、定義</a:t>
            </a:r>
            <a:endParaRPr lang="ko-KR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24" name="Isosceles Triangle 51">
            <a:extLst>
              <a:ext uri="{FF2B5EF4-FFF2-40B4-BE49-F238E27FC236}">
                <a16:creationId xmlns:a16="http://schemas.microsoft.com/office/drawing/2014/main" id="{A24E2121-4AF7-427A-86EF-337919F3F135}"/>
              </a:ext>
            </a:extLst>
          </p:cNvPr>
          <p:cNvSpPr/>
          <p:nvPr/>
        </p:nvSpPr>
        <p:spPr>
          <a:xfrm>
            <a:off x="6353854" y="4389544"/>
            <a:ext cx="399650" cy="293065"/>
          </a:xfrm>
          <a:custGeom>
            <a:avLst/>
            <a:gdLst/>
            <a:ahLst/>
            <a:cxn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latin typeface="Microsoft JhengHei" panose="020B0604030504040204" pitchFamily="34" charset="-120"/>
            </a:endParaRPr>
          </a:p>
        </p:txBody>
      </p:sp>
      <p:sp>
        <p:nvSpPr>
          <p:cNvPr id="25" name="Rectangle 16">
            <a:extLst>
              <a:ext uri="{FF2B5EF4-FFF2-40B4-BE49-F238E27FC236}">
                <a16:creationId xmlns:a16="http://schemas.microsoft.com/office/drawing/2014/main" id="{BF27EBD3-3206-4C8A-9B24-1300017ECF40}"/>
              </a:ext>
            </a:extLst>
          </p:cNvPr>
          <p:cNvSpPr/>
          <p:nvPr/>
        </p:nvSpPr>
        <p:spPr>
          <a:xfrm rot="2700000">
            <a:off x="7990436" y="5277635"/>
            <a:ext cx="319104" cy="572094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latin typeface="Microsoft JhengHei" panose="020B0604030504040204" pitchFamily="34" charset="-120"/>
            </a:endParaRPr>
          </a:p>
        </p:txBody>
      </p:sp>
      <p:sp>
        <p:nvSpPr>
          <p:cNvPr id="26" name="Rounded Rectangle 5">
            <a:extLst>
              <a:ext uri="{FF2B5EF4-FFF2-40B4-BE49-F238E27FC236}">
                <a16:creationId xmlns:a16="http://schemas.microsoft.com/office/drawing/2014/main" id="{0C6EE5F0-BAF3-465E-964F-2CA5A51C8604}"/>
              </a:ext>
            </a:extLst>
          </p:cNvPr>
          <p:cNvSpPr/>
          <p:nvPr/>
        </p:nvSpPr>
        <p:spPr>
          <a:xfrm flipH="1">
            <a:off x="7918431" y="3325547"/>
            <a:ext cx="470018" cy="387737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latin typeface="Microsoft JhengHei" panose="020B0604030504040204" pitchFamily="34" charset="-120"/>
            </a:endParaRPr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918B03A7-C29B-4642-B5FB-6EAA705CB936}"/>
              </a:ext>
            </a:extLst>
          </p:cNvPr>
          <p:cNvSpPr/>
          <p:nvPr/>
        </p:nvSpPr>
        <p:spPr>
          <a:xfrm>
            <a:off x="6267367" y="6381138"/>
            <a:ext cx="512926" cy="413969"/>
          </a:xfrm>
          <a:custGeom>
            <a:avLst/>
            <a:gdLst/>
            <a:ahLst/>
            <a:cxnLst/>
            <a:rect l="l" t="t" r="r" b="b"/>
            <a:pathLst>
              <a:path w="3307788" h="2669631">
                <a:moveTo>
                  <a:pt x="2793832" y="1478391"/>
                </a:moveTo>
                <a:cubicBezTo>
                  <a:pt x="2772990" y="1635402"/>
                  <a:pt x="2717678" y="1784517"/>
                  <a:pt x="2633007" y="1915952"/>
                </a:cubicBezTo>
                <a:cubicBezTo>
                  <a:pt x="2695386" y="1951862"/>
                  <a:pt x="2772768" y="1955673"/>
                  <a:pt x="2841607" y="1924185"/>
                </a:cubicBezTo>
                <a:cubicBezTo>
                  <a:pt x="2943442" y="1877605"/>
                  <a:pt x="2999062" y="1766364"/>
                  <a:pt x="2975226" y="1656948"/>
                </a:cubicBezTo>
                <a:cubicBezTo>
                  <a:pt x="2955176" y="1564911"/>
                  <a:pt x="2883463" y="1495086"/>
                  <a:pt x="2793832" y="1478391"/>
                </a:cubicBezTo>
                <a:close/>
                <a:moveTo>
                  <a:pt x="2807611" y="1247700"/>
                </a:moveTo>
                <a:lnTo>
                  <a:pt x="2807472" y="1256060"/>
                </a:lnTo>
                <a:cubicBezTo>
                  <a:pt x="2994195" y="1281771"/>
                  <a:pt x="3148201" y="1421768"/>
                  <a:pt x="3189276" y="1610317"/>
                </a:cubicBezTo>
                <a:cubicBezTo>
                  <a:pt x="3235041" y="1820393"/>
                  <a:pt x="3128252" y="2033972"/>
                  <a:pt x="2932732" y="2123406"/>
                </a:cubicBezTo>
                <a:cubicBezTo>
                  <a:pt x="2789297" y="2189015"/>
                  <a:pt x="2626543" y="2174805"/>
                  <a:pt x="2499470" y="2094044"/>
                </a:cubicBezTo>
                <a:cubicBezTo>
                  <a:pt x="2427194" y="2172627"/>
                  <a:pt x="2343030" y="2241391"/>
                  <a:pt x="2248861" y="2297980"/>
                </a:cubicBezTo>
                <a:cubicBezTo>
                  <a:pt x="2178351" y="2340352"/>
                  <a:pt x="2104446" y="2374567"/>
                  <a:pt x="2027600" y="2398134"/>
                </a:cubicBezTo>
                <a:lnTo>
                  <a:pt x="3307788" y="2397615"/>
                </a:lnTo>
                <a:cubicBezTo>
                  <a:pt x="3265361" y="2549905"/>
                  <a:pt x="2537441" y="2669620"/>
                  <a:pt x="1653814" y="2669631"/>
                </a:cubicBezTo>
                <a:cubicBezTo>
                  <a:pt x="773102" y="2669642"/>
                  <a:pt x="46417" y="2550707"/>
                  <a:pt x="0" y="2398955"/>
                </a:cubicBezTo>
                <a:lnTo>
                  <a:pt x="1280678" y="2398436"/>
                </a:lnTo>
                <a:cubicBezTo>
                  <a:pt x="1203764" y="2374915"/>
                  <a:pt x="1129786" y="2340732"/>
                  <a:pt x="1059201" y="2298380"/>
                </a:cubicBezTo>
                <a:cubicBezTo>
                  <a:pt x="693039" y="2078675"/>
                  <a:pt x="477900" y="1674935"/>
                  <a:pt x="499745" y="1248476"/>
                </a:cubicBezTo>
                <a:close/>
                <a:moveTo>
                  <a:pt x="1331611" y="201752"/>
                </a:moveTo>
                <a:cubicBezTo>
                  <a:pt x="1206335" y="290902"/>
                  <a:pt x="1124761" y="308382"/>
                  <a:pt x="1132336" y="435988"/>
                </a:cubicBezTo>
                <a:cubicBezTo>
                  <a:pt x="1160888" y="640507"/>
                  <a:pt x="1527973" y="617783"/>
                  <a:pt x="1498839" y="840365"/>
                </a:cubicBezTo>
                <a:cubicBezTo>
                  <a:pt x="1455138" y="960979"/>
                  <a:pt x="1395705" y="987199"/>
                  <a:pt x="1213910" y="1052459"/>
                </a:cubicBezTo>
                <a:cubicBezTo>
                  <a:pt x="1331028" y="972050"/>
                  <a:pt x="1364241" y="921357"/>
                  <a:pt x="1360745" y="809484"/>
                </a:cubicBezTo>
                <a:cubicBezTo>
                  <a:pt x="1360746" y="646916"/>
                  <a:pt x="1111360" y="626523"/>
                  <a:pt x="1020462" y="495421"/>
                </a:cubicBezTo>
                <a:cubicBezTo>
                  <a:pt x="941218" y="374224"/>
                  <a:pt x="1061250" y="280996"/>
                  <a:pt x="1331611" y="201752"/>
                </a:cubicBezTo>
                <a:close/>
                <a:moveTo>
                  <a:pt x="2164365" y="80223"/>
                </a:moveTo>
                <a:cubicBezTo>
                  <a:pt x="2021192" y="182108"/>
                  <a:pt x="1927964" y="202086"/>
                  <a:pt x="1936621" y="347922"/>
                </a:cubicBezTo>
                <a:cubicBezTo>
                  <a:pt x="1969252" y="581657"/>
                  <a:pt x="2388778" y="555687"/>
                  <a:pt x="2355482" y="810066"/>
                </a:cubicBezTo>
                <a:cubicBezTo>
                  <a:pt x="2305538" y="947910"/>
                  <a:pt x="2237615" y="977876"/>
                  <a:pt x="2029849" y="1052459"/>
                </a:cubicBezTo>
                <a:cubicBezTo>
                  <a:pt x="2163698" y="960563"/>
                  <a:pt x="2201656" y="902628"/>
                  <a:pt x="2197660" y="774773"/>
                </a:cubicBezTo>
                <a:cubicBezTo>
                  <a:pt x="2197661" y="588982"/>
                  <a:pt x="1912649" y="565676"/>
                  <a:pt x="1808765" y="415844"/>
                </a:cubicBezTo>
                <a:cubicBezTo>
                  <a:pt x="1718201" y="277334"/>
                  <a:pt x="1855380" y="170787"/>
                  <a:pt x="2164365" y="80223"/>
                </a:cubicBezTo>
                <a:close/>
                <a:moveTo>
                  <a:pt x="1754169" y="0"/>
                </a:moveTo>
                <a:cubicBezTo>
                  <a:pt x="1583512" y="121444"/>
                  <a:pt x="1472387" y="145257"/>
                  <a:pt x="1482706" y="319088"/>
                </a:cubicBezTo>
                <a:cubicBezTo>
                  <a:pt x="1521601" y="597693"/>
                  <a:pt x="2021663" y="566738"/>
                  <a:pt x="1981975" y="869950"/>
                </a:cubicBezTo>
                <a:cubicBezTo>
                  <a:pt x="1922443" y="1034256"/>
                  <a:pt x="1841481" y="1069974"/>
                  <a:pt x="1593831" y="1158875"/>
                </a:cubicBezTo>
                <a:cubicBezTo>
                  <a:pt x="1753374" y="1049338"/>
                  <a:pt x="1798619" y="980281"/>
                  <a:pt x="1793856" y="827882"/>
                </a:cubicBezTo>
                <a:cubicBezTo>
                  <a:pt x="1793857" y="606424"/>
                  <a:pt x="1454132" y="578644"/>
                  <a:pt x="1330306" y="400050"/>
                </a:cubicBezTo>
                <a:cubicBezTo>
                  <a:pt x="1222356" y="234950"/>
                  <a:pt x="1385869" y="107950"/>
                  <a:pt x="175416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latin typeface="Microsoft JhengHei" panose="020B0604030504040204" pitchFamily="34" charset="-120"/>
            </a:endParaRPr>
          </a:p>
        </p:txBody>
      </p:sp>
      <p:sp>
        <p:nvSpPr>
          <p:cNvPr id="28" name="Oval 21">
            <a:extLst>
              <a:ext uri="{FF2B5EF4-FFF2-40B4-BE49-F238E27FC236}">
                <a16:creationId xmlns:a16="http://schemas.microsoft.com/office/drawing/2014/main" id="{FFA25F9C-9F12-4757-9B7A-720CE2B55BC8}"/>
              </a:ext>
            </a:extLst>
          </p:cNvPr>
          <p:cNvSpPr>
            <a:spLocks noChangeAspect="1"/>
          </p:cNvSpPr>
          <p:nvPr/>
        </p:nvSpPr>
        <p:spPr>
          <a:xfrm>
            <a:off x="6313010" y="2228106"/>
            <a:ext cx="475789" cy="479762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latin typeface="Microsoft JhengHei" panose="020B0604030504040204" pitchFamily="34" charset="-12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9C6C5CCF-251F-7773-B7EF-F164062E9370}"/>
              </a:ext>
            </a:extLst>
          </p:cNvPr>
          <p:cNvSpPr txBox="1"/>
          <p:nvPr/>
        </p:nvSpPr>
        <p:spPr>
          <a:xfrm>
            <a:off x="9514131" y="2944674"/>
            <a:ext cx="38334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使用者造句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ACBFBA7-8D26-81A4-8983-482653826B62}"/>
              </a:ext>
            </a:extLst>
          </p:cNvPr>
          <p:cNvSpPr txBox="1"/>
          <p:nvPr/>
        </p:nvSpPr>
        <p:spPr>
          <a:xfrm>
            <a:off x="2395299" y="2184648"/>
            <a:ext cx="36650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系統給予建議與範例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944881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3E7D5-A58E-B110-5195-A2FD63233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9CCE8190-6BF5-132A-05DD-3E2991DD8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2455" y="0"/>
            <a:ext cx="6805489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3453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15925" y="407988"/>
            <a:ext cx="14214475" cy="950912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跟讀練習功能</a:t>
            </a:r>
            <a:endParaRPr lang="en-US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3" name="그룹 12">
            <a:extLst>
              <a:ext uri="{FF2B5EF4-FFF2-40B4-BE49-F238E27FC236}">
                <a16:creationId xmlns:a16="http://schemas.microsoft.com/office/drawing/2014/main" id="{F9100D22-6F2D-4BBF-9C17-554A67E0CC25}"/>
              </a:ext>
            </a:extLst>
          </p:cNvPr>
          <p:cNvGrpSpPr/>
          <p:nvPr/>
        </p:nvGrpSpPr>
        <p:grpSpPr>
          <a:xfrm>
            <a:off x="4725765" y="2474592"/>
            <a:ext cx="5147174" cy="1515448"/>
            <a:chOff x="4054872" y="2062159"/>
            <a:chExt cx="4289312" cy="1262873"/>
          </a:xfrm>
        </p:grpSpPr>
        <p:sp>
          <p:nvSpPr>
            <p:cNvPr id="4" name="Rectangle 44">
              <a:extLst>
                <a:ext uri="{FF2B5EF4-FFF2-40B4-BE49-F238E27FC236}">
                  <a16:creationId xmlns:a16="http://schemas.microsoft.com/office/drawing/2014/main" id="{2F5CDD95-A6F5-423A-A99F-F02C31F5DC46}"/>
                </a:ext>
              </a:extLst>
            </p:cNvPr>
            <p:cNvSpPr/>
            <p:nvPr/>
          </p:nvSpPr>
          <p:spPr>
            <a:xfrm>
              <a:off x="5317238" y="3133113"/>
              <a:ext cx="785533" cy="1919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>
                <a:solidFill>
                  <a:schemeClr val="tx1"/>
                </a:solidFill>
                <a:latin typeface="Microsoft JhengHei" panose="020B0604030504040204" pitchFamily="34" charset="-12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A542ADC-AD48-44A8-AD43-D1362927C678}"/>
                </a:ext>
              </a:extLst>
            </p:cNvPr>
            <p:cNvSpPr/>
            <p:nvPr/>
          </p:nvSpPr>
          <p:spPr>
            <a:xfrm>
              <a:off x="5317238" y="2231199"/>
              <a:ext cx="2747277" cy="19279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 dirty="0">
                <a:latin typeface="Microsoft JhengHei" panose="020B0604030504040204" pitchFamily="34" charset="-120"/>
              </a:endParaRPr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E7161380-3D67-4D1B-81A7-16F22900EFF0}"/>
                </a:ext>
              </a:extLst>
            </p:cNvPr>
            <p:cNvSpPr/>
            <p:nvPr/>
          </p:nvSpPr>
          <p:spPr>
            <a:xfrm rot="5400000">
              <a:off x="7894041" y="2157089"/>
              <a:ext cx="545074" cy="35521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>
                <a:latin typeface="Microsoft JhengHei" panose="020B0604030504040204" pitchFamily="34" charset="-120"/>
              </a:endParaRPr>
            </a:p>
          </p:txBody>
        </p:sp>
        <p:sp>
          <p:nvSpPr>
            <p:cNvPr id="7" name="Block Arc 2">
              <a:extLst>
                <a:ext uri="{FF2B5EF4-FFF2-40B4-BE49-F238E27FC236}">
                  <a16:creationId xmlns:a16="http://schemas.microsoft.com/office/drawing/2014/main" id="{C7493750-D971-4D80-A215-1DCE9898D37C}"/>
                </a:ext>
              </a:extLst>
            </p:cNvPr>
            <p:cNvSpPr/>
            <p:nvPr/>
          </p:nvSpPr>
          <p:spPr>
            <a:xfrm rot="16200000">
              <a:off x="4139139" y="2146933"/>
              <a:ext cx="1093832" cy="1262365"/>
            </a:xfrm>
            <a:custGeom>
              <a:avLst/>
              <a:gdLst>
                <a:gd name="connsiteX0" fmla="*/ 990372 w 1011518"/>
                <a:gd name="connsiteY0" fmla="*/ 485411 h 1167369"/>
                <a:gd name="connsiteX1" fmla="*/ 1011518 w 1011518"/>
                <a:gd name="connsiteY1" fmla="*/ 1167369 h 1167369"/>
                <a:gd name="connsiteX2" fmla="*/ 834370 w 1011518"/>
                <a:gd name="connsiteY2" fmla="*/ 1167369 h 1167369"/>
                <a:gd name="connsiteX3" fmla="*/ 834370 w 1011518"/>
                <a:gd name="connsiteY3" fmla="*/ 491393 h 1167369"/>
                <a:gd name="connsiteX4" fmla="*/ 831381 w 1011518"/>
                <a:gd name="connsiteY4" fmla="*/ 491507 h 1167369"/>
                <a:gd name="connsiteX5" fmla="*/ 497779 w 1011518"/>
                <a:gd name="connsiteY5" fmla="*/ 176552 h 1167369"/>
                <a:gd name="connsiteX6" fmla="*/ 177148 w 1011518"/>
                <a:gd name="connsiteY6" fmla="*/ 497438 h 1167369"/>
                <a:gd name="connsiteX7" fmla="*/ 177148 w 1011518"/>
                <a:gd name="connsiteY7" fmla="*/ 1167369 h 1167369"/>
                <a:gd name="connsiteX8" fmla="*/ 0 w 1011518"/>
                <a:gd name="connsiteY8" fmla="*/ 1167369 h 1167369"/>
                <a:gd name="connsiteX9" fmla="*/ 0 w 1011518"/>
                <a:gd name="connsiteY9" fmla="*/ 504057 h 1167369"/>
                <a:gd name="connsiteX10" fmla="*/ 0 w 1011518"/>
                <a:gd name="connsiteY10" fmla="*/ 485411 h 1167369"/>
                <a:gd name="connsiteX11" fmla="*/ 1856 w 1011518"/>
                <a:gd name="connsiteY11" fmla="*/ 485411 h 1167369"/>
                <a:gd name="connsiteX12" fmla="*/ 494398 w 1011518"/>
                <a:gd name="connsiteY12" fmla="*/ 94 h 1167369"/>
                <a:gd name="connsiteX13" fmla="*/ 1007742 w 1011518"/>
                <a:gd name="connsiteY13" fmla="*/ 484745 h 1167369"/>
                <a:gd name="connsiteX14" fmla="*/ 990372 w 1011518"/>
                <a:gd name="connsiteY14" fmla="*/ 485411 h 1167369"/>
                <a:gd name="connsiteX0" fmla="*/ 1007742 w 1011518"/>
                <a:gd name="connsiteY0" fmla="*/ 484745 h 1167369"/>
                <a:gd name="connsiteX1" fmla="*/ 1011518 w 1011518"/>
                <a:gd name="connsiteY1" fmla="*/ 1167369 h 1167369"/>
                <a:gd name="connsiteX2" fmla="*/ 834370 w 1011518"/>
                <a:gd name="connsiteY2" fmla="*/ 1167369 h 1167369"/>
                <a:gd name="connsiteX3" fmla="*/ 834370 w 1011518"/>
                <a:gd name="connsiteY3" fmla="*/ 491393 h 1167369"/>
                <a:gd name="connsiteX4" fmla="*/ 831381 w 1011518"/>
                <a:gd name="connsiteY4" fmla="*/ 491507 h 1167369"/>
                <a:gd name="connsiteX5" fmla="*/ 497779 w 1011518"/>
                <a:gd name="connsiteY5" fmla="*/ 176552 h 1167369"/>
                <a:gd name="connsiteX6" fmla="*/ 177148 w 1011518"/>
                <a:gd name="connsiteY6" fmla="*/ 497438 h 1167369"/>
                <a:gd name="connsiteX7" fmla="*/ 177148 w 1011518"/>
                <a:gd name="connsiteY7" fmla="*/ 1167369 h 1167369"/>
                <a:gd name="connsiteX8" fmla="*/ 0 w 1011518"/>
                <a:gd name="connsiteY8" fmla="*/ 1167369 h 1167369"/>
                <a:gd name="connsiteX9" fmla="*/ 0 w 1011518"/>
                <a:gd name="connsiteY9" fmla="*/ 504057 h 1167369"/>
                <a:gd name="connsiteX10" fmla="*/ 0 w 1011518"/>
                <a:gd name="connsiteY10" fmla="*/ 485411 h 1167369"/>
                <a:gd name="connsiteX11" fmla="*/ 1856 w 1011518"/>
                <a:gd name="connsiteY11" fmla="*/ 485411 h 1167369"/>
                <a:gd name="connsiteX12" fmla="*/ 494398 w 1011518"/>
                <a:gd name="connsiteY12" fmla="*/ 94 h 1167369"/>
                <a:gd name="connsiteX13" fmla="*/ 1007742 w 1011518"/>
                <a:gd name="connsiteY13" fmla="*/ 484745 h 1167369"/>
                <a:gd name="connsiteX0" fmla="*/ 1007742 w 1011518"/>
                <a:gd name="connsiteY0" fmla="*/ 484745 h 1167369"/>
                <a:gd name="connsiteX1" fmla="*/ 1011518 w 1011518"/>
                <a:gd name="connsiteY1" fmla="*/ 1167369 h 1167369"/>
                <a:gd name="connsiteX2" fmla="*/ 834370 w 1011518"/>
                <a:gd name="connsiteY2" fmla="*/ 1167369 h 1167369"/>
                <a:gd name="connsiteX3" fmla="*/ 834370 w 1011518"/>
                <a:gd name="connsiteY3" fmla="*/ 491393 h 1167369"/>
                <a:gd name="connsiteX4" fmla="*/ 831381 w 1011518"/>
                <a:gd name="connsiteY4" fmla="*/ 491507 h 1167369"/>
                <a:gd name="connsiteX5" fmla="*/ 497779 w 1011518"/>
                <a:gd name="connsiteY5" fmla="*/ 176552 h 1167369"/>
                <a:gd name="connsiteX6" fmla="*/ 177148 w 1011518"/>
                <a:gd name="connsiteY6" fmla="*/ 497438 h 1167369"/>
                <a:gd name="connsiteX7" fmla="*/ 177148 w 1011518"/>
                <a:gd name="connsiteY7" fmla="*/ 1167369 h 1167369"/>
                <a:gd name="connsiteX8" fmla="*/ 0 w 1011518"/>
                <a:gd name="connsiteY8" fmla="*/ 1167369 h 1167369"/>
                <a:gd name="connsiteX9" fmla="*/ 0 w 1011518"/>
                <a:gd name="connsiteY9" fmla="*/ 485411 h 1167369"/>
                <a:gd name="connsiteX10" fmla="*/ 1856 w 1011518"/>
                <a:gd name="connsiteY10" fmla="*/ 485411 h 1167369"/>
                <a:gd name="connsiteX11" fmla="*/ 494398 w 1011518"/>
                <a:gd name="connsiteY11" fmla="*/ 94 h 1167369"/>
                <a:gd name="connsiteX12" fmla="*/ 1007742 w 1011518"/>
                <a:gd name="connsiteY12" fmla="*/ 484745 h 1167369"/>
                <a:gd name="connsiteX0" fmla="*/ 1007742 w 1011518"/>
                <a:gd name="connsiteY0" fmla="*/ 484745 h 1167369"/>
                <a:gd name="connsiteX1" fmla="*/ 1011518 w 1011518"/>
                <a:gd name="connsiteY1" fmla="*/ 1167369 h 1167369"/>
                <a:gd name="connsiteX2" fmla="*/ 834370 w 1011518"/>
                <a:gd name="connsiteY2" fmla="*/ 1167369 h 1167369"/>
                <a:gd name="connsiteX3" fmla="*/ 831381 w 1011518"/>
                <a:gd name="connsiteY3" fmla="*/ 491507 h 1167369"/>
                <a:gd name="connsiteX4" fmla="*/ 497779 w 1011518"/>
                <a:gd name="connsiteY4" fmla="*/ 176552 h 1167369"/>
                <a:gd name="connsiteX5" fmla="*/ 177148 w 1011518"/>
                <a:gd name="connsiteY5" fmla="*/ 497438 h 1167369"/>
                <a:gd name="connsiteX6" fmla="*/ 177148 w 1011518"/>
                <a:gd name="connsiteY6" fmla="*/ 1167369 h 1167369"/>
                <a:gd name="connsiteX7" fmla="*/ 0 w 1011518"/>
                <a:gd name="connsiteY7" fmla="*/ 1167369 h 1167369"/>
                <a:gd name="connsiteX8" fmla="*/ 0 w 1011518"/>
                <a:gd name="connsiteY8" fmla="*/ 485411 h 1167369"/>
                <a:gd name="connsiteX9" fmla="*/ 1856 w 1011518"/>
                <a:gd name="connsiteY9" fmla="*/ 485411 h 1167369"/>
                <a:gd name="connsiteX10" fmla="*/ 494398 w 1011518"/>
                <a:gd name="connsiteY10" fmla="*/ 94 h 1167369"/>
                <a:gd name="connsiteX11" fmla="*/ 1007742 w 1011518"/>
                <a:gd name="connsiteY11" fmla="*/ 484745 h 1167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11518" h="1167369">
                  <a:moveTo>
                    <a:pt x="1007742" y="484745"/>
                  </a:moveTo>
                  <a:cubicBezTo>
                    <a:pt x="1009001" y="712286"/>
                    <a:pt x="1010259" y="939828"/>
                    <a:pt x="1011518" y="1167369"/>
                  </a:cubicBezTo>
                  <a:lnTo>
                    <a:pt x="834370" y="1167369"/>
                  </a:lnTo>
                  <a:cubicBezTo>
                    <a:pt x="833374" y="942082"/>
                    <a:pt x="832377" y="716794"/>
                    <a:pt x="831381" y="491507"/>
                  </a:cubicBezTo>
                  <a:cubicBezTo>
                    <a:pt x="824543" y="313175"/>
                    <a:pt x="676210" y="173132"/>
                    <a:pt x="497779" y="176552"/>
                  </a:cubicBezTo>
                  <a:cubicBezTo>
                    <a:pt x="321564" y="179929"/>
                    <a:pt x="180042" y="322001"/>
                    <a:pt x="177148" y="497438"/>
                  </a:cubicBezTo>
                  <a:lnTo>
                    <a:pt x="177148" y="1167369"/>
                  </a:lnTo>
                  <a:lnTo>
                    <a:pt x="0" y="1167369"/>
                  </a:lnTo>
                  <a:lnTo>
                    <a:pt x="0" y="485411"/>
                  </a:lnTo>
                  <a:lnTo>
                    <a:pt x="1856" y="485411"/>
                  </a:lnTo>
                  <a:cubicBezTo>
                    <a:pt x="10052" y="219336"/>
                    <a:pt x="226090" y="5235"/>
                    <a:pt x="494398" y="94"/>
                  </a:cubicBezTo>
                  <a:cubicBezTo>
                    <a:pt x="768966" y="-5168"/>
                    <a:pt x="997220" y="210329"/>
                    <a:pt x="1007742" y="4847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 dirty="0">
                <a:solidFill>
                  <a:schemeClr val="tx1"/>
                </a:solidFill>
                <a:latin typeface="Microsoft JhengHei" panose="020B0604030504040204" pitchFamily="34" charset="-120"/>
              </a:endParaRPr>
            </a:p>
          </p:txBody>
        </p:sp>
      </p:grpSp>
      <p:grpSp>
        <p:nvGrpSpPr>
          <p:cNvPr id="8" name="그룹 13">
            <a:extLst>
              <a:ext uri="{FF2B5EF4-FFF2-40B4-BE49-F238E27FC236}">
                <a16:creationId xmlns:a16="http://schemas.microsoft.com/office/drawing/2014/main" id="{757BF4CE-A7B4-4C30-B5A2-CEF1AF6F82F8}"/>
              </a:ext>
            </a:extLst>
          </p:cNvPr>
          <p:cNvGrpSpPr/>
          <p:nvPr/>
        </p:nvGrpSpPr>
        <p:grpSpPr>
          <a:xfrm>
            <a:off x="6756986" y="3554810"/>
            <a:ext cx="2490689" cy="1509329"/>
            <a:chOff x="5747557" y="2962342"/>
            <a:chExt cx="2075574" cy="1257774"/>
          </a:xfrm>
        </p:grpSpPr>
        <p:sp>
          <p:nvSpPr>
            <p:cNvPr id="9" name="Rectangle 44">
              <a:extLst>
                <a:ext uri="{FF2B5EF4-FFF2-40B4-BE49-F238E27FC236}">
                  <a16:creationId xmlns:a16="http://schemas.microsoft.com/office/drawing/2014/main" id="{8AEF3A5F-ED00-46D2-9374-11595279C1DC}"/>
                </a:ext>
              </a:extLst>
            </p:cNvPr>
            <p:cNvSpPr/>
            <p:nvPr/>
          </p:nvSpPr>
          <p:spPr>
            <a:xfrm>
              <a:off x="5778874" y="4028197"/>
              <a:ext cx="784800" cy="1919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>
                <a:latin typeface="Microsoft JhengHei" panose="020B0604030504040204" pitchFamily="34" charset="-120"/>
              </a:endParaRPr>
            </a:p>
          </p:txBody>
        </p:sp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F19534FF-1EBB-46EF-93F4-0D85B38FEF67}"/>
                </a:ext>
              </a:extLst>
            </p:cNvPr>
            <p:cNvSpPr/>
            <p:nvPr/>
          </p:nvSpPr>
          <p:spPr>
            <a:xfrm rot="16200000">
              <a:off x="5652627" y="3057272"/>
              <a:ext cx="545074" cy="355213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>
                <a:latin typeface="Microsoft JhengHei" panose="020B0604030504040204" pitchFamily="34" charset="-120"/>
              </a:endParaRPr>
            </a:p>
          </p:txBody>
        </p:sp>
        <p:sp>
          <p:nvSpPr>
            <p:cNvPr id="11" name="Rectangle 44">
              <a:extLst>
                <a:ext uri="{FF2B5EF4-FFF2-40B4-BE49-F238E27FC236}">
                  <a16:creationId xmlns:a16="http://schemas.microsoft.com/office/drawing/2014/main" id="{BCBB4509-4980-4D60-A85C-1C57D33719E0}"/>
                </a:ext>
              </a:extLst>
            </p:cNvPr>
            <p:cNvSpPr/>
            <p:nvPr/>
          </p:nvSpPr>
          <p:spPr>
            <a:xfrm>
              <a:off x="6095999" y="3126283"/>
              <a:ext cx="467675" cy="1919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>
                <a:latin typeface="Microsoft JhengHei" panose="020B0604030504040204" pitchFamily="34" charset="-120"/>
              </a:endParaRPr>
            </a:p>
          </p:txBody>
        </p:sp>
        <p:sp>
          <p:nvSpPr>
            <p:cNvPr id="12" name="Block Arc 2">
              <a:extLst>
                <a:ext uri="{FF2B5EF4-FFF2-40B4-BE49-F238E27FC236}">
                  <a16:creationId xmlns:a16="http://schemas.microsoft.com/office/drawing/2014/main" id="{ED8164D0-B083-44B8-AA73-51D95E291918}"/>
                </a:ext>
              </a:extLst>
            </p:cNvPr>
            <p:cNvSpPr/>
            <p:nvPr/>
          </p:nvSpPr>
          <p:spPr>
            <a:xfrm rot="5400000">
              <a:off x="6645033" y="3041261"/>
              <a:ext cx="1093832" cy="1262365"/>
            </a:xfrm>
            <a:custGeom>
              <a:avLst/>
              <a:gdLst>
                <a:gd name="connsiteX0" fmla="*/ 990372 w 1011518"/>
                <a:gd name="connsiteY0" fmla="*/ 485411 h 1167369"/>
                <a:gd name="connsiteX1" fmla="*/ 1011518 w 1011518"/>
                <a:gd name="connsiteY1" fmla="*/ 1167369 h 1167369"/>
                <a:gd name="connsiteX2" fmla="*/ 834370 w 1011518"/>
                <a:gd name="connsiteY2" fmla="*/ 1167369 h 1167369"/>
                <a:gd name="connsiteX3" fmla="*/ 834370 w 1011518"/>
                <a:gd name="connsiteY3" fmla="*/ 491393 h 1167369"/>
                <a:gd name="connsiteX4" fmla="*/ 831381 w 1011518"/>
                <a:gd name="connsiteY4" fmla="*/ 491507 h 1167369"/>
                <a:gd name="connsiteX5" fmla="*/ 497779 w 1011518"/>
                <a:gd name="connsiteY5" fmla="*/ 176552 h 1167369"/>
                <a:gd name="connsiteX6" fmla="*/ 177148 w 1011518"/>
                <a:gd name="connsiteY6" fmla="*/ 497438 h 1167369"/>
                <a:gd name="connsiteX7" fmla="*/ 177148 w 1011518"/>
                <a:gd name="connsiteY7" fmla="*/ 1167369 h 1167369"/>
                <a:gd name="connsiteX8" fmla="*/ 0 w 1011518"/>
                <a:gd name="connsiteY8" fmla="*/ 1167369 h 1167369"/>
                <a:gd name="connsiteX9" fmla="*/ 0 w 1011518"/>
                <a:gd name="connsiteY9" fmla="*/ 504057 h 1167369"/>
                <a:gd name="connsiteX10" fmla="*/ 0 w 1011518"/>
                <a:gd name="connsiteY10" fmla="*/ 485411 h 1167369"/>
                <a:gd name="connsiteX11" fmla="*/ 1856 w 1011518"/>
                <a:gd name="connsiteY11" fmla="*/ 485411 h 1167369"/>
                <a:gd name="connsiteX12" fmla="*/ 494398 w 1011518"/>
                <a:gd name="connsiteY12" fmla="*/ 94 h 1167369"/>
                <a:gd name="connsiteX13" fmla="*/ 1007742 w 1011518"/>
                <a:gd name="connsiteY13" fmla="*/ 484745 h 1167369"/>
                <a:gd name="connsiteX14" fmla="*/ 990372 w 1011518"/>
                <a:gd name="connsiteY14" fmla="*/ 485411 h 1167369"/>
                <a:gd name="connsiteX0" fmla="*/ 1007742 w 1011518"/>
                <a:gd name="connsiteY0" fmla="*/ 484745 h 1167369"/>
                <a:gd name="connsiteX1" fmla="*/ 1011518 w 1011518"/>
                <a:gd name="connsiteY1" fmla="*/ 1167369 h 1167369"/>
                <a:gd name="connsiteX2" fmla="*/ 834370 w 1011518"/>
                <a:gd name="connsiteY2" fmla="*/ 1167369 h 1167369"/>
                <a:gd name="connsiteX3" fmla="*/ 834370 w 1011518"/>
                <a:gd name="connsiteY3" fmla="*/ 491393 h 1167369"/>
                <a:gd name="connsiteX4" fmla="*/ 831381 w 1011518"/>
                <a:gd name="connsiteY4" fmla="*/ 491507 h 1167369"/>
                <a:gd name="connsiteX5" fmla="*/ 497779 w 1011518"/>
                <a:gd name="connsiteY5" fmla="*/ 176552 h 1167369"/>
                <a:gd name="connsiteX6" fmla="*/ 177148 w 1011518"/>
                <a:gd name="connsiteY6" fmla="*/ 497438 h 1167369"/>
                <a:gd name="connsiteX7" fmla="*/ 177148 w 1011518"/>
                <a:gd name="connsiteY7" fmla="*/ 1167369 h 1167369"/>
                <a:gd name="connsiteX8" fmla="*/ 0 w 1011518"/>
                <a:gd name="connsiteY8" fmla="*/ 1167369 h 1167369"/>
                <a:gd name="connsiteX9" fmla="*/ 0 w 1011518"/>
                <a:gd name="connsiteY9" fmla="*/ 504057 h 1167369"/>
                <a:gd name="connsiteX10" fmla="*/ 0 w 1011518"/>
                <a:gd name="connsiteY10" fmla="*/ 485411 h 1167369"/>
                <a:gd name="connsiteX11" fmla="*/ 1856 w 1011518"/>
                <a:gd name="connsiteY11" fmla="*/ 485411 h 1167369"/>
                <a:gd name="connsiteX12" fmla="*/ 494398 w 1011518"/>
                <a:gd name="connsiteY12" fmla="*/ 94 h 1167369"/>
                <a:gd name="connsiteX13" fmla="*/ 1007742 w 1011518"/>
                <a:gd name="connsiteY13" fmla="*/ 484745 h 1167369"/>
                <a:gd name="connsiteX0" fmla="*/ 1007742 w 1011518"/>
                <a:gd name="connsiteY0" fmla="*/ 484745 h 1167369"/>
                <a:gd name="connsiteX1" fmla="*/ 1011518 w 1011518"/>
                <a:gd name="connsiteY1" fmla="*/ 1167369 h 1167369"/>
                <a:gd name="connsiteX2" fmla="*/ 834370 w 1011518"/>
                <a:gd name="connsiteY2" fmla="*/ 1167369 h 1167369"/>
                <a:gd name="connsiteX3" fmla="*/ 834370 w 1011518"/>
                <a:gd name="connsiteY3" fmla="*/ 491393 h 1167369"/>
                <a:gd name="connsiteX4" fmla="*/ 831381 w 1011518"/>
                <a:gd name="connsiteY4" fmla="*/ 491507 h 1167369"/>
                <a:gd name="connsiteX5" fmla="*/ 497779 w 1011518"/>
                <a:gd name="connsiteY5" fmla="*/ 176552 h 1167369"/>
                <a:gd name="connsiteX6" fmla="*/ 177148 w 1011518"/>
                <a:gd name="connsiteY6" fmla="*/ 497438 h 1167369"/>
                <a:gd name="connsiteX7" fmla="*/ 177148 w 1011518"/>
                <a:gd name="connsiteY7" fmla="*/ 1167369 h 1167369"/>
                <a:gd name="connsiteX8" fmla="*/ 0 w 1011518"/>
                <a:gd name="connsiteY8" fmla="*/ 1167369 h 1167369"/>
                <a:gd name="connsiteX9" fmla="*/ 0 w 1011518"/>
                <a:gd name="connsiteY9" fmla="*/ 485411 h 1167369"/>
                <a:gd name="connsiteX10" fmla="*/ 1856 w 1011518"/>
                <a:gd name="connsiteY10" fmla="*/ 485411 h 1167369"/>
                <a:gd name="connsiteX11" fmla="*/ 494398 w 1011518"/>
                <a:gd name="connsiteY11" fmla="*/ 94 h 1167369"/>
                <a:gd name="connsiteX12" fmla="*/ 1007742 w 1011518"/>
                <a:gd name="connsiteY12" fmla="*/ 484745 h 1167369"/>
                <a:gd name="connsiteX0" fmla="*/ 1007742 w 1011518"/>
                <a:gd name="connsiteY0" fmla="*/ 484745 h 1167369"/>
                <a:gd name="connsiteX1" fmla="*/ 1011518 w 1011518"/>
                <a:gd name="connsiteY1" fmla="*/ 1167369 h 1167369"/>
                <a:gd name="connsiteX2" fmla="*/ 834370 w 1011518"/>
                <a:gd name="connsiteY2" fmla="*/ 1167369 h 1167369"/>
                <a:gd name="connsiteX3" fmla="*/ 831381 w 1011518"/>
                <a:gd name="connsiteY3" fmla="*/ 491507 h 1167369"/>
                <a:gd name="connsiteX4" fmla="*/ 497779 w 1011518"/>
                <a:gd name="connsiteY4" fmla="*/ 176552 h 1167369"/>
                <a:gd name="connsiteX5" fmla="*/ 177148 w 1011518"/>
                <a:gd name="connsiteY5" fmla="*/ 497438 h 1167369"/>
                <a:gd name="connsiteX6" fmla="*/ 177148 w 1011518"/>
                <a:gd name="connsiteY6" fmla="*/ 1167369 h 1167369"/>
                <a:gd name="connsiteX7" fmla="*/ 0 w 1011518"/>
                <a:gd name="connsiteY7" fmla="*/ 1167369 h 1167369"/>
                <a:gd name="connsiteX8" fmla="*/ 0 w 1011518"/>
                <a:gd name="connsiteY8" fmla="*/ 485411 h 1167369"/>
                <a:gd name="connsiteX9" fmla="*/ 1856 w 1011518"/>
                <a:gd name="connsiteY9" fmla="*/ 485411 h 1167369"/>
                <a:gd name="connsiteX10" fmla="*/ 494398 w 1011518"/>
                <a:gd name="connsiteY10" fmla="*/ 94 h 1167369"/>
                <a:gd name="connsiteX11" fmla="*/ 1007742 w 1011518"/>
                <a:gd name="connsiteY11" fmla="*/ 484745 h 1167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11518" h="1167369">
                  <a:moveTo>
                    <a:pt x="1007742" y="484745"/>
                  </a:moveTo>
                  <a:cubicBezTo>
                    <a:pt x="1009001" y="712286"/>
                    <a:pt x="1010259" y="939828"/>
                    <a:pt x="1011518" y="1167369"/>
                  </a:cubicBezTo>
                  <a:lnTo>
                    <a:pt x="834370" y="1167369"/>
                  </a:lnTo>
                  <a:cubicBezTo>
                    <a:pt x="833374" y="942082"/>
                    <a:pt x="832377" y="716794"/>
                    <a:pt x="831381" y="491507"/>
                  </a:cubicBezTo>
                  <a:cubicBezTo>
                    <a:pt x="824543" y="313175"/>
                    <a:pt x="676210" y="173132"/>
                    <a:pt x="497779" y="176552"/>
                  </a:cubicBezTo>
                  <a:cubicBezTo>
                    <a:pt x="321564" y="179929"/>
                    <a:pt x="180042" y="322001"/>
                    <a:pt x="177148" y="497438"/>
                  </a:cubicBezTo>
                  <a:lnTo>
                    <a:pt x="177148" y="1167369"/>
                  </a:lnTo>
                  <a:lnTo>
                    <a:pt x="0" y="1167369"/>
                  </a:lnTo>
                  <a:lnTo>
                    <a:pt x="0" y="485411"/>
                  </a:lnTo>
                  <a:lnTo>
                    <a:pt x="1856" y="485411"/>
                  </a:lnTo>
                  <a:cubicBezTo>
                    <a:pt x="10052" y="219336"/>
                    <a:pt x="226090" y="5235"/>
                    <a:pt x="494398" y="94"/>
                  </a:cubicBezTo>
                  <a:cubicBezTo>
                    <a:pt x="768966" y="-5168"/>
                    <a:pt x="997220" y="210329"/>
                    <a:pt x="1007742" y="4847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 dirty="0">
                <a:latin typeface="Microsoft JhengHei" panose="020B0604030504040204" pitchFamily="34" charset="-120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7AFA2F3A-D401-4D31-AA0F-548413EB0F95}"/>
              </a:ext>
            </a:extLst>
          </p:cNvPr>
          <p:cNvSpPr txBox="1"/>
          <p:nvPr/>
        </p:nvSpPr>
        <p:spPr>
          <a:xfrm>
            <a:off x="9537336" y="3895367"/>
            <a:ext cx="35591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提供分數、發音建議與改進方向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8D605A-9FF8-4740-8D14-7114442DAF31}"/>
              </a:ext>
            </a:extLst>
          </p:cNvPr>
          <p:cNvSpPr txBox="1"/>
          <p:nvPr/>
        </p:nvSpPr>
        <p:spPr>
          <a:xfrm>
            <a:off x="9524667" y="6126379"/>
            <a:ext cx="3150494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難度選擇 </a:t>
            </a:r>
            <a:r>
              <a:rPr lang="en-US" altLang="zh-TW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+ </a:t>
            </a:r>
          </a:p>
          <a:p>
            <a:pPr algn="ctr"/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標準語音示範</a:t>
            </a:r>
            <a:endParaRPr lang="ko-KR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6C3AB22-D184-465A-92A9-62DEB76DCC18}"/>
              </a:ext>
            </a:extLst>
          </p:cNvPr>
          <p:cNvGrpSpPr/>
          <p:nvPr/>
        </p:nvGrpSpPr>
        <p:grpSpPr>
          <a:xfrm>
            <a:off x="1388926" y="5177131"/>
            <a:ext cx="2874433" cy="648438"/>
            <a:chOff x="232423" y="3982706"/>
            <a:chExt cx="2395361" cy="540365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6CFB836-F50E-4C5C-A4B5-64A5A3FFE335}"/>
                </a:ext>
              </a:extLst>
            </p:cNvPr>
            <p:cNvSpPr txBox="1"/>
            <p:nvPr/>
          </p:nvSpPr>
          <p:spPr>
            <a:xfrm>
              <a:off x="232423" y="3982706"/>
              <a:ext cx="2395361" cy="43601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zh-TW" altLang="en-US" sz="2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使用者語音回覆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51D4A1D-05BF-4709-A091-7DA4BD951B39}"/>
                </a:ext>
              </a:extLst>
            </p:cNvPr>
            <p:cNvSpPr txBox="1"/>
            <p:nvPr/>
          </p:nvSpPr>
          <p:spPr>
            <a:xfrm>
              <a:off x="232423" y="4261461"/>
              <a:ext cx="239536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endParaRPr lang="ko-KR" altLang="en-US" sz="144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8A0E653-C9DA-459D-A0F6-4332F8673894}"/>
              </a:ext>
            </a:extLst>
          </p:cNvPr>
          <p:cNvGrpSpPr/>
          <p:nvPr/>
        </p:nvGrpSpPr>
        <p:grpSpPr>
          <a:xfrm>
            <a:off x="1752560" y="2696987"/>
            <a:ext cx="2874432" cy="985939"/>
            <a:chOff x="7308304" y="1365984"/>
            <a:chExt cx="1691680" cy="82161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159DF5A-1B0A-430A-B131-8FC4C269F2F2}"/>
                </a:ext>
              </a:extLst>
            </p:cNvPr>
            <p:cNvSpPr txBox="1"/>
            <p:nvPr/>
          </p:nvSpPr>
          <p:spPr>
            <a:xfrm>
              <a:off x="7308304" y="1365984"/>
              <a:ext cx="169168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endParaRPr lang="ko-KR" altLang="en-US" sz="144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AABB121-2C89-4989-AF97-D2F8CAB007AA}"/>
                </a:ext>
              </a:extLst>
            </p:cNvPr>
            <p:cNvSpPr txBox="1"/>
            <p:nvPr/>
          </p:nvSpPr>
          <p:spPr>
            <a:xfrm>
              <a:off x="7308304" y="1392511"/>
              <a:ext cx="1691680" cy="7950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鼓勵反覆練習，提升口語流暢度</a:t>
              </a:r>
              <a:endParaRPr lang="ko-KR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021EF4BF-26F9-4040-8939-2CE7A6995298}"/>
              </a:ext>
            </a:extLst>
          </p:cNvPr>
          <p:cNvSpPr/>
          <p:nvPr/>
        </p:nvSpPr>
        <p:spPr>
          <a:xfrm>
            <a:off x="5010868" y="2981254"/>
            <a:ext cx="731310" cy="731309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>
              <a:latin typeface="Microsoft JhengHei" panose="020B0604030504040204" pitchFamily="34" charset="-12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2C32B2D-E12C-44A3-BA3B-0E56497B410E}"/>
              </a:ext>
            </a:extLst>
          </p:cNvPr>
          <p:cNvSpPr/>
          <p:nvPr/>
        </p:nvSpPr>
        <p:spPr>
          <a:xfrm>
            <a:off x="8233430" y="4044110"/>
            <a:ext cx="731310" cy="731309"/>
          </a:xfrm>
          <a:prstGeom prst="ellipse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>
              <a:latin typeface="Microsoft JhengHei" panose="020B0604030504040204" pitchFamily="34" charset="-12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DC87023-689C-4DF0-B8BB-3626E861EFD1}"/>
              </a:ext>
            </a:extLst>
          </p:cNvPr>
          <p:cNvSpPr/>
          <p:nvPr/>
        </p:nvSpPr>
        <p:spPr>
          <a:xfrm>
            <a:off x="5010868" y="5141743"/>
            <a:ext cx="731310" cy="731309"/>
          </a:xfrm>
          <a:prstGeom prst="ellipse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>
              <a:latin typeface="Microsoft JhengHei" panose="020B0604030504040204" pitchFamily="34" charset="-12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9A9C859-E442-42D1-AE47-7FF5ECC57352}"/>
              </a:ext>
            </a:extLst>
          </p:cNvPr>
          <p:cNvSpPr/>
          <p:nvPr/>
        </p:nvSpPr>
        <p:spPr>
          <a:xfrm>
            <a:off x="8233430" y="6219980"/>
            <a:ext cx="731310" cy="731309"/>
          </a:xfrm>
          <a:prstGeom prst="ellipse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>
              <a:latin typeface="Microsoft JhengHei" panose="020B0604030504040204" pitchFamily="34" charset="-120"/>
            </a:endParaRPr>
          </a:p>
        </p:txBody>
      </p:sp>
      <p:grpSp>
        <p:nvGrpSpPr>
          <p:cNvPr id="33" name="그룹 14">
            <a:extLst>
              <a:ext uri="{FF2B5EF4-FFF2-40B4-BE49-F238E27FC236}">
                <a16:creationId xmlns:a16="http://schemas.microsoft.com/office/drawing/2014/main" id="{E06BBE54-E860-4812-8A9D-14E4E3212CCE}"/>
              </a:ext>
            </a:extLst>
          </p:cNvPr>
          <p:cNvGrpSpPr/>
          <p:nvPr/>
        </p:nvGrpSpPr>
        <p:grpSpPr>
          <a:xfrm>
            <a:off x="4725766" y="4626665"/>
            <a:ext cx="2495060" cy="1523071"/>
            <a:chOff x="4054872" y="3855554"/>
            <a:chExt cx="2079217" cy="1269226"/>
          </a:xfrm>
        </p:grpSpPr>
        <p:sp>
          <p:nvSpPr>
            <p:cNvPr id="34" name="Rectangle 44">
              <a:extLst>
                <a:ext uri="{FF2B5EF4-FFF2-40B4-BE49-F238E27FC236}">
                  <a16:creationId xmlns:a16="http://schemas.microsoft.com/office/drawing/2014/main" id="{8640024A-38CA-4774-A680-12ED0BE3CAC5}"/>
                </a:ext>
              </a:extLst>
            </p:cNvPr>
            <p:cNvSpPr/>
            <p:nvPr/>
          </p:nvSpPr>
          <p:spPr>
            <a:xfrm>
              <a:off x="5317238" y="4932861"/>
              <a:ext cx="785533" cy="19191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>
                <a:solidFill>
                  <a:schemeClr val="tx1"/>
                </a:solidFill>
                <a:latin typeface="Microsoft JhengHei" panose="020B0604030504040204" pitchFamily="34" charset="-120"/>
              </a:endParaRPr>
            </a:p>
          </p:txBody>
        </p:sp>
        <p:sp>
          <p:nvSpPr>
            <p:cNvPr id="35" name="Block Arc 2">
              <a:extLst>
                <a:ext uri="{FF2B5EF4-FFF2-40B4-BE49-F238E27FC236}">
                  <a16:creationId xmlns:a16="http://schemas.microsoft.com/office/drawing/2014/main" id="{18BED823-96BD-4EB3-8945-4DCDA5F4B6E6}"/>
                </a:ext>
              </a:extLst>
            </p:cNvPr>
            <p:cNvSpPr/>
            <p:nvPr/>
          </p:nvSpPr>
          <p:spPr>
            <a:xfrm rot="16200000">
              <a:off x="4139139" y="3946681"/>
              <a:ext cx="1093832" cy="1262365"/>
            </a:xfrm>
            <a:custGeom>
              <a:avLst/>
              <a:gdLst>
                <a:gd name="connsiteX0" fmla="*/ 990372 w 1011518"/>
                <a:gd name="connsiteY0" fmla="*/ 485411 h 1167369"/>
                <a:gd name="connsiteX1" fmla="*/ 1011518 w 1011518"/>
                <a:gd name="connsiteY1" fmla="*/ 1167369 h 1167369"/>
                <a:gd name="connsiteX2" fmla="*/ 834370 w 1011518"/>
                <a:gd name="connsiteY2" fmla="*/ 1167369 h 1167369"/>
                <a:gd name="connsiteX3" fmla="*/ 834370 w 1011518"/>
                <a:gd name="connsiteY3" fmla="*/ 491393 h 1167369"/>
                <a:gd name="connsiteX4" fmla="*/ 831381 w 1011518"/>
                <a:gd name="connsiteY4" fmla="*/ 491507 h 1167369"/>
                <a:gd name="connsiteX5" fmla="*/ 497779 w 1011518"/>
                <a:gd name="connsiteY5" fmla="*/ 176552 h 1167369"/>
                <a:gd name="connsiteX6" fmla="*/ 177148 w 1011518"/>
                <a:gd name="connsiteY6" fmla="*/ 497438 h 1167369"/>
                <a:gd name="connsiteX7" fmla="*/ 177148 w 1011518"/>
                <a:gd name="connsiteY7" fmla="*/ 1167369 h 1167369"/>
                <a:gd name="connsiteX8" fmla="*/ 0 w 1011518"/>
                <a:gd name="connsiteY8" fmla="*/ 1167369 h 1167369"/>
                <a:gd name="connsiteX9" fmla="*/ 0 w 1011518"/>
                <a:gd name="connsiteY9" fmla="*/ 504057 h 1167369"/>
                <a:gd name="connsiteX10" fmla="*/ 0 w 1011518"/>
                <a:gd name="connsiteY10" fmla="*/ 485411 h 1167369"/>
                <a:gd name="connsiteX11" fmla="*/ 1856 w 1011518"/>
                <a:gd name="connsiteY11" fmla="*/ 485411 h 1167369"/>
                <a:gd name="connsiteX12" fmla="*/ 494398 w 1011518"/>
                <a:gd name="connsiteY12" fmla="*/ 94 h 1167369"/>
                <a:gd name="connsiteX13" fmla="*/ 1007742 w 1011518"/>
                <a:gd name="connsiteY13" fmla="*/ 484745 h 1167369"/>
                <a:gd name="connsiteX14" fmla="*/ 990372 w 1011518"/>
                <a:gd name="connsiteY14" fmla="*/ 485411 h 1167369"/>
                <a:gd name="connsiteX0" fmla="*/ 1007742 w 1011518"/>
                <a:gd name="connsiteY0" fmla="*/ 484745 h 1167369"/>
                <a:gd name="connsiteX1" fmla="*/ 1011518 w 1011518"/>
                <a:gd name="connsiteY1" fmla="*/ 1167369 h 1167369"/>
                <a:gd name="connsiteX2" fmla="*/ 834370 w 1011518"/>
                <a:gd name="connsiteY2" fmla="*/ 1167369 h 1167369"/>
                <a:gd name="connsiteX3" fmla="*/ 834370 w 1011518"/>
                <a:gd name="connsiteY3" fmla="*/ 491393 h 1167369"/>
                <a:gd name="connsiteX4" fmla="*/ 831381 w 1011518"/>
                <a:gd name="connsiteY4" fmla="*/ 491507 h 1167369"/>
                <a:gd name="connsiteX5" fmla="*/ 497779 w 1011518"/>
                <a:gd name="connsiteY5" fmla="*/ 176552 h 1167369"/>
                <a:gd name="connsiteX6" fmla="*/ 177148 w 1011518"/>
                <a:gd name="connsiteY6" fmla="*/ 497438 h 1167369"/>
                <a:gd name="connsiteX7" fmla="*/ 177148 w 1011518"/>
                <a:gd name="connsiteY7" fmla="*/ 1167369 h 1167369"/>
                <a:gd name="connsiteX8" fmla="*/ 0 w 1011518"/>
                <a:gd name="connsiteY8" fmla="*/ 1167369 h 1167369"/>
                <a:gd name="connsiteX9" fmla="*/ 0 w 1011518"/>
                <a:gd name="connsiteY9" fmla="*/ 504057 h 1167369"/>
                <a:gd name="connsiteX10" fmla="*/ 0 w 1011518"/>
                <a:gd name="connsiteY10" fmla="*/ 485411 h 1167369"/>
                <a:gd name="connsiteX11" fmla="*/ 1856 w 1011518"/>
                <a:gd name="connsiteY11" fmla="*/ 485411 h 1167369"/>
                <a:gd name="connsiteX12" fmla="*/ 494398 w 1011518"/>
                <a:gd name="connsiteY12" fmla="*/ 94 h 1167369"/>
                <a:gd name="connsiteX13" fmla="*/ 1007742 w 1011518"/>
                <a:gd name="connsiteY13" fmla="*/ 484745 h 1167369"/>
                <a:gd name="connsiteX0" fmla="*/ 1007742 w 1011518"/>
                <a:gd name="connsiteY0" fmla="*/ 484745 h 1167369"/>
                <a:gd name="connsiteX1" fmla="*/ 1011518 w 1011518"/>
                <a:gd name="connsiteY1" fmla="*/ 1167369 h 1167369"/>
                <a:gd name="connsiteX2" fmla="*/ 834370 w 1011518"/>
                <a:gd name="connsiteY2" fmla="*/ 1167369 h 1167369"/>
                <a:gd name="connsiteX3" fmla="*/ 834370 w 1011518"/>
                <a:gd name="connsiteY3" fmla="*/ 491393 h 1167369"/>
                <a:gd name="connsiteX4" fmla="*/ 831381 w 1011518"/>
                <a:gd name="connsiteY4" fmla="*/ 491507 h 1167369"/>
                <a:gd name="connsiteX5" fmla="*/ 497779 w 1011518"/>
                <a:gd name="connsiteY5" fmla="*/ 176552 h 1167369"/>
                <a:gd name="connsiteX6" fmla="*/ 177148 w 1011518"/>
                <a:gd name="connsiteY6" fmla="*/ 497438 h 1167369"/>
                <a:gd name="connsiteX7" fmla="*/ 177148 w 1011518"/>
                <a:gd name="connsiteY7" fmla="*/ 1167369 h 1167369"/>
                <a:gd name="connsiteX8" fmla="*/ 0 w 1011518"/>
                <a:gd name="connsiteY8" fmla="*/ 1167369 h 1167369"/>
                <a:gd name="connsiteX9" fmla="*/ 0 w 1011518"/>
                <a:gd name="connsiteY9" fmla="*/ 485411 h 1167369"/>
                <a:gd name="connsiteX10" fmla="*/ 1856 w 1011518"/>
                <a:gd name="connsiteY10" fmla="*/ 485411 h 1167369"/>
                <a:gd name="connsiteX11" fmla="*/ 494398 w 1011518"/>
                <a:gd name="connsiteY11" fmla="*/ 94 h 1167369"/>
                <a:gd name="connsiteX12" fmla="*/ 1007742 w 1011518"/>
                <a:gd name="connsiteY12" fmla="*/ 484745 h 1167369"/>
                <a:gd name="connsiteX0" fmla="*/ 1007742 w 1011518"/>
                <a:gd name="connsiteY0" fmla="*/ 484745 h 1167369"/>
                <a:gd name="connsiteX1" fmla="*/ 1011518 w 1011518"/>
                <a:gd name="connsiteY1" fmla="*/ 1167369 h 1167369"/>
                <a:gd name="connsiteX2" fmla="*/ 834370 w 1011518"/>
                <a:gd name="connsiteY2" fmla="*/ 1167369 h 1167369"/>
                <a:gd name="connsiteX3" fmla="*/ 831381 w 1011518"/>
                <a:gd name="connsiteY3" fmla="*/ 491507 h 1167369"/>
                <a:gd name="connsiteX4" fmla="*/ 497779 w 1011518"/>
                <a:gd name="connsiteY4" fmla="*/ 176552 h 1167369"/>
                <a:gd name="connsiteX5" fmla="*/ 177148 w 1011518"/>
                <a:gd name="connsiteY5" fmla="*/ 497438 h 1167369"/>
                <a:gd name="connsiteX6" fmla="*/ 177148 w 1011518"/>
                <a:gd name="connsiteY6" fmla="*/ 1167369 h 1167369"/>
                <a:gd name="connsiteX7" fmla="*/ 0 w 1011518"/>
                <a:gd name="connsiteY7" fmla="*/ 1167369 h 1167369"/>
                <a:gd name="connsiteX8" fmla="*/ 0 w 1011518"/>
                <a:gd name="connsiteY8" fmla="*/ 485411 h 1167369"/>
                <a:gd name="connsiteX9" fmla="*/ 1856 w 1011518"/>
                <a:gd name="connsiteY9" fmla="*/ 485411 h 1167369"/>
                <a:gd name="connsiteX10" fmla="*/ 494398 w 1011518"/>
                <a:gd name="connsiteY10" fmla="*/ 94 h 1167369"/>
                <a:gd name="connsiteX11" fmla="*/ 1007742 w 1011518"/>
                <a:gd name="connsiteY11" fmla="*/ 484745 h 1167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11518" h="1167369">
                  <a:moveTo>
                    <a:pt x="1007742" y="484745"/>
                  </a:moveTo>
                  <a:cubicBezTo>
                    <a:pt x="1009001" y="712286"/>
                    <a:pt x="1010259" y="939828"/>
                    <a:pt x="1011518" y="1167369"/>
                  </a:cubicBezTo>
                  <a:lnTo>
                    <a:pt x="834370" y="1167369"/>
                  </a:lnTo>
                  <a:cubicBezTo>
                    <a:pt x="833374" y="942082"/>
                    <a:pt x="832377" y="716794"/>
                    <a:pt x="831381" y="491507"/>
                  </a:cubicBezTo>
                  <a:cubicBezTo>
                    <a:pt x="824543" y="313175"/>
                    <a:pt x="676210" y="173132"/>
                    <a:pt x="497779" y="176552"/>
                  </a:cubicBezTo>
                  <a:cubicBezTo>
                    <a:pt x="321564" y="179929"/>
                    <a:pt x="180042" y="322001"/>
                    <a:pt x="177148" y="497438"/>
                  </a:cubicBezTo>
                  <a:lnTo>
                    <a:pt x="177148" y="1167369"/>
                  </a:lnTo>
                  <a:lnTo>
                    <a:pt x="0" y="1167369"/>
                  </a:lnTo>
                  <a:lnTo>
                    <a:pt x="0" y="485411"/>
                  </a:lnTo>
                  <a:lnTo>
                    <a:pt x="1856" y="485411"/>
                  </a:lnTo>
                  <a:cubicBezTo>
                    <a:pt x="10052" y="219336"/>
                    <a:pt x="226090" y="5235"/>
                    <a:pt x="494398" y="94"/>
                  </a:cubicBezTo>
                  <a:cubicBezTo>
                    <a:pt x="768966" y="-5168"/>
                    <a:pt x="997220" y="210329"/>
                    <a:pt x="1007742" y="48474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 dirty="0">
                <a:solidFill>
                  <a:schemeClr val="tx1"/>
                </a:solidFill>
                <a:latin typeface="Microsoft JhengHei" panose="020B0604030504040204" pitchFamily="34" charset="-120"/>
              </a:endParaRPr>
            </a:p>
          </p:txBody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8BD57713-BD8B-4AE3-9B63-9DFBD7EB9D21}"/>
                </a:ext>
              </a:extLst>
            </p:cNvPr>
            <p:cNvSpPr/>
            <p:nvPr/>
          </p:nvSpPr>
          <p:spPr>
            <a:xfrm rot="5400000">
              <a:off x="5683946" y="3950484"/>
              <a:ext cx="545074" cy="355213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>
                <a:latin typeface="Microsoft JhengHei" panose="020B0604030504040204" pitchFamily="34" charset="-120"/>
              </a:endParaRPr>
            </a:p>
          </p:txBody>
        </p:sp>
        <p:sp>
          <p:nvSpPr>
            <p:cNvPr id="37" name="Rectangle 44">
              <a:extLst>
                <a:ext uri="{FF2B5EF4-FFF2-40B4-BE49-F238E27FC236}">
                  <a16:creationId xmlns:a16="http://schemas.microsoft.com/office/drawing/2014/main" id="{146BD6C3-0ADF-4ACC-B1E1-755F03497CDD}"/>
                </a:ext>
              </a:extLst>
            </p:cNvPr>
            <p:cNvSpPr/>
            <p:nvPr/>
          </p:nvSpPr>
          <p:spPr>
            <a:xfrm>
              <a:off x="5317239" y="4030947"/>
              <a:ext cx="559042" cy="19191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>
                <a:latin typeface="Microsoft JhengHei" panose="020B0604030504040204" pitchFamily="34" charset="-120"/>
              </a:endParaRPr>
            </a:p>
          </p:txBody>
        </p:sp>
      </p:grpSp>
      <p:grpSp>
        <p:nvGrpSpPr>
          <p:cNvPr id="38" name="그룹 15">
            <a:extLst>
              <a:ext uri="{FF2B5EF4-FFF2-40B4-BE49-F238E27FC236}">
                <a16:creationId xmlns:a16="http://schemas.microsoft.com/office/drawing/2014/main" id="{5B646D24-989E-40CE-9ABE-211DD1919461}"/>
              </a:ext>
            </a:extLst>
          </p:cNvPr>
          <p:cNvGrpSpPr/>
          <p:nvPr/>
        </p:nvGrpSpPr>
        <p:grpSpPr>
          <a:xfrm>
            <a:off x="1955239" y="5703962"/>
            <a:ext cx="7292436" cy="1524433"/>
            <a:chOff x="1746101" y="4753300"/>
            <a:chExt cx="6077030" cy="1270361"/>
          </a:xfrm>
        </p:grpSpPr>
        <p:sp>
          <p:nvSpPr>
            <p:cNvPr id="39" name="Block Arc 2">
              <a:extLst>
                <a:ext uri="{FF2B5EF4-FFF2-40B4-BE49-F238E27FC236}">
                  <a16:creationId xmlns:a16="http://schemas.microsoft.com/office/drawing/2014/main" id="{82B75635-848B-4D1F-AEC3-A9C9787CBA1D}"/>
                </a:ext>
              </a:extLst>
            </p:cNvPr>
            <p:cNvSpPr/>
            <p:nvPr/>
          </p:nvSpPr>
          <p:spPr>
            <a:xfrm rot="5400000">
              <a:off x="6645033" y="4845562"/>
              <a:ext cx="1093832" cy="1262365"/>
            </a:xfrm>
            <a:custGeom>
              <a:avLst/>
              <a:gdLst/>
              <a:ahLst/>
              <a:cxnLst/>
              <a:rect l="l" t="t" r="r" b="b"/>
              <a:pathLst>
                <a:path w="1011518" h="1167369">
                  <a:moveTo>
                    <a:pt x="1011518" y="485411"/>
                  </a:moveTo>
                  <a:lnTo>
                    <a:pt x="1011518" y="1167369"/>
                  </a:lnTo>
                  <a:lnTo>
                    <a:pt x="834370" y="1167369"/>
                  </a:lnTo>
                  <a:lnTo>
                    <a:pt x="834370" y="491393"/>
                  </a:lnTo>
                  <a:lnTo>
                    <a:pt x="831381" y="491507"/>
                  </a:lnTo>
                  <a:cubicBezTo>
                    <a:pt x="824543" y="313175"/>
                    <a:pt x="676210" y="173132"/>
                    <a:pt x="497779" y="176552"/>
                  </a:cubicBezTo>
                  <a:cubicBezTo>
                    <a:pt x="321564" y="179929"/>
                    <a:pt x="180042" y="322001"/>
                    <a:pt x="177148" y="497438"/>
                  </a:cubicBezTo>
                  <a:lnTo>
                    <a:pt x="177148" y="1167369"/>
                  </a:lnTo>
                  <a:lnTo>
                    <a:pt x="0" y="1167369"/>
                  </a:lnTo>
                  <a:lnTo>
                    <a:pt x="0" y="504057"/>
                  </a:lnTo>
                  <a:lnTo>
                    <a:pt x="0" y="485411"/>
                  </a:lnTo>
                  <a:lnTo>
                    <a:pt x="1856" y="485411"/>
                  </a:lnTo>
                  <a:cubicBezTo>
                    <a:pt x="10052" y="219336"/>
                    <a:pt x="226090" y="5235"/>
                    <a:pt x="494398" y="94"/>
                  </a:cubicBezTo>
                  <a:cubicBezTo>
                    <a:pt x="768966" y="-5168"/>
                    <a:pt x="997220" y="210329"/>
                    <a:pt x="1007742" y="484745"/>
                  </a:cubicBezTo>
                  <a:lnTo>
                    <a:pt x="990372" y="48541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 dirty="0">
                <a:solidFill>
                  <a:schemeClr val="tx1"/>
                </a:solidFill>
                <a:latin typeface="Microsoft JhengHei" panose="020B0604030504040204" pitchFamily="34" charset="-12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BC8FB40-4465-40EC-8BB3-D381EC775854}"/>
                </a:ext>
              </a:extLst>
            </p:cNvPr>
            <p:cNvSpPr/>
            <p:nvPr/>
          </p:nvSpPr>
          <p:spPr>
            <a:xfrm>
              <a:off x="1746101" y="5828472"/>
              <a:ext cx="4817572" cy="1919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>
                <a:latin typeface="Microsoft JhengHei" panose="020B0604030504040204" pitchFamily="34" charset="-120"/>
              </a:endParaRPr>
            </a:p>
          </p:txBody>
        </p:sp>
        <p:sp>
          <p:nvSpPr>
            <p:cNvPr id="41" name="Isosceles Triangle 40">
              <a:extLst>
                <a:ext uri="{FF2B5EF4-FFF2-40B4-BE49-F238E27FC236}">
                  <a16:creationId xmlns:a16="http://schemas.microsoft.com/office/drawing/2014/main" id="{42963681-4EBA-49BC-B0D0-FAC3DA06B35D}"/>
                </a:ext>
              </a:extLst>
            </p:cNvPr>
            <p:cNvSpPr/>
            <p:nvPr/>
          </p:nvSpPr>
          <p:spPr>
            <a:xfrm rot="16200000">
              <a:off x="5652627" y="4848230"/>
              <a:ext cx="545074" cy="355213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>
                <a:latin typeface="Microsoft JhengHei" panose="020B0604030504040204" pitchFamily="34" charset="-120"/>
              </a:endParaRPr>
            </a:p>
          </p:txBody>
        </p:sp>
        <p:sp>
          <p:nvSpPr>
            <p:cNvPr id="42" name="Rectangle 44">
              <a:extLst>
                <a:ext uri="{FF2B5EF4-FFF2-40B4-BE49-F238E27FC236}">
                  <a16:creationId xmlns:a16="http://schemas.microsoft.com/office/drawing/2014/main" id="{F8A6D69D-0985-4CCD-8BE6-2CE52574F85C}"/>
                </a:ext>
              </a:extLst>
            </p:cNvPr>
            <p:cNvSpPr/>
            <p:nvPr/>
          </p:nvSpPr>
          <p:spPr>
            <a:xfrm>
              <a:off x="6102771" y="4936555"/>
              <a:ext cx="460903" cy="1919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>
                <a:latin typeface="Microsoft JhengHei" panose="020B0604030504040204" pitchFamily="34" charset="-120"/>
              </a:endParaRPr>
            </a:p>
          </p:txBody>
        </p:sp>
      </p:grpSp>
      <p:sp>
        <p:nvSpPr>
          <p:cNvPr id="44" name="Rounded Rectangle 10">
            <a:extLst>
              <a:ext uri="{FF2B5EF4-FFF2-40B4-BE49-F238E27FC236}">
                <a16:creationId xmlns:a16="http://schemas.microsoft.com/office/drawing/2014/main" id="{F887A7C0-A74B-4C41-992C-32BF73D74B8B}"/>
              </a:ext>
            </a:extLst>
          </p:cNvPr>
          <p:cNvSpPr/>
          <p:nvPr/>
        </p:nvSpPr>
        <p:spPr>
          <a:xfrm>
            <a:off x="8452770" y="4223041"/>
            <a:ext cx="304992" cy="403622"/>
          </a:xfrm>
          <a:custGeom>
            <a:avLst/>
            <a:gdLst/>
            <a:ahLst/>
            <a:cxnLst/>
            <a:rect l="l" t="t" r="r" b="b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latin typeface="Microsoft JhengHei" panose="020B0604030504040204" pitchFamily="34" charset="-120"/>
            </a:endParaRPr>
          </a:p>
        </p:txBody>
      </p:sp>
      <p:sp>
        <p:nvSpPr>
          <p:cNvPr id="45" name="Frame 17">
            <a:extLst>
              <a:ext uri="{FF2B5EF4-FFF2-40B4-BE49-F238E27FC236}">
                <a16:creationId xmlns:a16="http://schemas.microsoft.com/office/drawing/2014/main" id="{FC7A52F0-04B7-48A9-9838-5D9DBB87721E}"/>
              </a:ext>
            </a:extLst>
          </p:cNvPr>
          <p:cNvSpPr/>
          <p:nvPr/>
        </p:nvSpPr>
        <p:spPr>
          <a:xfrm>
            <a:off x="5185462" y="3155849"/>
            <a:ext cx="382121" cy="382121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solidFill>
                <a:schemeClr val="tx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46" name="Rounded Rectangle 5">
            <a:extLst>
              <a:ext uri="{FF2B5EF4-FFF2-40B4-BE49-F238E27FC236}">
                <a16:creationId xmlns:a16="http://schemas.microsoft.com/office/drawing/2014/main" id="{27451FAA-5645-4A7F-A46E-BD8138E07EDC}"/>
              </a:ext>
            </a:extLst>
          </p:cNvPr>
          <p:cNvSpPr/>
          <p:nvPr/>
        </p:nvSpPr>
        <p:spPr>
          <a:xfrm flipH="1">
            <a:off x="5136288" y="5313530"/>
            <a:ext cx="470018" cy="387737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latin typeface="Microsoft JhengHei" panose="020B0604030504040204" pitchFamily="34" charset="-120"/>
            </a:endParaRPr>
          </a:p>
        </p:txBody>
      </p:sp>
      <p:sp>
        <p:nvSpPr>
          <p:cNvPr id="47" name="Oval 7">
            <a:extLst>
              <a:ext uri="{FF2B5EF4-FFF2-40B4-BE49-F238E27FC236}">
                <a16:creationId xmlns:a16="http://schemas.microsoft.com/office/drawing/2014/main" id="{F59119B5-750F-4381-8915-B555ADC69974}"/>
              </a:ext>
            </a:extLst>
          </p:cNvPr>
          <p:cNvSpPr/>
          <p:nvPr/>
        </p:nvSpPr>
        <p:spPr>
          <a:xfrm>
            <a:off x="8382318" y="6355328"/>
            <a:ext cx="433532" cy="43353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latin typeface="Microsoft JhengHei" panose="020B0604030504040204" pitchFamily="34" charset="-120"/>
            </a:endParaRPr>
          </a:p>
        </p:txBody>
      </p:sp>
      <p:grpSp>
        <p:nvGrpSpPr>
          <p:cNvPr id="48" name="Group 115">
            <a:extLst>
              <a:ext uri="{FF2B5EF4-FFF2-40B4-BE49-F238E27FC236}">
                <a16:creationId xmlns:a16="http://schemas.microsoft.com/office/drawing/2014/main" id="{96D3B590-B0E9-45F5-BD00-05B3544E7CA1}"/>
              </a:ext>
            </a:extLst>
          </p:cNvPr>
          <p:cNvGrpSpPr/>
          <p:nvPr/>
        </p:nvGrpSpPr>
        <p:grpSpPr>
          <a:xfrm rot="5400000">
            <a:off x="702673" y="6339878"/>
            <a:ext cx="966247" cy="1538884"/>
            <a:chOff x="6867874" y="3721883"/>
            <a:chExt cx="1093501" cy="1741553"/>
          </a:xfrm>
        </p:grpSpPr>
        <p:sp>
          <p:nvSpPr>
            <p:cNvPr id="49" name="Oval 7">
              <a:extLst>
                <a:ext uri="{FF2B5EF4-FFF2-40B4-BE49-F238E27FC236}">
                  <a16:creationId xmlns:a16="http://schemas.microsoft.com/office/drawing/2014/main" id="{C4968815-35AC-47E1-AA90-AE1E1545E641}"/>
                </a:ext>
              </a:extLst>
            </p:cNvPr>
            <p:cNvSpPr/>
            <p:nvPr/>
          </p:nvSpPr>
          <p:spPr>
            <a:xfrm>
              <a:off x="6867874" y="3721883"/>
              <a:ext cx="1093501" cy="1741553"/>
            </a:xfrm>
            <a:custGeom>
              <a:avLst/>
              <a:gdLst/>
              <a:ahLst/>
              <a:cxnLst/>
              <a:rect l="l" t="t" r="r" b="b"/>
              <a:pathLst>
                <a:path w="1093501" h="1741553">
                  <a:moveTo>
                    <a:pt x="422037" y="0"/>
                  </a:moveTo>
                  <a:lnTo>
                    <a:pt x="422037" y="630979"/>
                  </a:lnTo>
                  <a:cubicBezTo>
                    <a:pt x="422037" y="680563"/>
                    <a:pt x="455258" y="722388"/>
                    <a:pt x="500795" y="734926"/>
                  </a:cubicBezTo>
                  <a:lnTo>
                    <a:pt x="500795" y="955639"/>
                  </a:lnTo>
                  <a:cubicBezTo>
                    <a:pt x="500795" y="982077"/>
                    <a:pt x="522227" y="1003509"/>
                    <a:pt x="548664" y="1003509"/>
                  </a:cubicBezTo>
                  <a:cubicBezTo>
                    <a:pt x="575102" y="1003509"/>
                    <a:pt x="596533" y="982077"/>
                    <a:pt x="596533" y="955639"/>
                  </a:cubicBezTo>
                  <a:lnTo>
                    <a:pt x="596533" y="735077"/>
                  </a:lnTo>
                  <a:cubicBezTo>
                    <a:pt x="642317" y="722690"/>
                    <a:pt x="675778" y="680742"/>
                    <a:pt x="675778" y="630979"/>
                  </a:cubicBezTo>
                  <a:lnTo>
                    <a:pt x="675778" y="658"/>
                  </a:lnTo>
                  <a:cubicBezTo>
                    <a:pt x="911634" y="31647"/>
                    <a:pt x="1093500" y="233580"/>
                    <a:pt x="1093500" y="477990"/>
                  </a:cubicBezTo>
                  <a:lnTo>
                    <a:pt x="1093500" y="780133"/>
                  </a:lnTo>
                  <a:lnTo>
                    <a:pt x="1093501" y="780133"/>
                  </a:lnTo>
                  <a:lnTo>
                    <a:pt x="1093501" y="1260843"/>
                  </a:lnTo>
                  <a:cubicBezTo>
                    <a:pt x="1093501" y="1526332"/>
                    <a:pt x="878279" y="1741553"/>
                    <a:pt x="612791" y="1741553"/>
                  </a:cubicBezTo>
                  <a:lnTo>
                    <a:pt x="480710" y="1741553"/>
                  </a:lnTo>
                  <a:cubicBezTo>
                    <a:pt x="215222" y="1741553"/>
                    <a:pt x="1" y="1526332"/>
                    <a:pt x="1" y="1260843"/>
                  </a:cubicBezTo>
                  <a:lnTo>
                    <a:pt x="1" y="787709"/>
                  </a:lnTo>
                  <a:lnTo>
                    <a:pt x="0" y="787709"/>
                  </a:lnTo>
                  <a:lnTo>
                    <a:pt x="0" y="477990"/>
                  </a:lnTo>
                  <a:cubicBezTo>
                    <a:pt x="0" y="232085"/>
                    <a:pt x="184097" y="29180"/>
                    <a:pt x="42203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60" dirty="0">
                <a:latin typeface="Microsoft JhengHei" panose="020B0604030504040204" pitchFamily="34" charset="-120"/>
              </a:endParaRPr>
            </a:p>
          </p:txBody>
        </p:sp>
        <p:sp>
          <p:nvSpPr>
            <p:cNvPr id="50" name="Rounded Rectangle 108">
              <a:extLst>
                <a:ext uri="{FF2B5EF4-FFF2-40B4-BE49-F238E27FC236}">
                  <a16:creationId xmlns:a16="http://schemas.microsoft.com/office/drawing/2014/main" id="{41537A03-55CA-4A94-86B9-E2733194DA5D}"/>
                </a:ext>
              </a:extLst>
            </p:cNvPr>
            <p:cNvSpPr/>
            <p:nvPr/>
          </p:nvSpPr>
          <p:spPr>
            <a:xfrm>
              <a:off x="7309131" y="3809649"/>
              <a:ext cx="210986" cy="4572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60">
                <a:latin typeface="Microsoft JhengHei" panose="020B0604030504040204" pitchFamily="34" charset="-120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B0980FB-357A-414B-A235-EF1FC419EBB2}"/>
              </a:ext>
            </a:extLst>
          </p:cNvPr>
          <p:cNvGrpSpPr/>
          <p:nvPr/>
        </p:nvGrpSpPr>
        <p:grpSpPr>
          <a:xfrm>
            <a:off x="9875907" y="1584916"/>
            <a:ext cx="1552669" cy="2127647"/>
            <a:chOff x="149043" y="399678"/>
            <a:chExt cx="1877570" cy="2572864"/>
          </a:xfrm>
        </p:grpSpPr>
        <p:sp>
          <p:nvSpPr>
            <p:cNvPr id="53" name="Rounded Rectangle 39">
              <a:extLst>
                <a:ext uri="{FF2B5EF4-FFF2-40B4-BE49-F238E27FC236}">
                  <a16:creationId xmlns:a16="http://schemas.microsoft.com/office/drawing/2014/main" id="{F788514F-57BD-4FB4-BB0A-B6F8D1854EA6}"/>
                </a:ext>
              </a:extLst>
            </p:cNvPr>
            <p:cNvSpPr/>
            <p:nvPr/>
          </p:nvSpPr>
          <p:spPr>
            <a:xfrm rot="2483232">
              <a:off x="149043" y="703955"/>
              <a:ext cx="1877570" cy="2268587"/>
            </a:xfrm>
            <a:custGeom>
              <a:avLst/>
              <a:gdLst>
                <a:gd name="connsiteX0" fmla="*/ 670001 w 2194524"/>
                <a:gd name="connsiteY0" fmla="*/ 41365 h 3010473"/>
                <a:gd name="connsiteX1" fmla="*/ 769866 w 2194524"/>
                <a:gd name="connsiteY1" fmla="*/ 0 h 3010473"/>
                <a:gd name="connsiteX2" fmla="*/ 911097 w 2194524"/>
                <a:gd name="connsiteY2" fmla="*/ 141231 h 3010473"/>
                <a:gd name="connsiteX3" fmla="*/ 911097 w 2194524"/>
                <a:gd name="connsiteY3" fmla="*/ 753742 h 3010473"/>
                <a:gd name="connsiteX4" fmla="*/ 1594794 w 2194524"/>
                <a:gd name="connsiteY4" fmla="*/ 789196 h 3010473"/>
                <a:gd name="connsiteX5" fmla="*/ 1875818 w 2194524"/>
                <a:gd name="connsiteY5" fmla="*/ 1808656 h 3010473"/>
                <a:gd name="connsiteX6" fmla="*/ 2194524 w 2194524"/>
                <a:gd name="connsiteY6" fmla="*/ 2178856 h 3010473"/>
                <a:gd name="connsiteX7" fmla="*/ 1488044 w 2194524"/>
                <a:gd name="connsiteY7" fmla="*/ 3010473 h 3010473"/>
                <a:gd name="connsiteX8" fmla="*/ 1136947 w 2194524"/>
                <a:gd name="connsiteY8" fmla="*/ 2468062 h 3010473"/>
                <a:gd name="connsiteX9" fmla="*/ 519460 w 2194524"/>
                <a:gd name="connsiteY9" fmla="*/ 2013663 h 3010473"/>
                <a:gd name="connsiteX10" fmla="*/ 0 w 2194524"/>
                <a:gd name="connsiteY10" fmla="*/ 1326467 h 3010473"/>
                <a:gd name="connsiteX11" fmla="*/ 628635 w 2194524"/>
                <a:gd name="connsiteY11" fmla="*/ 1589678 h 3010473"/>
                <a:gd name="connsiteX12" fmla="*/ 628635 w 2194524"/>
                <a:gd name="connsiteY12" fmla="*/ 141231 h 3010473"/>
                <a:gd name="connsiteX13" fmla="*/ 670001 w 2194524"/>
                <a:gd name="connsiteY13" fmla="*/ 41365 h 3010473"/>
                <a:gd name="connsiteX0" fmla="*/ 670001 w 2194524"/>
                <a:gd name="connsiteY0" fmla="*/ 41365 h 3010473"/>
                <a:gd name="connsiteX1" fmla="*/ 769866 w 2194524"/>
                <a:gd name="connsiteY1" fmla="*/ 0 h 3010473"/>
                <a:gd name="connsiteX2" fmla="*/ 911097 w 2194524"/>
                <a:gd name="connsiteY2" fmla="*/ 141231 h 3010473"/>
                <a:gd name="connsiteX3" fmla="*/ 960469 w 2194524"/>
                <a:gd name="connsiteY3" fmla="*/ 784060 h 3010473"/>
                <a:gd name="connsiteX4" fmla="*/ 1594794 w 2194524"/>
                <a:gd name="connsiteY4" fmla="*/ 789196 h 3010473"/>
                <a:gd name="connsiteX5" fmla="*/ 1875818 w 2194524"/>
                <a:gd name="connsiteY5" fmla="*/ 1808656 h 3010473"/>
                <a:gd name="connsiteX6" fmla="*/ 2194524 w 2194524"/>
                <a:gd name="connsiteY6" fmla="*/ 2178856 h 3010473"/>
                <a:gd name="connsiteX7" fmla="*/ 1488044 w 2194524"/>
                <a:gd name="connsiteY7" fmla="*/ 3010473 h 3010473"/>
                <a:gd name="connsiteX8" fmla="*/ 1136947 w 2194524"/>
                <a:gd name="connsiteY8" fmla="*/ 2468062 h 3010473"/>
                <a:gd name="connsiteX9" fmla="*/ 519460 w 2194524"/>
                <a:gd name="connsiteY9" fmla="*/ 2013663 h 3010473"/>
                <a:gd name="connsiteX10" fmla="*/ 0 w 2194524"/>
                <a:gd name="connsiteY10" fmla="*/ 1326467 h 3010473"/>
                <a:gd name="connsiteX11" fmla="*/ 628635 w 2194524"/>
                <a:gd name="connsiteY11" fmla="*/ 1589678 h 3010473"/>
                <a:gd name="connsiteX12" fmla="*/ 628635 w 2194524"/>
                <a:gd name="connsiteY12" fmla="*/ 141231 h 3010473"/>
                <a:gd name="connsiteX13" fmla="*/ 670001 w 2194524"/>
                <a:gd name="connsiteY13" fmla="*/ 41365 h 3010473"/>
                <a:gd name="connsiteX0" fmla="*/ 670001 w 2194524"/>
                <a:gd name="connsiteY0" fmla="*/ 41365 h 3010473"/>
                <a:gd name="connsiteX1" fmla="*/ 769866 w 2194524"/>
                <a:gd name="connsiteY1" fmla="*/ 0 h 3010473"/>
                <a:gd name="connsiteX2" fmla="*/ 911097 w 2194524"/>
                <a:gd name="connsiteY2" fmla="*/ 141231 h 3010473"/>
                <a:gd name="connsiteX3" fmla="*/ 960469 w 2194524"/>
                <a:gd name="connsiteY3" fmla="*/ 784060 h 3010473"/>
                <a:gd name="connsiteX4" fmla="*/ 1594794 w 2194524"/>
                <a:gd name="connsiteY4" fmla="*/ 789196 h 3010473"/>
                <a:gd name="connsiteX5" fmla="*/ 1875818 w 2194524"/>
                <a:gd name="connsiteY5" fmla="*/ 1808656 h 3010473"/>
                <a:gd name="connsiteX6" fmla="*/ 2194524 w 2194524"/>
                <a:gd name="connsiteY6" fmla="*/ 2178856 h 3010473"/>
                <a:gd name="connsiteX7" fmla="*/ 1488044 w 2194524"/>
                <a:gd name="connsiteY7" fmla="*/ 3010473 h 3010473"/>
                <a:gd name="connsiteX8" fmla="*/ 1136947 w 2194524"/>
                <a:gd name="connsiteY8" fmla="*/ 2468062 h 3010473"/>
                <a:gd name="connsiteX9" fmla="*/ 519460 w 2194524"/>
                <a:gd name="connsiteY9" fmla="*/ 2013663 h 3010473"/>
                <a:gd name="connsiteX10" fmla="*/ 0 w 2194524"/>
                <a:gd name="connsiteY10" fmla="*/ 1326467 h 3010473"/>
                <a:gd name="connsiteX11" fmla="*/ 628635 w 2194524"/>
                <a:gd name="connsiteY11" fmla="*/ 1589678 h 3010473"/>
                <a:gd name="connsiteX12" fmla="*/ 628635 w 2194524"/>
                <a:gd name="connsiteY12" fmla="*/ 141231 h 3010473"/>
                <a:gd name="connsiteX13" fmla="*/ 670001 w 2194524"/>
                <a:gd name="connsiteY13" fmla="*/ 41365 h 3010473"/>
                <a:gd name="connsiteX0" fmla="*/ 670001 w 2194524"/>
                <a:gd name="connsiteY0" fmla="*/ 41365 h 3010473"/>
                <a:gd name="connsiteX1" fmla="*/ 769866 w 2194524"/>
                <a:gd name="connsiteY1" fmla="*/ 0 h 3010473"/>
                <a:gd name="connsiteX2" fmla="*/ 911097 w 2194524"/>
                <a:gd name="connsiteY2" fmla="*/ 141231 h 3010473"/>
                <a:gd name="connsiteX3" fmla="*/ 960469 w 2194524"/>
                <a:gd name="connsiteY3" fmla="*/ 784060 h 3010473"/>
                <a:gd name="connsiteX4" fmla="*/ 1594794 w 2194524"/>
                <a:gd name="connsiteY4" fmla="*/ 789196 h 3010473"/>
                <a:gd name="connsiteX5" fmla="*/ 1875818 w 2194524"/>
                <a:gd name="connsiteY5" fmla="*/ 1808656 h 3010473"/>
                <a:gd name="connsiteX6" fmla="*/ 2194524 w 2194524"/>
                <a:gd name="connsiteY6" fmla="*/ 2178856 h 3010473"/>
                <a:gd name="connsiteX7" fmla="*/ 1488044 w 2194524"/>
                <a:gd name="connsiteY7" fmla="*/ 3010473 h 3010473"/>
                <a:gd name="connsiteX8" fmla="*/ 1136947 w 2194524"/>
                <a:gd name="connsiteY8" fmla="*/ 2468062 h 3010473"/>
                <a:gd name="connsiteX9" fmla="*/ 519460 w 2194524"/>
                <a:gd name="connsiteY9" fmla="*/ 2013663 h 3010473"/>
                <a:gd name="connsiteX10" fmla="*/ 0 w 2194524"/>
                <a:gd name="connsiteY10" fmla="*/ 1326467 h 3010473"/>
                <a:gd name="connsiteX11" fmla="*/ 628635 w 2194524"/>
                <a:gd name="connsiteY11" fmla="*/ 1589678 h 3010473"/>
                <a:gd name="connsiteX12" fmla="*/ 628635 w 2194524"/>
                <a:gd name="connsiteY12" fmla="*/ 141231 h 3010473"/>
                <a:gd name="connsiteX13" fmla="*/ 670001 w 2194524"/>
                <a:gd name="connsiteY13" fmla="*/ 41365 h 3010473"/>
                <a:gd name="connsiteX0" fmla="*/ 670001 w 2194524"/>
                <a:gd name="connsiteY0" fmla="*/ 41365 h 3010473"/>
                <a:gd name="connsiteX1" fmla="*/ 769866 w 2194524"/>
                <a:gd name="connsiteY1" fmla="*/ 0 h 3010473"/>
                <a:gd name="connsiteX2" fmla="*/ 911097 w 2194524"/>
                <a:gd name="connsiteY2" fmla="*/ 141231 h 3010473"/>
                <a:gd name="connsiteX3" fmla="*/ 960469 w 2194524"/>
                <a:gd name="connsiteY3" fmla="*/ 784060 h 3010473"/>
                <a:gd name="connsiteX4" fmla="*/ 1594794 w 2194524"/>
                <a:gd name="connsiteY4" fmla="*/ 789196 h 3010473"/>
                <a:gd name="connsiteX5" fmla="*/ 1848308 w 2194524"/>
                <a:gd name="connsiteY5" fmla="*/ 1898342 h 3010473"/>
                <a:gd name="connsiteX6" fmla="*/ 2194524 w 2194524"/>
                <a:gd name="connsiteY6" fmla="*/ 2178856 h 3010473"/>
                <a:gd name="connsiteX7" fmla="*/ 1488044 w 2194524"/>
                <a:gd name="connsiteY7" fmla="*/ 3010473 h 3010473"/>
                <a:gd name="connsiteX8" fmla="*/ 1136947 w 2194524"/>
                <a:gd name="connsiteY8" fmla="*/ 2468062 h 3010473"/>
                <a:gd name="connsiteX9" fmla="*/ 519460 w 2194524"/>
                <a:gd name="connsiteY9" fmla="*/ 2013663 h 3010473"/>
                <a:gd name="connsiteX10" fmla="*/ 0 w 2194524"/>
                <a:gd name="connsiteY10" fmla="*/ 1326467 h 3010473"/>
                <a:gd name="connsiteX11" fmla="*/ 628635 w 2194524"/>
                <a:gd name="connsiteY11" fmla="*/ 1589678 h 3010473"/>
                <a:gd name="connsiteX12" fmla="*/ 628635 w 2194524"/>
                <a:gd name="connsiteY12" fmla="*/ 141231 h 3010473"/>
                <a:gd name="connsiteX13" fmla="*/ 670001 w 2194524"/>
                <a:gd name="connsiteY13" fmla="*/ 41365 h 3010473"/>
                <a:gd name="connsiteX0" fmla="*/ 670001 w 2145453"/>
                <a:gd name="connsiteY0" fmla="*/ 41365 h 3010473"/>
                <a:gd name="connsiteX1" fmla="*/ 769866 w 2145453"/>
                <a:gd name="connsiteY1" fmla="*/ 0 h 3010473"/>
                <a:gd name="connsiteX2" fmla="*/ 911097 w 2145453"/>
                <a:gd name="connsiteY2" fmla="*/ 141231 h 3010473"/>
                <a:gd name="connsiteX3" fmla="*/ 960469 w 2145453"/>
                <a:gd name="connsiteY3" fmla="*/ 784060 h 3010473"/>
                <a:gd name="connsiteX4" fmla="*/ 1594794 w 2145453"/>
                <a:gd name="connsiteY4" fmla="*/ 789196 h 3010473"/>
                <a:gd name="connsiteX5" fmla="*/ 1848308 w 2145453"/>
                <a:gd name="connsiteY5" fmla="*/ 1898342 h 3010473"/>
                <a:gd name="connsiteX6" fmla="*/ 2145453 w 2145453"/>
                <a:gd name="connsiteY6" fmla="*/ 2249789 h 3010473"/>
                <a:gd name="connsiteX7" fmla="*/ 1488044 w 2145453"/>
                <a:gd name="connsiteY7" fmla="*/ 3010473 h 3010473"/>
                <a:gd name="connsiteX8" fmla="*/ 1136947 w 2145453"/>
                <a:gd name="connsiteY8" fmla="*/ 2468062 h 3010473"/>
                <a:gd name="connsiteX9" fmla="*/ 519460 w 2145453"/>
                <a:gd name="connsiteY9" fmla="*/ 2013663 h 3010473"/>
                <a:gd name="connsiteX10" fmla="*/ 0 w 2145453"/>
                <a:gd name="connsiteY10" fmla="*/ 1326467 h 3010473"/>
                <a:gd name="connsiteX11" fmla="*/ 628635 w 2145453"/>
                <a:gd name="connsiteY11" fmla="*/ 1589678 h 3010473"/>
                <a:gd name="connsiteX12" fmla="*/ 628635 w 2145453"/>
                <a:gd name="connsiteY12" fmla="*/ 141231 h 3010473"/>
                <a:gd name="connsiteX13" fmla="*/ 670001 w 2145453"/>
                <a:gd name="connsiteY13" fmla="*/ 41365 h 3010473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60469 w 2145453"/>
                <a:gd name="connsiteY3" fmla="*/ 784060 h 2912664"/>
                <a:gd name="connsiteX4" fmla="*/ 1594794 w 2145453"/>
                <a:gd name="connsiteY4" fmla="*/ 789196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19460 w 2145453"/>
                <a:gd name="connsiteY9" fmla="*/ 2013663 h 2912664"/>
                <a:gd name="connsiteX10" fmla="*/ 0 w 2145453"/>
                <a:gd name="connsiteY10" fmla="*/ 1326467 h 2912664"/>
                <a:gd name="connsiteX11" fmla="*/ 628635 w 2145453"/>
                <a:gd name="connsiteY11" fmla="*/ 1589678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60469 w 2145453"/>
                <a:gd name="connsiteY3" fmla="*/ 784060 h 2912664"/>
                <a:gd name="connsiteX4" fmla="*/ 1594794 w 2145453"/>
                <a:gd name="connsiteY4" fmla="*/ 789196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628635 w 2145453"/>
                <a:gd name="connsiteY11" fmla="*/ 1589678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60469 w 2145453"/>
                <a:gd name="connsiteY3" fmla="*/ 784060 h 2912664"/>
                <a:gd name="connsiteX4" fmla="*/ 1594794 w 2145453"/>
                <a:gd name="connsiteY4" fmla="*/ 789196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628635 w 2145453"/>
                <a:gd name="connsiteY11" fmla="*/ 1589678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60469 w 2145453"/>
                <a:gd name="connsiteY3" fmla="*/ 784060 h 2912664"/>
                <a:gd name="connsiteX4" fmla="*/ 1594794 w 2145453"/>
                <a:gd name="connsiteY4" fmla="*/ 789196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679880 w 2145453"/>
                <a:gd name="connsiteY11" fmla="*/ 1646872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60469 w 2145453"/>
                <a:gd name="connsiteY3" fmla="*/ 784060 h 2912664"/>
                <a:gd name="connsiteX4" fmla="*/ 1594794 w 2145453"/>
                <a:gd name="connsiteY4" fmla="*/ 789196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679880 w 2145453"/>
                <a:gd name="connsiteY11" fmla="*/ 1646872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79523 w 2145453"/>
                <a:gd name="connsiteY3" fmla="*/ 863751 h 2912664"/>
                <a:gd name="connsiteX4" fmla="*/ 1594794 w 2145453"/>
                <a:gd name="connsiteY4" fmla="*/ 789196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679880 w 2145453"/>
                <a:gd name="connsiteY11" fmla="*/ 1646872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79523 w 2145453"/>
                <a:gd name="connsiteY3" fmla="*/ 863751 h 2912664"/>
                <a:gd name="connsiteX4" fmla="*/ 1594794 w 2145453"/>
                <a:gd name="connsiteY4" fmla="*/ 789196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679880 w 2145453"/>
                <a:gd name="connsiteY11" fmla="*/ 1646872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79523 w 2145453"/>
                <a:gd name="connsiteY3" fmla="*/ 863751 h 2912664"/>
                <a:gd name="connsiteX4" fmla="*/ 1578849 w 2145453"/>
                <a:gd name="connsiteY4" fmla="*/ 851069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679880 w 2145453"/>
                <a:gd name="connsiteY11" fmla="*/ 1646872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79523 w 2145453"/>
                <a:gd name="connsiteY3" fmla="*/ 863751 h 2912664"/>
                <a:gd name="connsiteX4" fmla="*/ 1578849 w 2145453"/>
                <a:gd name="connsiteY4" fmla="*/ 851069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679880 w 2145453"/>
                <a:gd name="connsiteY11" fmla="*/ 1646872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79523 w 2145453"/>
                <a:gd name="connsiteY3" fmla="*/ 863751 h 2912664"/>
                <a:gd name="connsiteX4" fmla="*/ 1578849 w 2145453"/>
                <a:gd name="connsiteY4" fmla="*/ 851069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710556 w 2145453"/>
                <a:gd name="connsiteY11" fmla="*/ 1634217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733305 w 2208757"/>
                <a:gd name="connsiteY0" fmla="*/ 41365 h 2912664"/>
                <a:gd name="connsiteX1" fmla="*/ 833170 w 2208757"/>
                <a:gd name="connsiteY1" fmla="*/ 0 h 2912664"/>
                <a:gd name="connsiteX2" fmla="*/ 974401 w 2208757"/>
                <a:gd name="connsiteY2" fmla="*/ 141231 h 2912664"/>
                <a:gd name="connsiteX3" fmla="*/ 1042827 w 2208757"/>
                <a:gd name="connsiteY3" fmla="*/ 863751 h 2912664"/>
                <a:gd name="connsiteX4" fmla="*/ 1642153 w 2208757"/>
                <a:gd name="connsiteY4" fmla="*/ 851069 h 2912664"/>
                <a:gd name="connsiteX5" fmla="*/ 1911612 w 2208757"/>
                <a:gd name="connsiteY5" fmla="*/ 1898342 h 2912664"/>
                <a:gd name="connsiteX6" fmla="*/ 2208757 w 2208757"/>
                <a:gd name="connsiteY6" fmla="*/ 2249789 h 2912664"/>
                <a:gd name="connsiteX7" fmla="*/ 1598547 w 2208757"/>
                <a:gd name="connsiteY7" fmla="*/ 2912664 h 2912664"/>
                <a:gd name="connsiteX8" fmla="*/ 1200251 w 2208757"/>
                <a:gd name="connsiteY8" fmla="*/ 2468062 h 2912664"/>
                <a:gd name="connsiteX9" fmla="*/ 593695 w 2208757"/>
                <a:gd name="connsiteY9" fmla="*/ 2073665 h 2912664"/>
                <a:gd name="connsiteX10" fmla="*/ 0 w 2208757"/>
                <a:gd name="connsiteY10" fmla="*/ 1399250 h 2912664"/>
                <a:gd name="connsiteX11" fmla="*/ 773860 w 2208757"/>
                <a:gd name="connsiteY11" fmla="*/ 1634217 h 2912664"/>
                <a:gd name="connsiteX12" fmla="*/ 691939 w 2208757"/>
                <a:gd name="connsiteY12" fmla="*/ 141231 h 2912664"/>
                <a:gd name="connsiteX13" fmla="*/ 733305 w 2208757"/>
                <a:gd name="connsiteY13" fmla="*/ 41365 h 2912664"/>
                <a:gd name="connsiteX0" fmla="*/ 787104 w 2262556"/>
                <a:gd name="connsiteY0" fmla="*/ 41365 h 2912664"/>
                <a:gd name="connsiteX1" fmla="*/ 886969 w 2262556"/>
                <a:gd name="connsiteY1" fmla="*/ 0 h 2912664"/>
                <a:gd name="connsiteX2" fmla="*/ 1028200 w 2262556"/>
                <a:gd name="connsiteY2" fmla="*/ 141231 h 2912664"/>
                <a:gd name="connsiteX3" fmla="*/ 1096626 w 2262556"/>
                <a:gd name="connsiteY3" fmla="*/ 863751 h 2912664"/>
                <a:gd name="connsiteX4" fmla="*/ 1695952 w 2262556"/>
                <a:gd name="connsiteY4" fmla="*/ 851069 h 2912664"/>
                <a:gd name="connsiteX5" fmla="*/ 1965411 w 2262556"/>
                <a:gd name="connsiteY5" fmla="*/ 1898342 h 2912664"/>
                <a:gd name="connsiteX6" fmla="*/ 2262556 w 2262556"/>
                <a:gd name="connsiteY6" fmla="*/ 2249789 h 2912664"/>
                <a:gd name="connsiteX7" fmla="*/ 1652346 w 2262556"/>
                <a:gd name="connsiteY7" fmla="*/ 2912664 h 2912664"/>
                <a:gd name="connsiteX8" fmla="*/ 1254050 w 2262556"/>
                <a:gd name="connsiteY8" fmla="*/ 2468062 h 2912664"/>
                <a:gd name="connsiteX9" fmla="*/ 647494 w 2262556"/>
                <a:gd name="connsiteY9" fmla="*/ 2073665 h 2912664"/>
                <a:gd name="connsiteX10" fmla="*/ 0 w 2262556"/>
                <a:gd name="connsiteY10" fmla="*/ 1381959 h 2912664"/>
                <a:gd name="connsiteX11" fmla="*/ 827659 w 2262556"/>
                <a:gd name="connsiteY11" fmla="*/ 1634217 h 2912664"/>
                <a:gd name="connsiteX12" fmla="*/ 745738 w 2262556"/>
                <a:gd name="connsiteY12" fmla="*/ 141231 h 2912664"/>
                <a:gd name="connsiteX13" fmla="*/ 787104 w 2262556"/>
                <a:gd name="connsiteY13" fmla="*/ 41365 h 2912664"/>
                <a:gd name="connsiteX0" fmla="*/ 787104 w 2262556"/>
                <a:gd name="connsiteY0" fmla="*/ 41365 h 2912664"/>
                <a:gd name="connsiteX1" fmla="*/ 886969 w 2262556"/>
                <a:gd name="connsiteY1" fmla="*/ 0 h 2912664"/>
                <a:gd name="connsiteX2" fmla="*/ 1028200 w 2262556"/>
                <a:gd name="connsiteY2" fmla="*/ 141231 h 2912664"/>
                <a:gd name="connsiteX3" fmla="*/ 1096626 w 2262556"/>
                <a:gd name="connsiteY3" fmla="*/ 863751 h 2912664"/>
                <a:gd name="connsiteX4" fmla="*/ 1695952 w 2262556"/>
                <a:gd name="connsiteY4" fmla="*/ 851069 h 2912664"/>
                <a:gd name="connsiteX5" fmla="*/ 1965411 w 2262556"/>
                <a:gd name="connsiteY5" fmla="*/ 1898342 h 2912664"/>
                <a:gd name="connsiteX6" fmla="*/ 2262556 w 2262556"/>
                <a:gd name="connsiteY6" fmla="*/ 2249789 h 2912664"/>
                <a:gd name="connsiteX7" fmla="*/ 1652346 w 2262556"/>
                <a:gd name="connsiteY7" fmla="*/ 2912664 h 2912664"/>
                <a:gd name="connsiteX8" fmla="*/ 1254050 w 2262556"/>
                <a:gd name="connsiteY8" fmla="*/ 2468062 h 2912664"/>
                <a:gd name="connsiteX9" fmla="*/ 647494 w 2262556"/>
                <a:gd name="connsiteY9" fmla="*/ 2073665 h 2912664"/>
                <a:gd name="connsiteX10" fmla="*/ 0 w 2262556"/>
                <a:gd name="connsiteY10" fmla="*/ 1381959 h 2912664"/>
                <a:gd name="connsiteX11" fmla="*/ 827659 w 2262556"/>
                <a:gd name="connsiteY11" fmla="*/ 1634217 h 2912664"/>
                <a:gd name="connsiteX12" fmla="*/ 745738 w 2262556"/>
                <a:gd name="connsiteY12" fmla="*/ 141231 h 2912664"/>
                <a:gd name="connsiteX13" fmla="*/ 787104 w 2262556"/>
                <a:gd name="connsiteY13" fmla="*/ 41365 h 2912664"/>
                <a:gd name="connsiteX0" fmla="*/ 787104 w 2262556"/>
                <a:gd name="connsiteY0" fmla="*/ 41365 h 2912664"/>
                <a:gd name="connsiteX1" fmla="*/ 886969 w 2262556"/>
                <a:gd name="connsiteY1" fmla="*/ 0 h 2912664"/>
                <a:gd name="connsiteX2" fmla="*/ 1028200 w 2262556"/>
                <a:gd name="connsiteY2" fmla="*/ 141231 h 2912664"/>
                <a:gd name="connsiteX3" fmla="*/ 1096626 w 2262556"/>
                <a:gd name="connsiteY3" fmla="*/ 863751 h 2912664"/>
                <a:gd name="connsiteX4" fmla="*/ 1695952 w 2262556"/>
                <a:gd name="connsiteY4" fmla="*/ 851069 h 2912664"/>
                <a:gd name="connsiteX5" fmla="*/ 1965411 w 2262556"/>
                <a:gd name="connsiteY5" fmla="*/ 1898342 h 2912664"/>
                <a:gd name="connsiteX6" fmla="*/ 2262556 w 2262556"/>
                <a:gd name="connsiteY6" fmla="*/ 2249789 h 2912664"/>
                <a:gd name="connsiteX7" fmla="*/ 1652346 w 2262556"/>
                <a:gd name="connsiteY7" fmla="*/ 2912664 h 2912664"/>
                <a:gd name="connsiteX8" fmla="*/ 1254050 w 2262556"/>
                <a:gd name="connsiteY8" fmla="*/ 2468062 h 2912664"/>
                <a:gd name="connsiteX9" fmla="*/ 647494 w 2262556"/>
                <a:gd name="connsiteY9" fmla="*/ 2073665 h 2912664"/>
                <a:gd name="connsiteX10" fmla="*/ 0 w 2262556"/>
                <a:gd name="connsiteY10" fmla="*/ 1381959 h 2912664"/>
                <a:gd name="connsiteX11" fmla="*/ 827659 w 2262556"/>
                <a:gd name="connsiteY11" fmla="*/ 1634217 h 2912664"/>
                <a:gd name="connsiteX12" fmla="*/ 745738 w 2262556"/>
                <a:gd name="connsiteY12" fmla="*/ 141231 h 2912664"/>
                <a:gd name="connsiteX13" fmla="*/ 787104 w 2262556"/>
                <a:gd name="connsiteY13" fmla="*/ 41365 h 2912664"/>
                <a:gd name="connsiteX0" fmla="*/ 787104 w 2262556"/>
                <a:gd name="connsiteY0" fmla="*/ 41365 h 3204020"/>
                <a:gd name="connsiteX1" fmla="*/ 886969 w 2262556"/>
                <a:gd name="connsiteY1" fmla="*/ 0 h 3204020"/>
                <a:gd name="connsiteX2" fmla="*/ 1028200 w 2262556"/>
                <a:gd name="connsiteY2" fmla="*/ 141231 h 3204020"/>
                <a:gd name="connsiteX3" fmla="*/ 1096626 w 2262556"/>
                <a:gd name="connsiteY3" fmla="*/ 863751 h 3204020"/>
                <a:gd name="connsiteX4" fmla="*/ 1695952 w 2262556"/>
                <a:gd name="connsiteY4" fmla="*/ 851069 h 3204020"/>
                <a:gd name="connsiteX5" fmla="*/ 1965411 w 2262556"/>
                <a:gd name="connsiteY5" fmla="*/ 1898342 h 3204020"/>
                <a:gd name="connsiteX6" fmla="*/ 2262556 w 2262556"/>
                <a:gd name="connsiteY6" fmla="*/ 2249789 h 3204020"/>
                <a:gd name="connsiteX7" fmla="*/ 1875442 w 2262556"/>
                <a:gd name="connsiteY7" fmla="*/ 3204020 h 3204020"/>
                <a:gd name="connsiteX8" fmla="*/ 1254050 w 2262556"/>
                <a:gd name="connsiteY8" fmla="*/ 2468062 h 3204020"/>
                <a:gd name="connsiteX9" fmla="*/ 647494 w 2262556"/>
                <a:gd name="connsiteY9" fmla="*/ 2073665 h 3204020"/>
                <a:gd name="connsiteX10" fmla="*/ 0 w 2262556"/>
                <a:gd name="connsiteY10" fmla="*/ 1381959 h 3204020"/>
                <a:gd name="connsiteX11" fmla="*/ 827659 w 2262556"/>
                <a:gd name="connsiteY11" fmla="*/ 1634217 h 3204020"/>
                <a:gd name="connsiteX12" fmla="*/ 745738 w 2262556"/>
                <a:gd name="connsiteY12" fmla="*/ 141231 h 3204020"/>
                <a:gd name="connsiteX13" fmla="*/ 787104 w 2262556"/>
                <a:gd name="connsiteY13" fmla="*/ 41365 h 3204020"/>
                <a:gd name="connsiteX0" fmla="*/ 787104 w 2616797"/>
                <a:gd name="connsiteY0" fmla="*/ 41365 h 3204020"/>
                <a:gd name="connsiteX1" fmla="*/ 886969 w 2616797"/>
                <a:gd name="connsiteY1" fmla="*/ 0 h 3204020"/>
                <a:gd name="connsiteX2" fmla="*/ 1028200 w 2616797"/>
                <a:gd name="connsiteY2" fmla="*/ 141231 h 3204020"/>
                <a:gd name="connsiteX3" fmla="*/ 1096626 w 2616797"/>
                <a:gd name="connsiteY3" fmla="*/ 863751 h 3204020"/>
                <a:gd name="connsiteX4" fmla="*/ 1695952 w 2616797"/>
                <a:gd name="connsiteY4" fmla="*/ 851069 h 3204020"/>
                <a:gd name="connsiteX5" fmla="*/ 1965411 w 2616797"/>
                <a:gd name="connsiteY5" fmla="*/ 1898342 h 3204020"/>
                <a:gd name="connsiteX6" fmla="*/ 2616797 w 2616797"/>
                <a:gd name="connsiteY6" fmla="*/ 2518120 h 3204020"/>
                <a:gd name="connsiteX7" fmla="*/ 1875442 w 2616797"/>
                <a:gd name="connsiteY7" fmla="*/ 3204020 h 3204020"/>
                <a:gd name="connsiteX8" fmla="*/ 1254050 w 2616797"/>
                <a:gd name="connsiteY8" fmla="*/ 2468062 h 3204020"/>
                <a:gd name="connsiteX9" fmla="*/ 647494 w 2616797"/>
                <a:gd name="connsiteY9" fmla="*/ 2073665 h 3204020"/>
                <a:gd name="connsiteX10" fmla="*/ 0 w 2616797"/>
                <a:gd name="connsiteY10" fmla="*/ 1381959 h 3204020"/>
                <a:gd name="connsiteX11" fmla="*/ 827659 w 2616797"/>
                <a:gd name="connsiteY11" fmla="*/ 1634217 h 3204020"/>
                <a:gd name="connsiteX12" fmla="*/ 745738 w 2616797"/>
                <a:gd name="connsiteY12" fmla="*/ 141231 h 3204020"/>
                <a:gd name="connsiteX13" fmla="*/ 787104 w 2616797"/>
                <a:gd name="connsiteY13" fmla="*/ 41365 h 3204020"/>
                <a:gd name="connsiteX0" fmla="*/ 787104 w 2616797"/>
                <a:gd name="connsiteY0" fmla="*/ 41365 h 3204020"/>
                <a:gd name="connsiteX1" fmla="*/ 886969 w 2616797"/>
                <a:gd name="connsiteY1" fmla="*/ 0 h 3204020"/>
                <a:gd name="connsiteX2" fmla="*/ 1028200 w 2616797"/>
                <a:gd name="connsiteY2" fmla="*/ 141231 h 3204020"/>
                <a:gd name="connsiteX3" fmla="*/ 1096626 w 2616797"/>
                <a:gd name="connsiteY3" fmla="*/ 863751 h 3204020"/>
                <a:gd name="connsiteX4" fmla="*/ 1695952 w 2616797"/>
                <a:gd name="connsiteY4" fmla="*/ 851069 h 3204020"/>
                <a:gd name="connsiteX5" fmla="*/ 1965411 w 2616797"/>
                <a:gd name="connsiteY5" fmla="*/ 1898342 h 3204020"/>
                <a:gd name="connsiteX6" fmla="*/ 2616797 w 2616797"/>
                <a:gd name="connsiteY6" fmla="*/ 2518120 h 3204020"/>
                <a:gd name="connsiteX7" fmla="*/ 1875442 w 2616797"/>
                <a:gd name="connsiteY7" fmla="*/ 3204020 h 3204020"/>
                <a:gd name="connsiteX8" fmla="*/ 1254050 w 2616797"/>
                <a:gd name="connsiteY8" fmla="*/ 2468062 h 3204020"/>
                <a:gd name="connsiteX9" fmla="*/ 647494 w 2616797"/>
                <a:gd name="connsiteY9" fmla="*/ 2073665 h 3204020"/>
                <a:gd name="connsiteX10" fmla="*/ 0 w 2616797"/>
                <a:gd name="connsiteY10" fmla="*/ 1381959 h 3204020"/>
                <a:gd name="connsiteX11" fmla="*/ 827659 w 2616797"/>
                <a:gd name="connsiteY11" fmla="*/ 1634217 h 3204020"/>
                <a:gd name="connsiteX12" fmla="*/ 745738 w 2616797"/>
                <a:gd name="connsiteY12" fmla="*/ 141231 h 3204020"/>
                <a:gd name="connsiteX13" fmla="*/ 787104 w 2616797"/>
                <a:gd name="connsiteY13" fmla="*/ 41365 h 3204020"/>
                <a:gd name="connsiteX0" fmla="*/ 787104 w 2635848"/>
                <a:gd name="connsiteY0" fmla="*/ 41365 h 3204020"/>
                <a:gd name="connsiteX1" fmla="*/ 886969 w 2635848"/>
                <a:gd name="connsiteY1" fmla="*/ 0 h 3204020"/>
                <a:gd name="connsiteX2" fmla="*/ 1028200 w 2635848"/>
                <a:gd name="connsiteY2" fmla="*/ 141231 h 3204020"/>
                <a:gd name="connsiteX3" fmla="*/ 1096626 w 2635848"/>
                <a:gd name="connsiteY3" fmla="*/ 863751 h 3204020"/>
                <a:gd name="connsiteX4" fmla="*/ 1695952 w 2635848"/>
                <a:gd name="connsiteY4" fmla="*/ 851069 h 3204020"/>
                <a:gd name="connsiteX5" fmla="*/ 1965411 w 2635848"/>
                <a:gd name="connsiteY5" fmla="*/ 1898342 h 3204020"/>
                <a:gd name="connsiteX6" fmla="*/ 2635848 w 2635848"/>
                <a:gd name="connsiteY6" fmla="*/ 2523197 h 3204020"/>
                <a:gd name="connsiteX7" fmla="*/ 1875442 w 2635848"/>
                <a:gd name="connsiteY7" fmla="*/ 3204020 h 3204020"/>
                <a:gd name="connsiteX8" fmla="*/ 1254050 w 2635848"/>
                <a:gd name="connsiteY8" fmla="*/ 2468062 h 3204020"/>
                <a:gd name="connsiteX9" fmla="*/ 647494 w 2635848"/>
                <a:gd name="connsiteY9" fmla="*/ 2073665 h 3204020"/>
                <a:gd name="connsiteX10" fmla="*/ 0 w 2635848"/>
                <a:gd name="connsiteY10" fmla="*/ 1381959 h 3204020"/>
                <a:gd name="connsiteX11" fmla="*/ 827659 w 2635848"/>
                <a:gd name="connsiteY11" fmla="*/ 1634217 h 3204020"/>
                <a:gd name="connsiteX12" fmla="*/ 745738 w 2635848"/>
                <a:gd name="connsiteY12" fmla="*/ 141231 h 3204020"/>
                <a:gd name="connsiteX13" fmla="*/ 787104 w 2635848"/>
                <a:gd name="connsiteY13" fmla="*/ 41365 h 3204020"/>
                <a:gd name="connsiteX0" fmla="*/ 787104 w 2651771"/>
                <a:gd name="connsiteY0" fmla="*/ 41365 h 3204020"/>
                <a:gd name="connsiteX1" fmla="*/ 886969 w 2651771"/>
                <a:gd name="connsiteY1" fmla="*/ 0 h 3204020"/>
                <a:gd name="connsiteX2" fmla="*/ 1028200 w 2651771"/>
                <a:gd name="connsiteY2" fmla="*/ 141231 h 3204020"/>
                <a:gd name="connsiteX3" fmla="*/ 1096626 w 2651771"/>
                <a:gd name="connsiteY3" fmla="*/ 863751 h 3204020"/>
                <a:gd name="connsiteX4" fmla="*/ 1695952 w 2651771"/>
                <a:gd name="connsiteY4" fmla="*/ 851069 h 3204020"/>
                <a:gd name="connsiteX5" fmla="*/ 1965411 w 2651771"/>
                <a:gd name="connsiteY5" fmla="*/ 1898342 h 3204020"/>
                <a:gd name="connsiteX6" fmla="*/ 2651771 w 2651771"/>
                <a:gd name="connsiteY6" fmla="*/ 2516454 h 3204020"/>
                <a:gd name="connsiteX7" fmla="*/ 1875442 w 2651771"/>
                <a:gd name="connsiteY7" fmla="*/ 3204020 h 3204020"/>
                <a:gd name="connsiteX8" fmla="*/ 1254050 w 2651771"/>
                <a:gd name="connsiteY8" fmla="*/ 2468062 h 3204020"/>
                <a:gd name="connsiteX9" fmla="*/ 647494 w 2651771"/>
                <a:gd name="connsiteY9" fmla="*/ 2073665 h 3204020"/>
                <a:gd name="connsiteX10" fmla="*/ 0 w 2651771"/>
                <a:gd name="connsiteY10" fmla="*/ 1381959 h 3204020"/>
                <a:gd name="connsiteX11" fmla="*/ 827659 w 2651771"/>
                <a:gd name="connsiteY11" fmla="*/ 1634217 h 3204020"/>
                <a:gd name="connsiteX12" fmla="*/ 745738 w 2651771"/>
                <a:gd name="connsiteY12" fmla="*/ 141231 h 3204020"/>
                <a:gd name="connsiteX13" fmla="*/ 787104 w 2651771"/>
                <a:gd name="connsiteY13" fmla="*/ 41365 h 3204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51771" h="3204020">
                  <a:moveTo>
                    <a:pt x="787104" y="41365"/>
                  </a:moveTo>
                  <a:cubicBezTo>
                    <a:pt x="812661" y="15808"/>
                    <a:pt x="847969" y="0"/>
                    <a:pt x="886969" y="0"/>
                  </a:cubicBezTo>
                  <a:cubicBezTo>
                    <a:pt x="964969" y="0"/>
                    <a:pt x="1028200" y="63231"/>
                    <a:pt x="1028200" y="141231"/>
                  </a:cubicBezTo>
                  <a:lnTo>
                    <a:pt x="1096626" y="863751"/>
                  </a:lnTo>
                  <a:cubicBezTo>
                    <a:pt x="1324950" y="817026"/>
                    <a:pt x="1594219" y="679679"/>
                    <a:pt x="1695952" y="851069"/>
                  </a:cubicBezTo>
                  <a:cubicBezTo>
                    <a:pt x="1896857" y="1284096"/>
                    <a:pt x="2012961" y="1443677"/>
                    <a:pt x="1965411" y="1898342"/>
                  </a:cubicBezTo>
                  <a:cubicBezTo>
                    <a:pt x="2062863" y="2027881"/>
                    <a:pt x="2521735" y="2407218"/>
                    <a:pt x="2651771" y="2516454"/>
                  </a:cubicBezTo>
                  <a:lnTo>
                    <a:pt x="1875442" y="3204020"/>
                  </a:lnTo>
                  <a:lnTo>
                    <a:pt x="1254050" y="2468062"/>
                  </a:lnTo>
                  <a:cubicBezTo>
                    <a:pt x="1117281" y="2338792"/>
                    <a:pt x="856388" y="2269133"/>
                    <a:pt x="647494" y="2073665"/>
                  </a:cubicBezTo>
                  <a:cubicBezTo>
                    <a:pt x="560013" y="2007911"/>
                    <a:pt x="439289" y="1645529"/>
                    <a:pt x="0" y="1381959"/>
                  </a:cubicBezTo>
                  <a:cubicBezTo>
                    <a:pt x="137000" y="1119373"/>
                    <a:pt x="679491" y="1549956"/>
                    <a:pt x="827659" y="1634217"/>
                  </a:cubicBezTo>
                  <a:lnTo>
                    <a:pt x="745738" y="141231"/>
                  </a:lnTo>
                  <a:cubicBezTo>
                    <a:pt x="745738" y="102231"/>
                    <a:pt x="761546" y="66923"/>
                    <a:pt x="787104" y="41365"/>
                  </a:cubicBezTo>
                  <a:close/>
                </a:path>
              </a:pathLst>
            </a:custGeom>
            <a:solidFill>
              <a:srgbClr val="FCC698"/>
            </a:solidFill>
            <a:ln w="33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2160">
                <a:latin typeface="Microsoft JhengHei" panose="020B0604030504040204" pitchFamily="34" charset="-120"/>
              </a:endParaRP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EABDF997-D8F0-4793-9BC0-325BD455A6D5}"/>
                </a:ext>
              </a:extLst>
            </p:cNvPr>
            <p:cNvGrpSpPr/>
            <p:nvPr/>
          </p:nvGrpSpPr>
          <p:grpSpPr>
            <a:xfrm>
              <a:off x="664860" y="399678"/>
              <a:ext cx="1074221" cy="1717693"/>
              <a:chOff x="664860" y="399678"/>
              <a:chExt cx="1074221" cy="1717693"/>
            </a:xfrm>
          </p:grpSpPr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97F00225-F5AB-40B7-874F-745A8104A5BA}"/>
                  </a:ext>
                </a:extLst>
              </p:cNvPr>
              <p:cNvGrpSpPr/>
              <p:nvPr/>
            </p:nvGrpSpPr>
            <p:grpSpPr>
              <a:xfrm rot="20671139">
                <a:off x="664860" y="399678"/>
                <a:ext cx="920312" cy="1717693"/>
                <a:chOff x="3501573" y="3178068"/>
                <a:chExt cx="1340594" cy="2737840"/>
              </a:xfrm>
            </p:grpSpPr>
            <p:sp>
              <p:nvSpPr>
                <p:cNvPr id="59" name="Freeform: Shape 58">
                  <a:extLst>
                    <a:ext uri="{FF2B5EF4-FFF2-40B4-BE49-F238E27FC236}">
                      <a16:creationId xmlns:a16="http://schemas.microsoft.com/office/drawing/2014/main" id="{57F78C17-B246-47F0-B740-112984E52643}"/>
                    </a:ext>
                  </a:extLst>
                </p:cNvPr>
                <p:cNvSpPr/>
                <p:nvPr/>
              </p:nvSpPr>
              <p:spPr>
                <a:xfrm>
                  <a:off x="3504728" y="3612346"/>
                  <a:ext cx="62939" cy="220286"/>
                </a:xfrm>
                <a:custGeom>
                  <a:avLst/>
                  <a:gdLst>
                    <a:gd name="connsiteX0" fmla="*/ 12859 w 19050"/>
                    <a:gd name="connsiteY0" fmla="*/ 68104 h 66675"/>
                    <a:gd name="connsiteX1" fmla="*/ 12859 w 19050"/>
                    <a:gd name="connsiteY1" fmla="*/ 68104 h 66675"/>
                    <a:gd name="connsiteX2" fmla="*/ 7144 w 19050"/>
                    <a:gd name="connsiteY2" fmla="*/ 62389 h 66675"/>
                    <a:gd name="connsiteX3" fmla="*/ 7144 w 19050"/>
                    <a:gd name="connsiteY3" fmla="*/ 12859 h 66675"/>
                    <a:gd name="connsiteX4" fmla="*/ 12859 w 19050"/>
                    <a:gd name="connsiteY4" fmla="*/ 7144 h 66675"/>
                    <a:gd name="connsiteX5" fmla="*/ 12859 w 19050"/>
                    <a:gd name="connsiteY5" fmla="*/ 7144 h 66675"/>
                    <a:gd name="connsiteX6" fmla="*/ 18574 w 19050"/>
                    <a:gd name="connsiteY6" fmla="*/ 12859 h 66675"/>
                    <a:gd name="connsiteX7" fmla="*/ 18574 w 19050"/>
                    <a:gd name="connsiteY7" fmla="*/ 62389 h 66675"/>
                    <a:gd name="connsiteX8" fmla="*/ 12859 w 19050"/>
                    <a:gd name="connsiteY8" fmla="*/ 68104 h 66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050" h="66675">
                      <a:moveTo>
                        <a:pt x="12859" y="68104"/>
                      </a:moveTo>
                      <a:lnTo>
                        <a:pt x="12859" y="68104"/>
                      </a:lnTo>
                      <a:cubicBezTo>
                        <a:pt x="10001" y="68104"/>
                        <a:pt x="7144" y="65246"/>
                        <a:pt x="7144" y="62389"/>
                      </a:cubicBezTo>
                      <a:lnTo>
                        <a:pt x="7144" y="12859"/>
                      </a:lnTo>
                      <a:cubicBezTo>
                        <a:pt x="7144" y="10001"/>
                        <a:pt x="10001" y="7144"/>
                        <a:pt x="12859" y="7144"/>
                      </a:cubicBezTo>
                      <a:lnTo>
                        <a:pt x="12859" y="7144"/>
                      </a:lnTo>
                      <a:cubicBezTo>
                        <a:pt x="15716" y="7144"/>
                        <a:pt x="18574" y="10001"/>
                        <a:pt x="18574" y="12859"/>
                      </a:cubicBezTo>
                      <a:lnTo>
                        <a:pt x="18574" y="62389"/>
                      </a:lnTo>
                      <a:cubicBezTo>
                        <a:pt x="18574" y="65246"/>
                        <a:pt x="15716" y="68104"/>
                        <a:pt x="12859" y="68104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2160">
                    <a:latin typeface="Microsoft JhengHei" panose="020B0604030504040204" pitchFamily="34" charset="-120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60" name="Freeform: Shape 59">
                  <a:extLst>
                    <a:ext uri="{FF2B5EF4-FFF2-40B4-BE49-F238E27FC236}">
                      <a16:creationId xmlns:a16="http://schemas.microsoft.com/office/drawing/2014/main" id="{9651AA12-E3A8-4758-9CCA-20DBC4440451}"/>
                    </a:ext>
                  </a:extLst>
                </p:cNvPr>
                <p:cNvSpPr/>
                <p:nvPr/>
              </p:nvSpPr>
              <p:spPr>
                <a:xfrm>
                  <a:off x="3501573" y="3832632"/>
                  <a:ext cx="62939" cy="220286"/>
                </a:xfrm>
                <a:custGeom>
                  <a:avLst/>
                  <a:gdLst>
                    <a:gd name="connsiteX0" fmla="*/ 12859 w 19050"/>
                    <a:gd name="connsiteY0" fmla="*/ 68104 h 66675"/>
                    <a:gd name="connsiteX1" fmla="*/ 12859 w 19050"/>
                    <a:gd name="connsiteY1" fmla="*/ 68104 h 66675"/>
                    <a:gd name="connsiteX2" fmla="*/ 7144 w 19050"/>
                    <a:gd name="connsiteY2" fmla="*/ 62389 h 66675"/>
                    <a:gd name="connsiteX3" fmla="*/ 7144 w 19050"/>
                    <a:gd name="connsiteY3" fmla="*/ 12859 h 66675"/>
                    <a:gd name="connsiteX4" fmla="*/ 12859 w 19050"/>
                    <a:gd name="connsiteY4" fmla="*/ 7144 h 66675"/>
                    <a:gd name="connsiteX5" fmla="*/ 12859 w 19050"/>
                    <a:gd name="connsiteY5" fmla="*/ 7144 h 66675"/>
                    <a:gd name="connsiteX6" fmla="*/ 18574 w 19050"/>
                    <a:gd name="connsiteY6" fmla="*/ 12859 h 66675"/>
                    <a:gd name="connsiteX7" fmla="*/ 18574 w 19050"/>
                    <a:gd name="connsiteY7" fmla="*/ 62389 h 66675"/>
                    <a:gd name="connsiteX8" fmla="*/ 12859 w 19050"/>
                    <a:gd name="connsiteY8" fmla="*/ 68104 h 66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050" h="66675">
                      <a:moveTo>
                        <a:pt x="12859" y="68104"/>
                      </a:moveTo>
                      <a:lnTo>
                        <a:pt x="12859" y="68104"/>
                      </a:lnTo>
                      <a:cubicBezTo>
                        <a:pt x="10001" y="68104"/>
                        <a:pt x="7144" y="65246"/>
                        <a:pt x="7144" y="62389"/>
                      </a:cubicBezTo>
                      <a:lnTo>
                        <a:pt x="7144" y="12859"/>
                      </a:lnTo>
                      <a:cubicBezTo>
                        <a:pt x="7144" y="10001"/>
                        <a:pt x="10001" y="7144"/>
                        <a:pt x="12859" y="7144"/>
                      </a:cubicBezTo>
                      <a:lnTo>
                        <a:pt x="12859" y="7144"/>
                      </a:lnTo>
                      <a:cubicBezTo>
                        <a:pt x="15716" y="7144"/>
                        <a:pt x="18574" y="10001"/>
                        <a:pt x="18574" y="12859"/>
                      </a:cubicBezTo>
                      <a:lnTo>
                        <a:pt x="18574" y="62389"/>
                      </a:lnTo>
                      <a:cubicBezTo>
                        <a:pt x="18574" y="65246"/>
                        <a:pt x="15716" y="68104"/>
                        <a:pt x="12859" y="68104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2160">
                    <a:latin typeface="Microsoft JhengHei" panose="020B0604030504040204" pitchFamily="34" charset="-120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61" name="Freeform: Shape 60">
                  <a:extLst>
                    <a:ext uri="{FF2B5EF4-FFF2-40B4-BE49-F238E27FC236}">
                      <a16:creationId xmlns:a16="http://schemas.microsoft.com/office/drawing/2014/main" id="{1F542D0E-A035-48AE-9CE2-87436B5E5DEE}"/>
                    </a:ext>
                  </a:extLst>
                </p:cNvPr>
                <p:cNvSpPr/>
                <p:nvPr/>
              </p:nvSpPr>
              <p:spPr>
                <a:xfrm>
                  <a:off x="4776089" y="3829487"/>
                  <a:ext cx="62939" cy="220286"/>
                </a:xfrm>
                <a:custGeom>
                  <a:avLst/>
                  <a:gdLst>
                    <a:gd name="connsiteX0" fmla="*/ 12859 w 19050"/>
                    <a:gd name="connsiteY0" fmla="*/ 68104 h 66675"/>
                    <a:gd name="connsiteX1" fmla="*/ 12859 w 19050"/>
                    <a:gd name="connsiteY1" fmla="*/ 68104 h 66675"/>
                    <a:gd name="connsiteX2" fmla="*/ 7144 w 19050"/>
                    <a:gd name="connsiteY2" fmla="*/ 62389 h 66675"/>
                    <a:gd name="connsiteX3" fmla="*/ 7144 w 19050"/>
                    <a:gd name="connsiteY3" fmla="*/ 12859 h 66675"/>
                    <a:gd name="connsiteX4" fmla="*/ 12859 w 19050"/>
                    <a:gd name="connsiteY4" fmla="*/ 7144 h 66675"/>
                    <a:gd name="connsiteX5" fmla="*/ 12859 w 19050"/>
                    <a:gd name="connsiteY5" fmla="*/ 7144 h 66675"/>
                    <a:gd name="connsiteX6" fmla="*/ 18574 w 19050"/>
                    <a:gd name="connsiteY6" fmla="*/ 12859 h 66675"/>
                    <a:gd name="connsiteX7" fmla="*/ 18574 w 19050"/>
                    <a:gd name="connsiteY7" fmla="*/ 62389 h 66675"/>
                    <a:gd name="connsiteX8" fmla="*/ 12859 w 19050"/>
                    <a:gd name="connsiteY8" fmla="*/ 68104 h 66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050" h="66675">
                      <a:moveTo>
                        <a:pt x="12859" y="68104"/>
                      </a:moveTo>
                      <a:lnTo>
                        <a:pt x="12859" y="68104"/>
                      </a:lnTo>
                      <a:cubicBezTo>
                        <a:pt x="10001" y="68104"/>
                        <a:pt x="7144" y="65246"/>
                        <a:pt x="7144" y="62389"/>
                      </a:cubicBezTo>
                      <a:lnTo>
                        <a:pt x="7144" y="12859"/>
                      </a:lnTo>
                      <a:cubicBezTo>
                        <a:pt x="7144" y="10001"/>
                        <a:pt x="10001" y="7144"/>
                        <a:pt x="12859" y="7144"/>
                      </a:cubicBezTo>
                      <a:lnTo>
                        <a:pt x="12859" y="7144"/>
                      </a:lnTo>
                      <a:cubicBezTo>
                        <a:pt x="15716" y="7144"/>
                        <a:pt x="18574" y="10001"/>
                        <a:pt x="18574" y="12859"/>
                      </a:cubicBezTo>
                      <a:lnTo>
                        <a:pt x="18574" y="62389"/>
                      </a:lnTo>
                      <a:cubicBezTo>
                        <a:pt x="19526" y="65246"/>
                        <a:pt x="16669" y="68104"/>
                        <a:pt x="12859" y="68104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2160">
                    <a:latin typeface="Microsoft JhengHei" panose="020B0604030504040204" pitchFamily="34" charset="-120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62" name="Freeform: Shape 61">
                  <a:extLst>
                    <a:ext uri="{FF2B5EF4-FFF2-40B4-BE49-F238E27FC236}">
                      <a16:creationId xmlns:a16="http://schemas.microsoft.com/office/drawing/2014/main" id="{1F6BF979-9805-471D-AC76-389632C6A90B}"/>
                    </a:ext>
                  </a:extLst>
                </p:cNvPr>
                <p:cNvSpPr/>
                <p:nvPr/>
              </p:nvSpPr>
              <p:spPr>
                <a:xfrm>
                  <a:off x="3520451" y="3178068"/>
                  <a:ext cx="1321716" cy="2737840"/>
                </a:xfrm>
                <a:custGeom>
                  <a:avLst/>
                  <a:gdLst>
                    <a:gd name="connsiteX0" fmla="*/ 350044 w 400050"/>
                    <a:gd name="connsiteY0" fmla="*/ 7144 h 828675"/>
                    <a:gd name="connsiteX1" fmla="*/ 53816 w 400050"/>
                    <a:gd name="connsiteY1" fmla="*/ 7144 h 828675"/>
                    <a:gd name="connsiteX2" fmla="*/ 7144 w 400050"/>
                    <a:gd name="connsiteY2" fmla="*/ 53816 h 828675"/>
                    <a:gd name="connsiteX3" fmla="*/ 7144 w 400050"/>
                    <a:gd name="connsiteY3" fmla="*/ 781526 h 828675"/>
                    <a:gd name="connsiteX4" fmla="*/ 53816 w 400050"/>
                    <a:gd name="connsiteY4" fmla="*/ 828199 h 828675"/>
                    <a:gd name="connsiteX5" fmla="*/ 350044 w 400050"/>
                    <a:gd name="connsiteY5" fmla="*/ 828199 h 828675"/>
                    <a:gd name="connsiteX6" fmla="*/ 396716 w 400050"/>
                    <a:gd name="connsiteY6" fmla="*/ 781526 h 828675"/>
                    <a:gd name="connsiteX7" fmla="*/ 396716 w 400050"/>
                    <a:gd name="connsiteY7" fmla="*/ 53816 h 828675"/>
                    <a:gd name="connsiteX8" fmla="*/ 350044 w 400050"/>
                    <a:gd name="connsiteY8" fmla="*/ 7144 h 828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00050" h="828675">
                      <a:moveTo>
                        <a:pt x="350044" y="7144"/>
                      </a:moveTo>
                      <a:lnTo>
                        <a:pt x="53816" y="7144"/>
                      </a:lnTo>
                      <a:cubicBezTo>
                        <a:pt x="28099" y="7144"/>
                        <a:pt x="7144" y="28099"/>
                        <a:pt x="7144" y="53816"/>
                      </a:cubicBezTo>
                      <a:lnTo>
                        <a:pt x="7144" y="781526"/>
                      </a:lnTo>
                      <a:cubicBezTo>
                        <a:pt x="7144" y="807244"/>
                        <a:pt x="28099" y="828199"/>
                        <a:pt x="53816" y="828199"/>
                      </a:cubicBezTo>
                      <a:lnTo>
                        <a:pt x="350044" y="828199"/>
                      </a:lnTo>
                      <a:cubicBezTo>
                        <a:pt x="375761" y="828199"/>
                        <a:pt x="396716" y="807244"/>
                        <a:pt x="396716" y="781526"/>
                      </a:cubicBezTo>
                      <a:lnTo>
                        <a:pt x="396716" y="53816"/>
                      </a:lnTo>
                      <a:cubicBezTo>
                        <a:pt x="396716" y="28099"/>
                        <a:pt x="375761" y="7144"/>
                        <a:pt x="350044" y="7144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2160">
                    <a:latin typeface="Microsoft JhengHei" panose="020B0604030504040204" pitchFamily="34" charset="-120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63" name="Freeform: Shape 62">
                  <a:extLst>
                    <a:ext uri="{FF2B5EF4-FFF2-40B4-BE49-F238E27FC236}">
                      <a16:creationId xmlns:a16="http://schemas.microsoft.com/office/drawing/2014/main" id="{C5C14AEB-789D-4545-A72D-6A34B0E4341A}"/>
                    </a:ext>
                  </a:extLst>
                </p:cNvPr>
                <p:cNvSpPr/>
                <p:nvPr/>
              </p:nvSpPr>
              <p:spPr>
                <a:xfrm>
                  <a:off x="3529897" y="3190652"/>
                  <a:ext cx="1290246" cy="2706371"/>
                </a:xfrm>
                <a:custGeom>
                  <a:avLst/>
                  <a:gdLst>
                    <a:gd name="connsiteX0" fmla="*/ 345281 w 390525"/>
                    <a:gd name="connsiteY0" fmla="*/ 7144 h 819150"/>
                    <a:gd name="connsiteX1" fmla="*/ 52864 w 390525"/>
                    <a:gd name="connsiteY1" fmla="*/ 7144 h 819150"/>
                    <a:gd name="connsiteX2" fmla="*/ 7144 w 390525"/>
                    <a:gd name="connsiteY2" fmla="*/ 52864 h 819150"/>
                    <a:gd name="connsiteX3" fmla="*/ 7144 w 390525"/>
                    <a:gd name="connsiteY3" fmla="*/ 772954 h 819150"/>
                    <a:gd name="connsiteX4" fmla="*/ 52864 w 390525"/>
                    <a:gd name="connsiteY4" fmla="*/ 818674 h 819150"/>
                    <a:gd name="connsiteX5" fmla="*/ 345281 w 390525"/>
                    <a:gd name="connsiteY5" fmla="*/ 818674 h 819150"/>
                    <a:gd name="connsiteX6" fmla="*/ 391001 w 390525"/>
                    <a:gd name="connsiteY6" fmla="*/ 772954 h 819150"/>
                    <a:gd name="connsiteX7" fmla="*/ 391001 w 390525"/>
                    <a:gd name="connsiteY7" fmla="*/ 52864 h 819150"/>
                    <a:gd name="connsiteX8" fmla="*/ 345281 w 390525"/>
                    <a:gd name="connsiteY8" fmla="*/ 7144 h 819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90525" h="819150">
                      <a:moveTo>
                        <a:pt x="345281" y="7144"/>
                      </a:moveTo>
                      <a:lnTo>
                        <a:pt x="52864" y="7144"/>
                      </a:lnTo>
                      <a:cubicBezTo>
                        <a:pt x="27146" y="7144"/>
                        <a:pt x="7144" y="27146"/>
                        <a:pt x="7144" y="52864"/>
                      </a:cubicBezTo>
                      <a:lnTo>
                        <a:pt x="7144" y="772954"/>
                      </a:lnTo>
                      <a:cubicBezTo>
                        <a:pt x="7144" y="798671"/>
                        <a:pt x="27146" y="818674"/>
                        <a:pt x="52864" y="818674"/>
                      </a:cubicBezTo>
                      <a:lnTo>
                        <a:pt x="345281" y="818674"/>
                      </a:lnTo>
                      <a:cubicBezTo>
                        <a:pt x="370999" y="818674"/>
                        <a:pt x="391001" y="798671"/>
                        <a:pt x="391001" y="772954"/>
                      </a:cubicBezTo>
                      <a:lnTo>
                        <a:pt x="391001" y="52864"/>
                      </a:lnTo>
                      <a:cubicBezTo>
                        <a:pt x="391001" y="28099"/>
                        <a:pt x="370046" y="7144"/>
                        <a:pt x="345281" y="7144"/>
                      </a:cubicBezTo>
                      <a:close/>
                    </a:path>
                  </a:pathLst>
                </a:custGeom>
                <a:solidFill>
                  <a:srgbClr val="1A1A1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2160">
                    <a:latin typeface="Microsoft JhengHei" panose="020B0604030504040204" pitchFamily="34" charset="-120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64" name="Freeform: Shape 63">
                  <a:extLst>
                    <a:ext uri="{FF2B5EF4-FFF2-40B4-BE49-F238E27FC236}">
                      <a16:creationId xmlns:a16="http://schemas.microsoft.com/office/drawing/2014/main" id="{4C629FE2-B500-4E35-98FC-07EBCC72310F}"/>
                    </a:ext>
                  </a:extLst>
                </p:cNvPr>
                <p:cNvSpPr/>
                <p:nvPr/>
              </p:nvSpPr>
              <p:spPr>
                <a:xfrm>
                  <a:off x="3627447" y="3596610"/>
                  <a:ext cx="1101430" cy="1951104"/>
                </a:xfrm>
                <a:custGeom>
                  <a:avLst/>
                  <a:gdLst>
                    <a:gd name="connsiteX0" fmla="*/ 7144 w 333375"/>
                    <a:gd name="connsiteY0" fmla="*/ 7144 h 590550"/>
                    <a:gd name="connsiteX1" fmla="*/ 331946 w 333375"/>
                    <a:gd name="connsiteY1" fmla="*/ 7144 h 590550"/>
                    <a:gd name="connsiteX2" fmla="*/ 331946 w 333375"/>
                    <a:gd name="connsiteY2" fmla="*/ 586264 h 590550"/>
                    <a:gd name="connsiteX3" fmla="*/ 7144 w 333375"/>
                    <a:gd name="connsiteY3" fmla="*/ 586264 h 5905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33375" h="590550">
                      <a:moveTo>
                        <a:pt x="7144" y="7144"/>
                      </a:moveTo>
                      <a:lnTo>
                        <a:pt x="331946" y="7144"/>
                      </a:lnTo>
                      <a:lnTo>
                        <a:pt x="331946" y="586264"/>
                      </a:lnTo>
                      <a:lnTo>
                        <a:pt x="7144" y="586264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2160" dirty="0">
                    <a:latin typeface="Microsoft JhengHei" panose="020B0604030504040204" pitchFamily="34" charset="-120"/>
                    <a:ea typeface="Microsoft JhengHei" panose="020B0604030504040204" pitchFamily="34" charset="-120"/>
                  </a:endParaRPr>
                </a:p>
              </p:txBody>
            </p:sp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E59C20D9-CE8B-48C4-9C66-7C4D378E64DE}"/>
                    </a:ext>
                  </a:extLst>
                </p:cNvPr>
                <p:cNvGrpSpPr/>
                <p:nvPr/>
              </p:nvGrpSpPr>
              <p:grpSpPr>
                <a:xfrm>
                  <a:off x="4088508" y="5635852"/>
                  <a:ext cx="173080" cy="173080"/>
                  <a:chOff x="6768665" y="6038214"/>
                  <a:chExt cx="147968" cy="147968"/>
                </a:xfrm>
              </p:grpSpPr>
              <p:sp>
                <p:nvSpPr>
                  <p:cNvPr id="69" name="Oval 68">
                    <a:extLst>
                      <a:ext uri="{FF2B5EF4-FFF2-40B4-BE49-F238E27FC236}">
                        <a16:creationId xmlns:a16="http://schemas.microsoft.com/office/drawing/2014/main" id="{FDB7D03D-9282-4DE9-904F-17ACCC89C8AE}"/>
                      </a:ext>
                    </a:extLst>
                  </p:cNvPr>
                  <p:cNvSpPr/>
                  <p:nvPr/>
                </p:nvSpPr>
                <p:spPr>
                  <a:xfrm>
                    <a:off x="6768665" y="6038214"/>
                    <a:ext cx="147968" cy="147968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latin typeface="Microsoft JhengHei" panose="020B0604030504040204" pitchFamily="34" charset="-120"/>
                      <a:ea typeface="Microsoft JhengHei" panose="020B0604030504040204" pitchFamily="34" charset="-120"/>
                    </a:endParaRPr>
                  </a:p>
                </p:txBody>
              </p:sp>
              <p:sp>
                <p:nvSpPr>
                  <p:cNvPr id="70" name="Oval 69">
                    <a:extLst>
                      <a:ext uri="{FF2B5EF4-FFF2-40B4-BE49-F238E27FC236}">
                        <a16:creationId xmlns:a16="http://schemas.microsoft.com/office/drawing/2014/main" id="{46B6EE85-04A7-475F-B569-336DD289BCC4}"/>
                      </a:ext>
                    </a:extLst>
                  </p:cNvPr>
                  <p:cNvSpPr/>
                  <p:nvPr/>
                </p:nvSpPr>
                <p:spPr>
                  <a:xfrm>
                    <a:off x="6802088" y="6071634"/>
                    <a:ext cx="81180" cy="81180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 dirty="0">
                      <a:latin typeface="Microsoft JhengHei" panose="020B0604030504040204" pitchFamily="34" charset="-120"/>
                      <a:ea typeface="Microsoft JhengHei" panose="020B0604030504040204" pitchFamily="34" charset="-120"/>
                    </a:endParaRPr>
                  </a:p>
                </p:txBody>
              </p:sp>
            </p:grpSp>
            <p:sp>
              <p:nvSpPr>
                <p:cNvPr id="66" name="Freeform: Shape 65">
                  <a:extLst>
                    <a:ext uri="{FF2B5EF4-FFF2-40B4-BE49-F238E27FC236}">
                      <a16:creationId xmlns:a16="http://schemas.microsoft.com/office/drawing/2014/main" id="{55D00922-C018-49AF-A8EB-C9EFBFCE3772}"/>
                    </a:ext>
                  </a:extLst>
                </p:cNvPr>
                <p:cNvSpPr/>
                <p:nvPr/>
              </p:nvSpPr>
              <p:spPr>
                <a:xfrm>
                  <a:off x="3821102" y="3628406"/>
                  <a:ext cx="906450" cy="1887518"/>
                </a:xfrm>
                <a:custGeom>
                  <a:avLst/>
                  <a:gdLst>
                    <a:gd name="connsiteX0" fmla="*/ 614149 w 1119116"/>
                    <a:gd name="connsiteY0" fmla="*/ 0 h 2330356"/>
                    <a:gd name="connsiteX1" fmla="*/ 1115704 w 1119116"/>
                    <a:gd name="connsiteY1" fmla="*/ 6824 h 2330356"/>
                    <a:gd name="connsiteX2" fmla="*/ 1119116 w 1119116"/>
                    <a:gd name="connsiteY2" fmla="*/ 2330356 h 2330356"/>
                    <a:gd name="connsiteX3" fmla="*/ 0 w 1119116"/>
                    <a:gd name="connsiteY3" fmla="*/ 2330356 h 2330356"/>
                    <a:gd name="connsiteX4" fmla="*/ 614149 w 1119116"/>
                    <a:gd name="connsiteY4" fmla="*/ 0 h 2330356"/>
                    <a:gd name="connsiteX0" fmla="*/ 614149 w 1119116"/>
                    <a:gd name="connsiteY0" fmla="*/ 0 h 2330356"/>
                    <a:gd name="connsiteX1" fmla="*/ 1115704 w 1119116"/>
                    <a:gd name="connsiteY1" fmla="*/ 3412 h 2330356"/>
                    <a:gd name="connsiteX2" fmla="*/ 1119116 w 1119116"/>
                    <a:gd name="connsiteY2" fmla="*/ 2330356 h 2330356"/>
                    <a:gd name="connsiteX3" fmla="*/ 0 w 1119116"/>
                    <a:gd name="connsiteY3" fmla="*/ 2330356 h 2330356"/>
                    <a:gd name="connsiteX4" fmla="*/ 614149 w 1119116"/>
                    <a:gd name="connsiteY4" fmla="*/ 0 h 2330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19116" h="2330356">
                      <a:moveTo>
                        <a:pt x="614149" y="0"/>
                      </a:moveTo>
                      <a:lnTo>
                        <a:pt x="1115704" y="3412"/>
                      </a:lnTo>
                      <a:cubicBezTo>
                        <a:pt x="1116841" y="777923"/>
                        <a:pt x="1117979" y="1555845"/>
                        <a:pt x="1119116" y="2330356"/>
                      </a:cubicBezTo>
                      <a:lnTo>
                        <a:pt x="0" y="2330356"/>
                      </a:lnTo>
                      <a:lnTo>
                        <a:pt x="614149" y="0"/>
                      </a:lnTo>
                      <a:close/>
                    </a:path>
                  </a:pathLst>
                </a:custGeom>
                <a:solidFill>
                  <a:srgbClr val="999999">
                    <a:alpha val="1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 sz="2160">
                    <a:latin typeface="Microsoft JhengHei" panose="020B0604030504040204" pitchFamily="34" charset="-120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67" name="Rectangle: Rounded Corners 66">
                  <a:extLst>
                    <a:ext uri="{FF2B5EF4-FFF2-40B4-BE49-F238E27FC236}">
                      <a16:creationId xmlns:a16="http://schemas.microsoft.com/office/drawing/2014/main" id="{8B6C582F-4337-419B-98EE-DEE80E587CBF}"/>
                    </a:ext>
                  </a:extLst>
                </p:cNvPr>
                <p:cNvSpPr/>
                <p:nvPr/>
              </p:nvSpPr>
              <p:spPr>
                <a:xfrm>
                  <a:off x="4058661" y="3449093"/>
                  <a:ext cx="254255" cy="5839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60">
                    <a:latin typeface="Microsoft JhengHei" panose="020B0604030504040204" pitchFamily="34" charset="-120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A5D38A93-CE35-4CBC-8267-0A9BD24EA0DB}"/>
                    </a:ext>
                  </a:extLst>
                </p:cNvPr>
                <p:cNvSpPr/>
                <p:nvPr/>
              </p:nvSpPr>
              <p:spPr>
                <a:xfrm>
                  <a:off x="3922825" y="3449093"/>
                  <a:ext cx="58393" cy="58393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60">
                    <a:latin typeface="Microsoft JhengHei" panose="020B0604030504040204" pitchFamily="34" charset="-120"/>
                    <a:ea typeface="Microsoft JhengHei" panose="020B0604030504040204" pitchFamily="34" charset="-120"/>
                  </a:endParaRPr>
                </a:p>
              </p:txBody>
            </p:sp>
          </p:grpSp>
          <p:sp>
            <p:nvSpPr>
              <p:cNvPr id="56" name="Rounded Rectangle 51">
                <a:extLst>
                  <a:ext uri="{FF2B5EF4-FFF2-40B4-BE49-F238E27FC236}">
                    <a16:creationId xmlns:a16="http://schemas.microsoft.com/office/drawing/2014/main" id="{5D8EE758-1B64-4E5D-9173-8D81009E057F}"/>
                  </a:ext>
                </a:extLst>
              </p:cNvPr>
              <p:cNvSpPr/>
              <p:nvPr/>
            </p:nvSpPr>
            <p:spPr>
              <a:xfrm rot="3148397">
                <a:off x="1443651" y="1047331"/>
                <a:ext cx="227781" cy="304797"/>
              </a:xfrm>
              <a:prstGeom prst="roundRect">
                <a:avLst>
                  <a:gd name="adj" fmla="val 50000"/>
                </a:avLst>
              </a:prstGeom>
              <a:solidFill>
                <a:srgbClr val="FCC698"/>
              </a:solidFill>
              <a:ln w="3363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 sz="2160">
                  <a:latin typeface="Microsoft JhengHei" panose="020B0604030504040204" pitchFamily="34" charset="-120"/>
                </a:endParaRPr>
              </a:p>
            </p:txBody>
          </p:sp>
          <p:sp>
            <p:nvSpPr>
              <p:cNvPr id="57" name="Rounded Rectangle 52">
                <a:extLst>
                  <a:ext uri="{FF2B5EF4-FFF2-40B4-BE49-F238E27FC236}">
                    <a16:creationId xmlns:a16="http://schemas.microsoft.com/office/drawing/2014/main" id="{42AB6689-921F-40DE-84CA-54B216685B94}"/>
                  </a:ext>
                </a:extLst>
              </p:cNvPr>
              <p:cNvSpPr/>
              <p:nvPr/>
            </p:nvSpPr>
            <p:spPr>
              <a:xfrm rot="3148397">
                <a:off x="1463592" y="1265972"/>
                <a:ext cx="227781" cy="304797"/>
              </a:xfrm>
              <a:prstGeom prst="roundRect">
                <a:avLst>
                  <a:gd name="adj" fmla="val 50000"/>
                </a:avLst>
              </a:prstGeom>
              <a:solidFill>
                <a:srgbClr val="FCC698"/>
              </a:solidFill>
              <a:ln w="3363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 sz="2160">
                  <a:latin typeface="Microsoft JhengHei" panose="020B0604030504040204" pitchFamily="34" charset="-120"/>
                </a:endParaRPr>
              </a:p>
            </p:txBody>
          </p:sp>
          <p:sp>
            <p:nvSpPr>
              <p:cNvPr id="58" name="Rounded Rectangle 53">
                <a:extLst>
                  <a:ext uri="{FF2B5EF4-FFF2-40B4-BE49-F238E27FC236}">
                    <a16:creationId xmlns:a16="http://schemas.microsoft.com/office/drawing/2014/main" id="{FE93D1CA-F359-4FE3-B77E-AA48E6FAD03D}"/>
                  </a:ext>
                </a:extLst>
              </p:cNvPr>
              <p:cNvSpPr/>
              <p:nvPr/>
            </p:nvSpPr>
            <p:spPr>
              <a:xfrm rot="3148397">
                <a:off x="1500837" y="1488593"/>
                <a:ext cx="215985" cy="260502"/>
              </a:xfrm>
              <a:prstGeom prst="roundRect">
                <a:avLst>
                  <a:gd name="adj" fmla="val 50000"/>
                </a:avLst>
              </a:prstGeom>
              <a:solidFill>
                <a:srgbClr val="FCC698"/>
              </a:solidFill>
              <a:ln w="3363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 sz="2160">
                  <a:latin typeface="Microsoft JhengHei" panose="020B0604030504040204" pitchFamily="34" charset="-120"/>
                </a:endParaRPr>
              </a:p>
            </p:txBody>
          </p:sp>
        </p:grpSp>
      </p:grpSp>
      <p:pic>
        <p:nvPicPr>
          <p:cNvPr id="25" name="圖片 24">
            <a:extLst>
              <a:ext uri="{FF2B5EF4-FFF2-40B4-BE49-F238E27FC236}">
                <a16:creationId xmlns:a16="http://schemas.microsoft.com/office/drawing/2014/main" id="{8973A0A7-18AE-223D-7504-DA3E8E0B5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6233" y="6904304"/>
            <a:ext cx="1896020" cy="128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7889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F8B92-2BFF-3DCE-97ED-44B8593BB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BC2B4109-AC37-A6E3-D1B3-BC8A30993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802" y="0"/>
            <a:ext cx="53721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244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ounded Rectangle 96">
            <a:extLst>
              <a:ext uri="{FF2B5EF4-FFF2-40B4-BE49-F238E27FC236}">
                <a16:creationId xmlns:a16="http://schemas.microsoft.com/office/drawing/2014/main" id="{6FA90F40-9475-44A4-B029-E7ADB0595DF4}"/>
              </a:ext>
            </a:extLst>
          </p:cNvPr>
          <p:cNvSpPr/>
          <p:nvPr/>
        </p:nvSpPr>
        <p:spPr>
          <a:xfrm>
            <a:off x="6871962" y="2315075"/>
            <a:ext cx="1463911" cy="4603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0" name="Circle: Hollow 49">
            <a:extLst>
              <a:ext uri="{FF2B5EF4-FFF2-40B4-BE49-F238E27FC236}">
                <a16:creationId xmlns:a16="http://schemas.microsoft.com/office/drawing/2014/main" id="{80B45867-92D9-4512-8CCF-98BEEB4C6674}"/>
              </a:ext>
            </a:extLst>
          </p:cNvPr>
          <p:cNvSpPr/>
          <p:nvPr/>
        </p:nvSpPr>
        <p:spPr>
          <a:xfrm>
            <a:off x="7446730" y="947590"/>
            <a:ext cx="1823519" cy="1823519"/>
          </a:xfrm>
          <a:prstGeom prst="donu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>
              <a:solidFill>
                <a:schemeClr val="tx1"/>
              </a:solidFill>
            </a:endParaRPr>
          </a:p>
        </p:txBody>
      </p:sp>
      <p:sp>
        <p:nvSpPr>
          <p:cNvPr id="51" name="Rounded Rectangle 96">
            <a:extLst>
              <a:ext uri="{FF2B5EF4-FFF2-40B4-BE49-F238E27FC236}">
                <a16:creationId xmlns:a16="http://schemas.microsoft.com/office/drawing/2014/main" id="{C0AE763C-858D-4C72-80CE-27833870E988}"/>
              </a:ext>
            </a:extLst>
          </p:cNvPr>
          <p:cNvSpPr/>
          <p:nvPr/>
        </p:nvSpPr>
        <p:spPr>
          <a:xfrm>
            <a:off x="8381104" y="947590"/>
            <a:ext cx="6249296" cy="4603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Rounded Rectangle 96">
            <a:extLst>
              <a:ext uri="{FF2B5EF4-FFF2-40B4-BE49-F238E27FC236}">
                <a16:creationId xmlns:a16="http://schemas.microsoft.com/office/drawing/2014/main" id="{A292042E-5456-45FE-9561-9F5C8ECAEFDD}"/>
              </a:ext>
            </a:extLst>
          </p:cNvPr>
          <p:cNvSpPr/>
          <p:nvPr/>
        </p:nvSpPr>
        <p:spPr>
          <a:xfrm>
            <a:off x="5362819" y="3682560"/>
            <a:ext cx="1463911" cy="460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8" name="Circle: Hollow 47">
            <a:extLst>
              <a:ext uri="{FF2B5EF4-FFF2-40B4-BE49-F238E27FC236}">
                <a16:creationId xmlns:a16="http://schemas.microsoft.com/office/drawing/2014/main" id="{A8F75F8E-32CF-42B7-A103-B15C60E18B98}"/>
              </a:ext>
            </a:extLst>
          </p:cNvPr>
          <p:cNvSpPr/>
          <p:nvPr/>
        </p:nvSpPr>
        <p:spPr>
          <a:xfrm>
            <a:off x="5937587" y="2315075"/>
            <a:ext cx="1823519" cy="1823519"/>
          </a:xfrm>
          <a:prstGeom prst="donu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>
              <a:solidFill>
                <a:schemeClr val="tx1"/>
              </a:solidFill>
            </a:endParaRPr>
          </a:p>
        </p:txBody>
      </p:sp>
      <p:sp>
        <p:nvSpPr>
          <p:cNvPr id="45" name="Rounded Rectangle 96">
            <a:extLst>
              <a:ext uri="{FF2B5EF4-FFF2-40B4-BE49-F238E27FC236}">
                <a16:creationId xmlns:a16="http://schemas.microsoft.com/office/drawing/2014/main" id="{A9160358-B538-4278-B4F9-A84DB164311D}"/>
              </a:ext>
            </a:extLst>
          </p:cNvPr>
          <p:cNvSpPr/>
          <p:nvPr/>
        </p:nvSpPr>
        <p:spPr>
          <a:xfrm>
            <a:off x="3853677" y="5050045"/>
            <a:ext cx="1463911" cy="460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6" name="Circle: Hollow 45">
            <a:extLst>
              <a:ext uri="{FF2B5EF4-FFF2-40B4-BE49-F238E27FC236}">
                <a16:creationId xmlns:a16="http://schemas.microsoft.com/office/drawing/2014/main" id="{0A8F7C65-833E-4F34-8F38-B5D7F7D92A52}"/>
              </a:ext>
            </a:extLst>
          </p:cNvPr>
          <p:cNvSpPr/>
          <p:nvPr/>
        </p:nvSpPr>
        <p:spPr>
          <a:xfrm>
            <a:off x="4428445" y="3682561"/>
            <a:ext cx="1823519" cy="1823519"/>
          </a:xfrm>
          <a:prstGeom prst="donu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18CDC64-CB6F-46A4-BC82-EB7408C05A62}"/>
              </a:ext>
            </a:extLst>
          </p:cNvPr>
          <p:cNvSpPr/>
          <p:nvPr/>
        </p:nvSpPr>
        <p:spPr>
          <a:xfrm>
            <a:off x="2942274" y="5300614"/>
            <a:ext cx="1582836" cy="1582836"/>
          </a:xfrm>
          <a:prstGeom prst="ellipse">
            <a:avLst/>
          </a:prstGeom>
          <a:noFill/>
          <a:ln w="139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Rounded Rectangle 96">
            <a:extLst>
              <a:ext uri="{FF2B5EF4-FFF2-40B4-BE49-F238E27FC236}">
                <a16:creationId xmlns:a16="http://schemas.microsoft.com/office/drawing/2014/main" id="{05A6C3BF-7F50-45A5-A56B-779D85BB39F7}"/>
              </a:ext>
            </a:extLst>
          </p:cNvPr>
          <p:cNvSpPr/>
          <p:nvPr/>
        </p:nvSpPr>
        <p:spPr>
          <a:xfrm>
            <a:off x="0" y="6413177"/>
            <a:ext cx="3826534" cy="460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EE84779-35EA-4872-8367-0EAE74E67CA7}"/>
              </a:ext>
            </a:extLst>
          </p:cNvPr>
          <p:cNvSpPr txBox="1"/>
          <p:nvPr/>
        </p:nvSpPr>
        <p:spPr>
          <a:xfrm>
            <a:off x="6689775" y="4952081"/>
            <a:ext cx="44163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播放音訊後進行提問</a:t>
            </a:r>
            <a:endParaRPr lang="ko-KR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A8DF01A-F232-4963-BC94-2163305D53A2}"/>
              </a:ext>
            </a:extLst>
          </p:cNvPr>
          <p:cNvSpPr txBox="1"/>
          <p:nvPr/>
        </p:nvSpPr>
        <p:spPr>
          <a:xfrm>
            <a:off x="9692340" y="1995510"/>
            <a:ext cx="36627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系統回覆聽力原文、答案、分數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31AAF1D-D949-4E4A-B377-A8E496D66BAE}"/>
              </a:ext>
            </a:extLst>
          </p:cNvPr>
          <p:cNvSpPr txBox="1"/>
          <p:nvPr/>
        </p:nvSpPr>
        <p:spPr>
          <a:xfrm>
            <a:off x="5188492" y="6319567"/>
            <a:ext cx="44163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選擇難易度</a:t>
            </a:r>
            <a:endParaRPr lang="ko-KR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39" name="Donut 8">
            <a:extLst>
              <a:ext uri="{FF2B5EF4-FFF2-40B4-BE49-F238E27FC236}">
                <a16:creationId xmlns:a16="http://schemas.microsoft.com/office/drawing/2014/main" id="{5DD4C900-7672-4C45-A30E-397B41D18687}"/>
              </a:ext>
            </a:extLst>
          </p:cNvPr>
          <p:cNvSpPr/>
          <p:nvPr/>
        </p:nvSpPr>
        <p:spPr>
          <a:xfrm>
            <a:off x="6644498" y="2946576"/>
            <a:ext cx="409696" cy="489718"/>
          </a:xfrm>
          <a:custGeom>
            <a:avLst/>
            <a:gdLst/>
            <a:ahLst/>
            <a:cxnLst/>
            <a:rect l="l" t="t" r="r" b="b"/>
            <a:pathLst>
              <a:path w="2688046" h="3213079">
                <a:moveTo>
                  <a:pt x="1056023" y="556744"/>
                </a:moveTo>
                <a:lnTo>
                  <a:pt x="1056023" y="906412"/>
                </a:lnTo>
                <a:cubicBezTo>
                  <a:pt x="641240" y="1029807"/>
                  <a:pt x="338989" y="1414134"/>
                  <a:pt x="338989" y="1869056"/>
                </a:cubicBezTo>
                <a:cubicBezTo>
                  <a:pt x="338989" y="2424121"/>
                  <a:pt x="788958" y="2874090"/>
                  <a:pt x="1344023" y="2874090"/>
                </a:cubicBezTo>
                <a:cubicBezTo>
                  <a:pt x="1899088" y="2874090"/>
                  <a:pt x="2349057" y="2424121"/>
                  <a:pt x="2349057" y="1869056"/>
                </a:cubicBezTo>
                <a:cubicBezTo>
                  <a:pt x="2349057" y="1414134"/>
                  <a:pt x="2046806" y="1029807"/>
                  <a:pt x="1632023" y="906412"/>
                </a:cubicBezTo>
                <a:lnTo>
                  <a:pt x="1632023" y="556744"/>
                </a:lnTo>
                <a:cubicBezTo>
                  <a:pt x="2235992" y="687900"/>
                  <a:pt x="2688046" y="1225687"/>
                  <a:pt x="2688046" y="1869056"/>
                </a:cubicBezTo>
                <a:cubicBezTo>
                  <a:pt x="2688046" y="2611339"/>
                  <a:pt x="2086306" y="3213079"/>
                  <a:pt x="1344023" y="3213079"/>
                </a:cubicBezTo>
                <a:cubicBezTo>
                  <a:pt x="601740" y="3213079"/>
                  <a:pt x="0" y="2611339"/>
                  <a:pt x="0" y="1869056"/>
                </a:cubicBezTo>
                <a:cubicBezTo>
                  <a:pt x="0" y="1225687"/>
                  <a:pt x="452054" y="687900"/>
                  <a:pt x="1056023" y="556744"/>
                </a:cubicBezTo>
                <a:close/>
                <a:moveTo>
                  <a:pt x="1344023" y="0"/>
                </a:moveTo>
                <a:cubicBezTo>
                  <a:pt x="1443445" y="0"/>
                  <a:pt x="1524043" y="80598"/>
                  <a:pt x="1524043" y="180020"/>
                </a:cubicBezTo>
                <a:lnTo>
                  <a:pt x="1524043" y="1413058"/>
                </a:lnTo>
                <a:cubicBezTo>
                  <a:pt x="1524043" y="1512480"/>
                  <a:pt x="1443445" y="1593078"/>
                  <a:pt x="1344023" y="1593078"/>
                </a:cubicBezTo>
                <a:cubicBezTo>
                  <a:pt x="1244601" y="1593078"/>
                  <a:pt x="1164003" y="1512480"/>
                  <a:pt x="1164003" y="1413058"/>
                </a:cubicBezTo>
                <a:lnTo>
                  <a:pt x="1164003" y="180020"/>
                </a:lnTo>
                <a:cubicBezTo>
                  <a:pt x="1164003" y="80598"/>
                  <a:pt x="1244601" y="0"/>
                  <a:pt x="1344023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solidFill>
                <a:schemeClr val="tx1"/>
              </a:solidFill>
            </a:endParaRPr>
          </a:p>
        </p:txBody>
      </p:sp>
      <p:sp>
        <p:nvSpPr>
          <p:cNvPr id="40" name="Donut 24">
            <a:extLst>
              <a:ext uri="{FF2B5EF4-FFF2-40B4-BE49-F238E27FC236}">
                <a16:creationId xmlns:a16="http://schemas.microsoft.com/office/drawing/2014/main" id="{32AA287B-CF9F-467C-A5C0-CE3CC2F1A3D7}"/>
              </a:ext>
            </a:extLst>
          </p:cNvPr>
          <p:cNvSpPr/>
          <p:nvPr/>
        </p:nvSpPr>
        <p:spPr>
          <a:xfrm>
            <a:off x="8121358" y="1611421"/>
            <a:ext cx="474260" cy="478121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solidFill>
                <a:schemeClr val="tx1"/>
              </a:solidFill>
            </a:endParaRPr>
          </a:p>
        </p:txBody>
      </p:sp>
      <p:sp>
        <p:nvSpPr>
          <p:cNvPr id="41" name="Block Arc 25">
            <a:extLst>
              <a:ext uri="{FF2B5EF4-FFF2-40B4-BE49-F238E27FC236}">
                <a16:creationId xmlns:a16="http://schemas.microsoft.com/office/drawing/2014/main" id="{31FE919C-941E-4BE6-A9BE-8BF45AA177F7}"/>
              </a:ext>
            </a:extLst>
          </p:cNvPr>
          <p:cNvSpPr>
            <a:spLocks noChangeAspect="1"/>
          </p:cNvSpPr>
          <p:nvPr/>
        </p:nvSpPr>
        <p:spPr>
          <a:xfrm>
            <a:off x="3683409" y="5685387"/>
            <a:ext cx="340535" cy="491971"/>
          </a:xfrm>
          <a:custGeom>
            <a:avLst/>
            <a:gdLst/>
            <a:ahLst/>
            <a:cxnLst/>
            <a:rect l="l" t="t" r="r" b="b"/>
            <a:pathLst>
              <a:path w="2215656" h="3200962">
                <a:moveTo>
                  <a:pt x="1107829" y="2097026"/>
                </a:moveTo>
                <a:cubicBezTo>
                  <a:pt x="1025315" y="2097026"/>
                  <a:pt x="958423" y="2163918"/>
                  <a:pt x="958423" y="2246432"/>
                </a:cubicBezTo>
                <a:cubicBezTo>
                  <a:pt x="958423" y="2302715"/>
                  <a:pt x="989546" y="2351730"/>
                  <a:pt x="1036590" y="2375275"/>
                </a:cubicBezTo>
                <a:lnTo>
                  <a:pt x="985422" y="2684898"/>
                </a:lnTo>
                <a:lnTo>
                  <a:pt x="1230236" y="2684898"/>
                </a:lnTo>
                <a:lnTo>
                  <a:pt x="1179068" y="2375275"/>
                </a:lnTo>
                <a:cubicBezTo>
                  <a:pt x="1226112" y="2351730"/>
                  <a:pt x="1257234" y="2302715"/>
                  <a:pt x="1257234" y="2246432"/>
                </a:cubicBezTo>
                <a:cubicBezTo>
                  <a:pt x="1257234" y="2163918"/>
                  <a:pt x="1190343" y="2097026"/>
                  <a:pt x="1107829" y="2097026"/>
                </a:cubicBezTo>
                <a:close/>
                <a:moveTo>
                  <a:pt x="1102513" y="266871"/>
                </a:moveTo>
                <a:cubicBezTo>
                  <a:pt x="874876" y="269781"/>
                  <a:pt x="691868" y="455143"/>
                  <a:pt x="691868" y="682798"/>
                </a:cubicBezTo>
                <a:lnTo>
                  <a:pt x="690469" y="682798"/>
                </a:lnTo>
                <a:lnTo>
                  <a:pt x="690469" y="1580962"/>
                </a:lnTo>
                <a:lnTo>
                  <a:pt x="1525188" y="1580962"/>
                </a:lnTo>
                <a:lnTo>
                  <a:pt x="1525188" y="672127"/>
                </a:lnTo>
                <a:lnTo>
                  <a:pt x="1523654" y="672166"/>
                </a:lnTo>
                <a:cubicBezTo>
                  <a:pt x="1517835" y="444585"/>
                  <a:pt x="1330149" y="263961"/>
                  <a:pt x="1102513" y="266871"/>
                </a:cubicBezTo>
                <a:close/>
                <a:moveTo>
                  <a:pt x="1099102" y="56"/>
                </a:moveTo>
                <a:cubicBezTo>
                  <a:pt x="1472767" y="-4720"/>
                  <a:pt x="1780852" y="291773"/>
                  <a:pt x="1790404" y="665346"/>
                </a:cubicBezTo>
                <a:lnTo>
                  <a:pt x="1742843" y="666562"/>
                </a:lnTo>
                <a:lnTo>
                  <a:pt x="1790627" y="666562"/>
                </a:lnTo>
                <a:lnTo>
                  <a:pt x="1790627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425030" y="1580962"/>
                </a:lnTo>
                <a:lnTo>
                  <a:pt x="425030" y="676764"/>
                </a:lnTo>
                <a:lnTo>
                  <a:pt x="425634" y="676764"/>
                </a:lnTo>
                <a:cubicBezTo>
                  <a:pt x="428273" y="305830"/>
                  <a:pt x="727452" y="4806"/>
                  <a:pt x="1099102" y="56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solidFill>
                <a:schemeClr val="tx1"/>
              </a:solidFill>
            </a:endParaRPr>
          </a:p>
        </p:txBody>
      </p:sp>
      <p:sp>
        <p:nvSpPr>
          <p:cNvPr id="42" name="자유형 151">
            <a:extLst>
              <a:ext uri="{FF2B5EF4-FFF2-40B4-BE49-F238E27FC236}">
                <a16:creationId xmlns:a16="http://schemas.microsoft.com/office/drawing/2014/main" id="{15F5A486-914E-4CD1-A4C9-53BA05E124B6}"/>
              </a:ext>
            </a:extLst>
          </p:cNvPr>
          <p:cNvSpPr/>
          <p:nvPr/>
        </p:nvSpPr>
        <p:spPr>
          <a:xfrm>
            <a:off x="5096133" y="4389213"/>
            <a:ext cx="442910" cy="464866"/>
          </a:xfrm>
          <a:custGeom>
            <a:avLst/>
            <a:gdLst>
              <a:gd name="connsiteX0" fmla="*/ 1460984 w 2921968"/>
              <a:gd name="connsiteY0" fmla="*/ 233294 h 3066808"/>
              <a:gd name="connsiteX1" fmla="*/ 1320049 w 2921968"/>
              <a:gd name="connsiteY1" fmla="*/ 374229 h 3066808"/>
              <a:gd name="connsiteX2" fmla="*/ 1460984 w 2921968"/>
              <a:gd name="connsiteY2" fmla="*/ 515164 h 3066808"/>
              <a:gd name="connsiteX3" fmla="*/ 1601919 w 2921968"/>
              <a:gd name="connsiteY3" fmla="*/ 374229 h 3066808"/>
              <a:gd name="connsiteX4" fmla="*/ 1460984 w 2921968"/>
              <a:gd name="connsiteY4" fmla="*/ 233294 h 3066808"/>
              <a:gd name="connsiteX5" fmla="*/ 1460984 w 2921968"/>
              <a:gd name="connsiteY5" fmla="*/ 0 h 3066808"/>
              <a:gd name="connsiteX6" fmla="*/ 1835213 w 2921968"/>
              <a:gd name="connsiteY6" fmla="*/ 374229 h 3066808"/>
              <a:gd name="connsiteX7" fmla="*/ 1670219 w 2921968"/>
              <a:gd name="connsiteY7" fmla="*/ 684545 h 3066808"/>
              <a:gd name="connsiteX8" fmla="*/ 1626866 w 2921968"/>
              <a:gd name="connsiteY8" fmla="*/ 708077 h 3066808"/>
              <a:gd name="connsiteX9" fmla="*/ 1646248 w 2921968"/>
              <a:gd name="connsiteY9" fmla="*/ 873151 h 3066808"/>
              <a:gd name="connsiteX10" fmla="*/ 2235203 w 2921968"/>
              <a:gd name="connsiteY10" fmla="*/ 873151 h 3066808"/>
              <a:gd name="connsiteX11" fmla="*/ 2241832 w 2921968"/>
              <a:gd name="connsiteY11" fmla="*/ 851796 h 3066808"/>
              <a:gd name="connsiteX12" fmla="*/ 2430803 w 2921968"/>
              <a:gd name="connsiteY12" fmla="*/ 726537 h 3066808"/>
              <a:gd name="connsiteX13" fmla="*/ 2635891 w 2921968"/>
              <a:gd name="connsiteY13" fmla="*/ 931625 h 3066808"/>
              <a:gd name="connsiteX14" fmla="*/ 2430803 w 2921968"/>
              <a:gd name="connsiteY14" fmla="*/ 1136713 h 3066808"/>
              <a:gd name="connsiteX15" fmla="*/ 2241832 w 2921968"/>
              <a:gd name="connsiteY15" fmla="*/ 1011455 h 3066808"/>
              <a:gd name="connsiteX16" fmla="*/ 2233652 w 2921968"/>
              <a:gd name="connsiteY16" fmla="*/ 985105 h 3066808"/>
              <a:gd name="connsiteX17" fmla="*/ 1659393 w 2921968"/>
              <a:gd name="connsiteY17" fmla="*/ 985105 h 3066808"/>
              <a:gd name="connsiteX18" fmla="*/ 1835639 w 2921968"/>
              <a:gd name="connsiteY18" fmla="*/ 2486125 h 3066808"/>
              <a:gd name="connsiteX19" fmla="*/ 2605322 w 2921968"/>
              <a:gd name="connsiteY19" fmla="*/ 1804902 h 3066808"/>
              <a:gd name="connsiteX20" fmla="*/ 2437231 w 2921968"/>
              <a:gd name="connsiteY20" fmla="*/ 1828663 h 3066808"/>
              <a:gd name="connsiteX21" fmla="*/ 2679599 w 2921968"/>
              <a:gd name="connsiteY21" fmla="*/ 1472350 h 3066808"/>
              <a:gd name="connsiteX22" fmla="*/ 2921968 w 2921968"/>
              <a:gd name="connsiteY22" fmla="*/ 1828663 h 3066808"/>
              <a:gd name="connsiteX23" fmla="*/ 2749252 w 2921968"/>
              <a:gd name="connsiteY23" fmla="*/ 1804848 h 3066808"/>
              <a:gd name="connsiteX24" fmla="*/ 1665272 w 2921968"/>
              <a:gd name="connsiteY24" fmla="*/ 2905483 h 3066808"/>
              <a:gd name="connsiteX25" fmla="*/ 1462434 w 2921968"/>
              <a:gd name="connsiteY25" fmla="*/ 3066808 h 3066808"/>
              <a:gd name="connsiteX26" fmla="*/ 1265857 w 2921968"/>
              <a:gd name="connsiteY26" fmla="*/ 2910631 h 3066808"/>
              <a:gd name="connsiteX27" fmla="*/ 175466 w 2921968"/>
              <a:gd name="connsiteY27" fmla="*/ 1804523 h 3066808"/>
              <a:gd name="connsiteX28" fmla="*/ 0 w 2921968"/>
              <a:gd name="connsiteY28" fmla="*/ 1828663 h 3066808"/>
              <a:gd name="connsiteX29" fmla="*/ 242369 w 2921968"/>
              <a:gd name="connsiteY29" fmla="*/ 1472350 h 3066808"/>
              <a:gd name="connsiteX30" fmla="*/ 484739 w 2921968"/>
              <a:gd name="connsiteY30" fmla="*/ 1828663 h 3066808"/>
              <a:gd name="connsiteX31" fmla="*/ 319066 w 2921968"/>
              <a:gd name="connsiteY31" fmla="*/ 1805271 h 3066808"/>
              <a:gd name="connsiteX32" fmla="*/ 1095798 w 2921968"/>
              <a:gd name="connsiteY32" fmla="*/ 2488933 h 3066808"/>
              <a:gd name="connsiteX33" fmla="*/ 1266566 w 2921968"/>
              <a:gd name="connsiteY33" fmla="*/ 985105 h 3066808"/>
              <a:gd name="connsiteX34" fmla="*/ 728631 w 2921968"/>
              <a:gd name="connsiteY34" fmla="*/ 985105 h 3066808"/>
              <a:gd name="connsiteX35" fmla="*/ 727109 w 2921968"/>
              <a:gd name="connsiteY35" fmla="*/ 987221 h 3066808"/>
              <a:gd name="connsiteX36" fmla="*/ 719586 w 2921968"/>
              <a:gd name="connsiteY36" fmla="*/ 1011455 h 3066808"/>
              <a:gd name="connsiteX37" fmla="*/ 530615 w 2921968"/>
              <a:gd name="connsiteY37" fmla="*/ 1136713 h 3066808"/>
              <a:gd name="connsiteX38" fmla="*/ 325527 w 2921968"/>
              <a:gd name="connsiteY38" fmla="*/ 931625 h 3066808"/>
              <a:gd name="connsiteX39" fmla="*/ 530615 w 2921968"/>
              <a:gd name="connsiteY39" fmla="*/ 726537 h 3066808"/>
              <a:gd name="connsiteX40" fmla="*/ 719586 w 2921968"/>
              <a:gd name="connsiteY40" fmla="*/ 851796 h 3066808"/>
              <a:gd name="connsiteX41" fmla="*/ 724380 w 2921968"/>
              <a:gd name="connsiteY41" fmla="*/ 867240 h 3066808"/>
              <a:gd name="connsiteX42" fmla="*/ 728634 w 2921968"/>
              <a:gd name="connsiteY42" fmla="*/ 873151 h 3066808"/>
              <a:gd name="connsiteX43" fmla="*/ 1279279 w 2921968"/>
              <a:gd name="connsiteY43" fmla="*/ 873151 h 3066808"/>
              <a:gd name="connsiteX44" fmla="*/ 1297855 w 2921968"/>
              <a:gd name="connsiteY44" fmla="*/ 709571 h 3066808"/>
              <a:gd name="connsiteX45" fmla="*/ 1251749 w 2921968"/>
              <a:gd name="connsiteY45" fmla="*/ 684545 h 3066808"/>
              <a:gd name="connsiteX46" fmla="*/ 1086755 w 2921968"/>
              <a:gd name="connsiteY46" fmla="*/ 374229 h 3066808"/>
              <a:gd name="connsiteX47" fmla="*/ 1460984 w 2921968"/>
              <a:gd name="connsiteY47" fmla="*/ 0 h 3066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2921968" h="3066808">
                <a:moveTo>
                  <a:pt x="1460984" y="233294"/>
                </a:moveTo>
                <a:cubicBezTo>
                  <a:pt x="1383148" y="233294"/>
                  <a:pt x="1320049" y="296393"/>
                  <a:pt x="1320049" y="374229"/>
                </a:cubicBezTo>
                <a:cubicBezTo>
                  <a:pt x="1320049" y="452065"/>
                  <a:pt x="1383148" y="515164"/>
                  <a:pt x="1460984" y="515164"/>
                </a:cubicBezTo>
                <a:cubicBezTo>
                  <a:pt x="1538820" y="515164"/>
                  <a:pt x="1601919" y="452065"/>
                  <a:pt x="1601919" y="374229"/>
                </a:cubicBezTo>
                <a:cubicBezTo>
                  <a:pt x="1601919" y="296393"/>
                  <a:pt x="1538820" y="233294"/>
                  <a:pt x="1460984" y="233294"/>
                </a:cubicBezTo>
                <a:close/>
                <a:moveTo>
                  <a:pt x="1460984" y="0"/>
                </a:moveTo>
                <a:cubicBezTo>
                  <a:pt x="1667665" y="0"/>
                  <a:pt x="1835213" y="167548"/>
                  <a:pt x="1835213" y="374229"/>
                </a:cubicBezTo>
                <a:cubicBezTo>
                  <a:pt x="1835213" y="503404"/>
                  <a:pt x="1769765" y="617294"/>
                  <a:pt x="1670219" y="684545"/>
                </a:cubicBezTo>
                <a:lnTo>
                  <a:pt x="1626866" y="708077"/>
                </a:lnTo>
                <a:lnTo>
                  <a:pt x="1646248" y="873151"/>
                </a:lnTo>
                <a:lnTo>
                  <a:pt x="2235203" y="873151"/>
                </a:lnTo>
                <a:lnTo>
                  <a:pt x="2241832" y="851796"/>
                </a:lnTo>
                <a:cubicBezTo>
                  <a:pt x="2272966" y="778187"/>
                  <a:pt x="2345853" y="726537"/>
                  <a:pt x="2430803" y="726537"/>
                </a:cubicBezTo>
                <a:cubicBezTo>
                  <a:pt x="2544070" y="726537"/>
                  <a:pt x="2635891" y="818358"/>
                  <a:pt x="2635891" y="931625"/>
                </a:cubicBezTo>
                <a:cubicBezTo>
                  <a:pt x="2635891" y="1044892"/>
                  <a:pt x="2544070" y="1136713"/>
                  <a:pt x="2430803" y="1136713"/>
                </a:cubicBezTo>
                <a:cubicBezTo>
                  <a:pt x="2345853" y="1136713"/>
                  <a:pt x="2272966" y="1085064"/>
                  <a:pt x="2241832" y="1011455"/>
                </a:cubicBezTo>
                <a:lnTo>
                  <a:pt x="2233652" y="985105"/>
                </a:lnTo>
                <a:lnTo>
                  <a:pt x="1659393" y="985105"/>
                </a:lnTo>
                <a:lnTo>
                  <a:pt x="1835639" y="2486125"/>
                </a:lnTo>
                <a:cubicBezTo>
                  <a:pt x="2257126" y="2356235"/>
                  <a:pt x="2582425" y="2203368"/>
                  <a:pt x="2605322" y="1804902"/>
                </a:cubicBezTo>
                <a:cubicBezTo>
                  <a:pt x="2547615" y="1806965"/>
                  <a:pt x="2490707" y="1815307"/>
                  <a:pt x="2437231" y="1828663"/>
                </a:cubicBezTo>
                <a:cubicBezTo>
                  <a:pt x="2542844" y="1722240"/>
                  <a:pt x="2642253" y="1622871"/>
                  <a:pt x="2679599" y="1472350"/>
                </a:cubicBezTo>
                <a:cubicBezTo>
                  <a:pt x="2719016" y="1621107"/>
                  <a:pt x="2816355" y="1715183"/>
                  <a:pt x="2921968" y="1828663"/>
                </a:cubicBezTo>
                <a:cubicBezTo>
                  <a:pt x="2868630" y="1815688"/>
                  <a:pt x="2809977" y="1807008"/>
                  <a:pt x="2749252" y="1804848"/>
                </a:cubicBezTo>
                <a:cubicBezTo>
                  <a:pt x="2719427" y="2342499"/>
                  <a:pt x="2353693" y="2860207"/>
                  <a:pt x="1665272" y="2905483"/>
                </a:cubicBezTo>
                <a:cubicBezTo>
                  <a:pt x="1561523" y="2978866"/>
                  <a:pt x="1523475" y="3013033"/>
                  <a:pt x="1462434" y="3066808"/>
                </a:cubicBezTo>
                <a:cubicBezTo>
                  <a:pt x="1404574" y="3011016"/>
                  <a:pt x="1369708" y="2980430"/>
                  <a:pt x="1265857" y="2910631"/>
                </a:cubicBezTo>
                <a:cubicBezTo>
                  <a:pt x="648092" y="2849018"/>
                  <a:pt x="205460" y="2343748"/>
                  <a:pt x="175466" y="1804523"/>
                </a:cubicBezTo>
                <a:cubicBezTo>
                  <a:pt x="115256" y="1806261"/>
                  <a:pt x="55763" y="1814736"/>
                  <a:pt x="0" y="1828663"/>
                </a:cubicBezTo>
                <a:cubicBezTo>
                  <a:pt x="105615" y="1722240"/>
                  <a:pt x="205022" y="1622871"/>
                  <a:pt x="242369" y="1472350"/>
                </a:cubicBezTo>
                <a:cubicBezTo>
                  <a:pt x="281785" y="1621107"/>
                  <a:pt x="379124" y="1715183"/>
                  <a:pt x="484739" y="1828663"/>
                </a:cubicBezTo>
                <a:cubicBezTo>
                  <a:pt x="433473" y="1816193"/>
                  <a:pt x="377298" y="1807690"/>
                  <a:pt x="319066" y="1805271"/>
                </a:cubicBezTo>
                <a:cubicBezTo>
                  <a:pt x="342774" y="2204526"/>
                  <a:pt x="675270" y="2359301"/>
                  <a:pt x="1095798" y="2488933"/>
                </a:cubicBezTo>
                <a:lnTo>
                  <a:pt x="1266566" y="985105"/>
                </a:lnTo>
                <a:lnTo>
                  <a:pt x="728631" y="985105"/>
                </a:lnTo>
                <a:lnTo>
                  <a:pt x="727109" y="987221"/>
                </a:lnTo>
                <a:lnTo>
                  <a:pt x="719586" y="1011455"/>
                </a:lnTo>
                <a:cubicBezTo>
                  <a:pt x="688452" y="1085064"/>
                  <a:pt x="615566" y="1136713"/>
                  <a:pt x="530615" y="1136713"/>
                </a:cubicBezTo>
                <a:cubicBezTo>
                  <a:pt x="417348" y="1136713"/>
                  <a:pt x="325527" y="1044892"/>
                  <a:pt x="325527" y="931625"/>
                </a:cubicBezTo>
                <a:cubicBezTo>
                  <a:pt x="325527" y="818358"/>
                  <a:pt x="417348" y="726537"/>
                  <a:pt x="530615" y="726537"/>
                </a:cubicBezTo>
                <a:cubicBezTo>
                  <a:pt x="615566" y="726537"/>
                  <a:pt x="688452" y="778187"/>
                  <a:pt x="719586" y="851796"/>
                </a:cubicBezTo>
                <a:lnTo>
                  <a:pt x="724380" y="867240"/>
                </a:lnTo>
                <a:lnTo>
                  <a:pt x="728634" y="873151"/>
                </a:lnTo>
                <a:lnTo>
                  <a:pt x="1279279" y="873151"/>
                </a:lnTo>
                <a:lnTo>
                  <a:pt x="1297855" y="709571"/>
                </a:lnTo>
                <a:lnTo>
                  <a:pt x="1251749" y="684545"/>
                </a:lnTo>
                <a:cubicBezTo>
                  <a:pt x="1152204" y="617294"/>
                  <a:pt x="1086755" y="503404"/>
                  <a:pt x="1086755" y="374229"/>
                </a:cubicBezTo>
                <a:cubicBezTo>
                  <a:pt x="1086755" y="167548"/>
                  <a:pt x="1254303" y="0"/>
                  <a:pt x="1460984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/>
          </a:p>
        </p:txBody>
      </p:sp>
      <p:sp>
        <p:nvSpPr>
          <p:cNvPr id="44" name="Circle: Hollow 43">
            <a:extLst>
              <a:ext uri="{FF2B5EF4-FFF2-40B4-BE49-F238E27FC236}">
                <a16:creationId xmlns:a16="http://schemas.microsoft.com/office/drawing/2014/main" id="{DEC173AA-C82E-4B92-B550-6E65463C41A6}"/>
              </a:ext>
            </a:extLst>
          </p:cNvPr>
          <p:cNvSpPr/>
          <p:nvPr/>
        </p:nvSpPr>
        <p:spPr>
          <a:xfrm>
            <a:off x="2919302" y="5050046"/>
            <a:ext cx="1823519" cy="1823519"/>
          </a:xfrm>
          <a:prstGeom prst="donu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>
              <a:solidFill>
                <a:schemeClr val="tx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919B331-E5DF-4207-8F99-4863206F079D}"/>
              </a:ext>
            </a:extLst>
          </p:cNvPr>
          <p:cNvSpPr txBox="1"/>
          <p:nvPr/>
        </p:nvSpPr>
        <p:spPr>
          <a:xfrm>
            <a:off x="8191058" y="3584596"/>
            <a:ext cx="44163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使用者輸入答案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FFD1FFE-EE5D-4508-BC53-E1CBBA637A09}"/>
              </a:ext>
            </a:extLst>
          </p:cNvPr>
          <p:cNvSpPr txBox="1"/>
          <p:nvPr/>
        </p:nvSpPr>
        <p:spPr>
          <a:xfrm>
            <a:off x="432440" y="291591"/>
            <a:ext cx="4885148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TW" altLang="en-US" sz="5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聽力練習</a:t>
            </a:r>
            <a:endParaRPr lang="en-US" altLang="ko-KR" sz="5400" b="1" dirty="0">
              <a:solidFill>
                <a:schemeClr val="tx1">
                  <a:lumMod val="85000"/>
                  <a:lumOff val="1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7138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398DF3DB-FB62-374B-8E26-62A510AB58B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251"/>
          <a:stretch/>
        </p:blipFill>
        <p:spPr bwMode="auto">
          <a:xfrm>
            <a:off x="5922661" y="12031"/>
            <a:ext cx="3410805" cy="448777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0C8F6972-FCF7-C569-A8B4-94F42E3B5A4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878"/>
          <a:stretch/>
        </p:blipFill>
        <p:spPr bwMode="auto">
          <a:xfrm>
            <a:off x="5922661" y="4499810"/>
            <a:ext cx="3410805" cy="370052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1365724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>
          <a:extLst>
            <a:ext uri="{FF2B5EF4-FFF2-40B4-BE49-F238E27FC236}">
              <a16:creationId xmlns:a16="http://schemas.microsoft.com/office/drawing/2014/main" id="{ED16C6E5-859E-44CD-07EC-6FE8EB2AC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6">
            <a:extLst>
              <a:ext uri="{FF2B5EF4-FFF2-40B4-BE49-F238E27FC236}">
                <a16:creationId xmlns:a16="http://schemas.microsoft.com/office/drawing/2014/main" id="{A686F9FA-85F9-422B-0794-2CA9CECACF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159" y="2097760"/>
            <a:ext cx="8108703" cy="1885920"/>
          </a:xfrm>
          <a:prstGeom prst="rect">
            <a:avLst/>
          </a:prstGeom>
        </p:spPr>
        <p:txBody>
          <a:bodyPr spcFirstLastPara="1" wrap="square" lIns="146280" tIns="146280" rIns="146280" bIns="146280" anchor="b" anchorCtr="0">
            <a:noAutofit/>
          </a:bodyPr>
          <a:lstStyle/>
          <a:p>
            <a:pPr algn="l"/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提示工程設計 </a:t>
            </a:r>
          </a:p>
        </p:txBody>
      </p:sp>
      <p:cxnSp>
        <p:nvCxnSpPr>
          <p:cNvPr id="661" name="Google Shape;661;p46">
            <a:extLst>
              <a:ext uri="{FF2B5EF4-FFF2-40B4-BE49-F238E27FC236}">
                <a16:creationId xmlns:a16="http://schemas.microsoft.com/office/drawing/2014/main" id="{74542FA2-D983-F59C-7236-B312EC0C87A6}"/>
              </a:ext>
            </a:extLst>
          </p:cNvPr>
          <p:cNvCxnSpPr/>
          <p:nvPr/>
        </p:nvCxnSpPr>
        <p:spPr>
          <a:xfrm>
            <a:off x="4182677" y="4267262"/>
            <a:ext cx="546288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7840089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477" y="406570"/>
            <a:ext cx="4400332" cy="869096"/>
          </a:xfrm>
        </p:spPr>
        <p:txBody>
          <a:bodyPr/>
          <a:lstStyle/>
          <a:p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基本設計原則</a:t>
            </a:r>
            <a:endParaRPr lang="zh-TW" altLang="en-US" sz="5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BE06061-A028-4E9A-88A2-FF642457DCF5}"/>
              </a:ext>
            </a:extLst>
          </p:cNvPr>
          <p:cNvGrpSpPr/>
          <p:nvPr/>
        </p:nvGrpSpPr>
        <p:grpSpPr>
          <a:xfrm>
            <a:off x="5055636" y="2507417"/>
            <a:ext cx="4519130" cy="4492516"/>
            <a:chOff x="2670753" y="2114334"/>
            <a:chExt cx="3765942" cy="3743763"/>
          </a:xfrm>
        </p:grpSpPr>
        <p:sp>
          <p:nvSpPr>
            <p:cNvPr id="4" name="Block Arc 3">
              <a:extLst>
                <a:ext uri="{FF2B5EF4-FFF2-40B4-BE49-F238E27FC236}">
                  <a16:creationId xmlns:a16="http://schemas.microsoft.com/office/drawing/2014/main" id="{318C2E1B-EC3B-4D1F-AD14-B959940C5018}"/>
                </a:ext>
              </a:extLst>
            </p:cNvPr>
            <p:cNvSpPr/>
            <p:nvPr/>
          </p:nvSpPr>
          <p:spPr>
            <a:xfrm>
              <a:off x="2680279" y="2119944"/>
              <a:ext cx="3619171" cy="3619170"/>
            </a:xfrm>
            <a:prstGeom prst="blockArc">
              <a:avLst>
                <a:gd name="adj1" fmla="val 11665054"/>
                <a:gd name="adj2" fmla="val 16188267"/>
                <a:gd name="adj3" fmla="val 29857"/>
              </a:avLst>
            </a:prstGeom>
            <a:solidFill>
              <a:schemeClr val="bg1"/>
            </a:solidFill>
            <a:ln w="762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</a:endParaRPr>
            </a:p>
          </p:txBody>
        </p:sp>
        <p:sp>
          <p:nvSpPr>
            <p:cNvPr id="5" name="Block Arc 4">
              <a:extLst>
                <a:ext uri="{FF2B5EF4-FFF2-40B4-BE49-F238E27FC236}">
                  <a16:creationId xmlns:a16="http://schemas.microsoft.com/office/drawing/2014/main" id="{F6358D7B-2B4C-4AA4-8E0A-5D0973949947}"/>
                </a:ext>
              </a:extLst>
            </p:cNvPr>
            <p:cNvSpPr/>
            <p:nvPr/>
          </p:nvSpPr>
          <p:spPr>
            <a:xfrm rot="4500000">
              <a:off x="2784252" y="2114333"/>
              <a:ext cx="3619170" cy="3619171"/>
            </a:xfrm>
            <a:prstGeom prst="blockArc">
              <a:avLst>
                <a:gd name="adj1" fmla="val 11684609"/>
                <a:gd name="adj2" fmla="val 16173964"/>
                <a:gd name="adj3" fmla="val 29814"/>
              </a:avLst>
            </a:prstGeom>
            <a:solidFill>
              <a:schemeClr val="bg1"/>
            </a:solidFill>
            <a:ln w="762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</a:endParaRPr>
            </a:p>
          </p:txBody>
        </p:sp>
        <p:sp>
          <p:nvSpPr>
            <p:cNvPr id="6" name="Block Arc 5">
              <a:extLst>
                <a:ext uri="{FF2B5EF4-FFF2-40B4-BE49-F238E27FC236}">
                  <a16:creationId xmlns:a16="http://schemas.microsoft.com/office/drawing/2014/main" id="{806655E9-FEA6-4806-99F0-D464E1809E80}"/>
                </a:ext>
              </a:extLst>
            </p:cNvPr>
            <p:cNvSpPr/>
            <p:nvPr/>
          </p:nvSpPr>
          <p:spPr>
            <a:xfrm rot="9180000">
              <a:off x="2817524" y="2209409"/>
              <a:ext cx="3619171" cy="3619170"/>
            </a:xfrm>
            <a:prstGeom prst="blockArc">
              <a:avLst>
                <a:gd name="adj1" fmla="val 11508045"/>
                <a:gd name="adj2" fmla="val 16173964"/>
                <a:gd name="adj3" fmla="val 29814"/>
              </a:avLst>
            </a:prstGeom>
            <a:solidFill>
              <a:schemeClr val="bg1"/>
            </a:solidFill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</a:endParaRPr>
            </a:p>
          </p:txBody>
        </p:sp>
        <p:sp>
          <p:nvSpPr>
            <p:cNvPr id="7" name="Block Arc 6">
              <a:extLst>
                <a:ext uri="{FF2B5EF4-FFF2-40B4-BE49-F238E27FC236}">
                  <a16:creationId xmlns:a16="http://schemas.microsoft.com/office/drawing/2014/main" id="{78578029-514C-4001-9A86-AA76B3684E9B}"/>
                </a:ext>
              </a:extLst>
            </p:cNvPr>
            <p:cNvSpPr/>
            <p:nvPr/>
          </p:nvSpPr>
          <p:spPr>
            <a:xfrm rot="17100000">
              <a:off x="2670754" y="2238926"/>
              <a:ext cx="3619170" cy="3619171"/>
            </a:xfrm>
            <a:prstGeom prst="blockArc">
              <a:avLst>
                <a:gd name="adj1" fmla="val 11665054"/>
                <a:gd name="adj2" fmla="val 16173964"/>
                <a:gd name="adj3" fmla="val 29814"/>
              </a:avLst>
            </a:prstGeom>
            <a:solidFill>
              <a:schemeClr val="bg1"/>
            </a:solidFill>
            <a:ln w="762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</a:endParaRPr>
            </a:p>
          </p:txBody>
        </p:sp>
      </p:grpSp>
      <p:sp>
        <p:nvSpPr>
          <p:cNvPr id="8" name="Teardrop 7">
            <a:extLst>
              <a:ext uri="{FF2B5EF4-FFF2-40B4-BE49-F238E27FC236}">
                <a16:creationId xmlns:a16="http://schemas.microsoft.com/office/drawing/2014/main" id="{9E216DA0-B739-4BB5-AC55-76518F73D15E}"/>
              </a:ext>
            </a:extLst>
          </p:cNvPr>
          <p:cNvSpPr/>
          <p:nvPr/>
        </p:nvSpPr>
        <p:spPr>
          <a:xfrm rot="8100000">
            <a:off x="6581208" y="4075018"/>
            <a:ext cx="1434492" cy="1434492"/>
          </a:xfrm>
          <a:prstGeom prst="teardrop">
            <a:avLst>
              <a:gd name="adj" fmla="val 182889"/>
            </a:avLst>
          </a:prstGeom>
          <a:solidFill>
            <a:schemeClr val="accent6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80" dirty="0">
              <a:solidFill>
                <a:schemeClr val="tx1">
                  <a:lumMod val="65000"/>
                  <a:lumOff val="35000"/>
                </a:schemeClr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9" name="Rounded Rectangle 12">
            <a:extLst>
              <a:ext uri="{FF2B5EF4-FFF2-40B4-BE49-F238E27FC236}">
                <a16:creationId xmlns:a16="http://schemas.microsoft.com/office/drawing/2014/main" id="{CB09F203-AAD7-435D-AA58-7513D16D43AC}"/>
              </a:ext>
            </a:extLst>
          </p:cNvPr>
          <p:cNvSpPr/>
          <p:nvPr/>
        </p:nvSpPr>
        <p:spPr>
          <a:xfrm>
            <a:off x="6996203" y="4369546"/>
            <a:ext cx="644683" cy="768257"/>
          </a:xfrm>
          <a:custGeom>
            <a:avLst/>
            <a:gdLst/>
            <a:ahLst/>
            <a:cxnLst/>
            <a:rect l="l" t="t" r="r" b="b"/>
            <a:pathLst>
              <a:path w="3312367" h="3947283">
                <a:moveTo>
                  <a:pt x="2537615" y="3705909"/>
                </a:moveTo>
                <a:cubicBezTo>
                  <a:pt x="2512344" y="3705909"/>
                  <a:pt x="2491857" y="3726396"/>
                  <a:pt x="2491857" y="3751667"/>
                </a:cubicBezTo>
                <a:cubicBezTo>
                  <a:pt x="2491857" y="3776938"/>
                  <a:pt x="2512344" y="3797425"/>
                  <a:pt x="2537615" y="3797425"/>
                </a:cubicBezTo>
                <a:lnTo>
                  <a:pt x="2762175" y="3797425"/>
                </a:lnTo>
                <a:cubicBezTo>
                  <a:pt x="2787446" y="3797425"/>
                  <a:pt x="2807933" y="3776938"/>
                  <a:pt x="2807933" y="3751667"/>
                </a:cubicBezTo>
                <a:cubicBezTo>
                  <a:pt x="2807933" y="3726396"/>
                  <a:pt x="2787446" y="3705909"/>
                  <a:pt x="2762175" y="3705909"/>
                </a:cubicBezTo>
                <a:close/>
                <a:moveTo>
                  <a:pt x="1141114" y="3408594"/>
                </a:moveTo>
                <a:cubicBezTo>
                  <a:pt x="1097903" y="3408594"/>
                  <a:pt x="1062874" y="3443623"/>
                  <a:pt x="1062874" y="3486834"/>
                </a:cubicBezTo>
                <a:cubicBezTo>
                  <a:pt x="1062874" y="3530045"/>
                  <a:pt x="1097903" y="3565073"/>
                  <a:pt x="1141114" y="3565073"/>
                </a:cubicBezTo>
                <a:lnTo>
                  <a:pt x="1525078" y="3565074"/>
                </a:lnTo>
                <a:cubicBezTo>
                  <a:pt x="1568289" y="3565074"/>
                  <a:pt x="1603318" y="3530045"/>
                  <a:pt x="1603318" y="3486834"/>
                </a:cubicBezTo>
                <a:lnTo>
                  <a:pt x="1603319" y="3486834"/>
                </a:lnTo>
                <a:cubicBezTo>
                  <a:pt x="1603319" y="3443623"/>
                  <a:pt x="1568290" y="3408594"/>
                  <a:pt x="1525079" y="3408594"/>
                </a:cubicBezTo>
                <a:close/>
                <a:moveTo>
                  <a:pt x="2129393" y="1705414"/>
                </a:moveTo>
                <a:lnTo>
                  <a:pt x="2129393" y="3580170"/>
                </a:lnTo>
                <a:lnTo>
                  <a:pt x="3126216" y="3580170"/>
                </a:lnTo>
                <a:lnTo>
                  <a:pt x="3126216" y="1705414"/>
                </a:lnTo>
                <a:close/>
                <a:moveTo>
                  <a:pt x="2481193" y="1533789"/>
                </a:moveTo>
                <a:cubicBezTo>
                  <a:pt x="2462682" y="1533789"/>
                  <a:pt x="2447676" y="1548795"/>
                  <a:pt x="2447676" y="1567306"/>
                </a:cubicBezTo>
                <a:lnTo>
                  <a:pt x="2447676" y="1572258"/>
                </a:lnTo>
                <a:cubicBezTo>
                  <a:pt x="2447676" y="1590769"/>
                  <a:pt x="2462682" y="1605775"/>
                  <a:pt x="2481193" y="1605775"/>
                </a:cubicBezTo>
                <a:lnTo>
                  <a:pt x="2774415" y="1605775"/>
                </a:lnTo>
                <a:cubicBezTo>
                  <a:pt x="2792926" y="1605775"/>
                  <a:pt x="2807932" y="1590769"/>
                  <a:pt x="2807932" y="1572258"/>
                </a:cubicBezTo>
                <a:lnTo>
                  <a:pt x="2807932" y="1567306"/>
                </a:lnTo>
                <a:cubicBezTo>
                  <a:pt x="2807932" y="1548795"/>
                  <a:pt x="2792926" y="1533789"/>
                  <a:pt x="2774415" y="1533789"/>
                </a:cubicBezTo>
                <a:close/>
                <a:moveTo>
                  <a:pt x="2113478" y="1418392"/>
                </a:moveTo>
                <a:lnTo>
                  <a:pt x="3142130" y="1418392"/>
                </a:lnTo>
                <a:cubicBezTo>
                  <a:pt x="3236149" y="1418392"/>
                  <a:pt x="3312367" y="1494610"/>
                  <a:pt x="3312367" y="1588629"/>
                </a:cubicBezTo>
                <a:lnTo>
                  <a:pt x="3312367" y="3777046"/>
                </a:lnTo>
                <a:cubicBezTo>
                  <a:pt x="3312367" y="3871065"/>
                  <a:pt x="3236149" y="3947283"/>
                  <a:pt x="3142130" y="3947283"/>
                </a:cubicBezTo>
                <a:lnTo>
                  <a:pt x="2113478" y="3947283"/>
                </a:lnTo>
                <a:cubicBezTo>
                  <a:pt x="2019459" y="3947283"/>
                  <a:pt x="1943241" y="3871065"/>
                  <a:pt x="1943241" y="3777046"/>
                </a:cubicBezTo>
                <a:lnTo>
                  <a:pt x="1943241" y="1588629"/>
                </a:lnTo>
                <a:cubicBezTo>
                  <a:pt x="1943241" y="1494610"/>
                  <a:pt x="2019459" y="1418392"/>
                  <a:pt x="2113478" y="1418392"/>
                </a:cubicBezTo>
                <a:close/>
                <a:moveTo>
                  <a:pt x="1006317" y="157391"/>
                </a:moveTo>
                <a:cubicBezTo>
                  <a:pt x="987806" y="157391"/>
                  <a:pt x="972800" y="172397"/>
                  <a:pt x="972800" y="190908"/>
                </a:cubicBezTo>
                <a:lnTo>
                  <a:pt x="972800" y="195860"/>
                </a:lnTo>
                <a:cubicBezTo>
                  <a:pt x="972800" y="214371"/>
                  <a:pt x="987806" y="229377"/>
                  <a:pt x="1006317" y="229377"/>
                </a:cubicBezTo>
                <a:lnTo>
                  <a:pt x="1659876" y="229377"/>
                </a:lnTo>
                <a:cubicBezTo>
                  <a:pt x="1678387" y="229377"/>
                  <a:pt x="1693393" y="214371"/>
                  <a:pt x="1693393" y="195860"/>
                </a:cubicBezTo>
                <a:lnTo>
                  <a:pt x="1693393" y="190908"/>
                </a:lnTo>
                <a:cubicBezTo>
                  <a:pt x="1693393" y="172397"/>
                  <a:pt x="1678387" y="157391"/>
                  <a:pt x="1659876" y="157391"/>
                </a:cubicBezTo>
                <a:close/>
                <a:moveTo>
                  <a:pt x="264780" y="0"/>
                </a:moveTo>
                <a:lnTo>
                  <a:pt x="2401413" y="0"/>
                </a:lnTo>
                <a:cubicBezTo>
                  <a:pt x="2547647" y="0"/>
                  <a:pt x="2666193" y="118546"/>
                  <a:pt x="2666193" y="264780"/>
                </a:cubicBezTo>
                <a:lnTo>
                  <a:pt x="2666193" y="1345374"/>
                </a:lnTo>
                <a:lnTo>
                  <a:pt x="2369517" y="1345374"/>
                </a:lnTo>
                <a:lnTo>
                  <a:pt x="2369517" y="366783"/>
                </a:lnTo>
                <a:lnTo>
                  <a:pt x="296676" y="366783"/>
                </a:lnTo>
                <a:lnTo>
                  <a:pt x="296676" y="3219873"/>
                </a:lnTo>
                <a:lnTo>
                  <a:pt x="1867527" y="3219873"/>
                </a:lnTo>
                <a:lnTo>
                  <a:pt x="1867527" y="3778374"/>
                </a:lnTo>
                <a:lnTo>
                  <a:pt x="264780" y="3778374"/>
                </a:lnTo>
                <a:cubicBezTo>
                  <a:pt x="118546" y="3778374"/>
                  <a:pt x="0" y="3659828"/>
                  <a:pt x="0" y="3513594"/>
                </a:cubicBezTo>
                <a:lnTo>
                  <a:pt x="0" y="264780"/>
                </a:lnTo>
                <a:cubicBezTo>
                  <a:pt x="0" y="118546"/>
                  <a:pt x="118546" y="0"/>
                  <a:pt x="26478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 dirty="0">
              <a:solidFill>
                <a:schemeClr val="bg1"/>
              </a:solidFill>
              <a:latin typeface="Microsoft JhengHei" panose="020B0604030504040204" pitchFamily="34" charset="-12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50CC93A-C114-4E09-9C5C-01CBC3241985}"/>
              </a:ext>
            </a:extLst>
          </p:cNvPr>
          <p:cNvGrpSpPr/>
          <p:nvPr/>
        </p:nvGrpSpPr>
        <p:grpSpPr>
          <a:xfrm>
            <a:off x="9773338" y="2122687"/>
            <a:ext cx="4243450" cy="1889876"/>
            <a:chOff x="3017860" y="4283314"/>
            <a:chExt cx="1805687" cy="157489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3983EA5-752F-476E-B71A-1620C5A16D65}"/>
                </a:ext>
              </a:extLst>
            </p:cNvPr>
            <p:cNvSpPr txBox="1"/>
            <p:nvPr/>
          </p:nvSpPr>
          <p:spPr>
            <a:xfrm>
              <a:off x="3024240" y="4755344"/>
              <a:ext cx="1755206" cy="11028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指令層：定義</a:t>
              </a:r>
              <a:r>
                <a:rPr lang="en-US" altLang="zh-TW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AI</a:t>
              </a:r>
              <a:r>
                <a:rPr lang="zh-TW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角色和任務</a:t>
              </a:r>
              <a:endParaRPr lang="en-US" altLang="zh-TW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限制層：設定回應邊界和風格示</a:t>
              </a:r>
              <a:endParaRPr lang="en-US" altLang="zh-TW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例層：提供參考範例和格式</a:t>
              </a:r>
              <a:endParaRPr lang="en-US" altLang="zh-TW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參數層：主題難度等元素參數化</a:t>
              </a:r>
              <a:endPara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D6292BA-2824-4125-BF9C-D13443F38F08}"/>
                </a:ext>
              </a:extLst>
            </p:cNvPr>
            <p:cNvSpPr txBox="1"/>
            <p:nvPr/>
          </p:nvSpPr>
          <p:spPr>
            <a:xfrm>
              <a:off x="3017860" y="4283314"/>
              <a:ext cx="1805687" cy="436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結構化提示框架</a:t>
              </a:r>
              <a:endParaRPr lang="ko-KR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CA66BE1-5DBC-4A7B-BB26-E1DA4ED1197E}"/>
              </a:ext>
            </a:extLst>
          </p:cNvPr>
          <p:cNvGrpSpPr/>
          <p:nvPr/>
        </p:nvGrpSpPr>
        <p:grpSpPr>
          <a:xfrm>
            <a:off x="9773338" y="5381598"/>
            <a:ext cx="4139810" cy="1846659"/>
            <a:chOff x="2386449" y="4283314"/>
            <a:chExt cx="2544610" cy="1538881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65A1A29-52BE-4AC9-AF81-521240F87180}"/>
                </a:ext>
              </a:extLst>
            </p:cNvPr>
            <p:cNvSpPr txBox="1"/>
            <p:nvPr/>
          </p:nvSpPr>
          <p:spPr>
            <a:xfrm>
              <a:off x="2386449" y="4719330"/>
              <a:ext cx="2544610" cy="1102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針對聽說讀寫客製化提示策略</a:t>
              </a:r>
              <a:endParaRPr lang="en-US" altLang="zh-TW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每功能都有專屬角色定位</a:t>
              </a:r>
              <a:endParaRPr lang="en-US" altLang="zh-TW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結合語言學習理論基礎</a:t>
              </a:r>
              <a:endParaRPr lang="en-US" altLang="zh-TW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技術實現與教育目標對齊</a:t>
              </a:r>
              <a:endPara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C4B452-5B4B-4945-A14C-54F0BA34D565}"/>
                </a:ext>
              </a:extLst>
            </p:cNvPr>
            <p:cNvSpPr txBox="1"/>
            <p:nvPr/>
          </p:nvSpPr>
          <p:spPr>
            <a:xfrm>
              <a:off x="2539830" y="4283314"/>
              <a:ext cx="2259014" cy="436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2800" b="1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功能導向設計</a:t>
              </a:r>
              <a:endParaRPr lang="ko-KR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463E48A-3C15-48FF-B515-99D504E50DF2}"/>
              </a:ext>
            </a:extLst>
          </p:cNvPr>
          <p:cNvSpPr txBox="1"/>
          <p:nvPr/>
        </p:nvSpPr>
        <p:spPr>
          <a:xfrm>
            <a:off x="1256643" y="2005644"/>
            <a:ext cx="3310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教育導向原則</a:t>
            </a:r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96C2604-63AC-4DE8-B3DC-57D9E186AA77}"/>
              </a:ext>
            </a:extLst>
          </p:cNvPr>
          <p:cNvGrpSpPr/>
          <p:nvPr/>
        </p:nvGrpSpPr>
        <p:grpSpPr>
          <a:xfrm>
            <a:off x="893115" y="5381596"/>
            <a:ext cx="4186947" cy="1815640"/>
            <a:chOff x="3017861" y="4283313"/>
            <a:chExt cx="1703991" cy="151303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508484C-5B6D-4ACE-B90F-625F32E35582}"/>
                </a:ext>
              </a:extLst>
            </p:cNvPr>
            <p:cNvSpPr txBox="1"/>
            <p:nvPr/>
          </p:nvSpPr>
          <p:spPr>
            <a:xfrm>
              <a:off x="3059415" y="4693479"/>
              <a:ext cx="1662437" cy="1102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動態調整語言複雜度和術語使用</a:t>
              </a:r>
              <a:endParaRPr lang="en-US" altLang="zh-TW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根據學習意圖選擇最適提示模板</a:t>
              </a:r>
              <a:endParaRPr lang="en-US" altLang="zh-TW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維持對話上下文連貫性</a:t>
              </a:r>
              <a:endParaRPr lang="en-US" altLang="zh-TW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情緒狀態感知，適時調整支持</a:t>
              </a:r>
              <a:endPara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E5F0C59-37A5-400F-B7F9-28A578DDE1E7}"/>
                </a:ext>
              </a:extLst>
            </p:cNvPr>
            <p:cNvSpPr txBox="1"/>
            <p:nvPr/>
          </p:nvSpPr>
          <p:spPr>
            <a:xfrm>
              <a:off x="3017861" y="4283313"/>
              <a:ext cx="1698702" cy="436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情境適應性原則</a:t>
              </a:r>
              <a:endParaRPr lang="ko-KR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</p:grpSp>
      <p:sp>
        <p:nvSpPr>
          <p:cNvPr id="26" name="Rounded Rectangle 10">
            <a:extLst>
              <a:ext uri="{FF2B5EF4-FFF2-40B4-BE49-F238E27FC236}">
                <a16:creationId xmlns:a16="http://schemas.microsoft.com/office/drawing/2014/main" id="{8D105139-2C83-462B-8141-623B1CAA0CF8}"/>
              </a:ext>
            </a:extLst>
          </p:cNvPr>
          <p:cNvSpPr/>
          <p:nvPr/>
        </p:nvSpPr>
        <p:spPr>
          <a:xfrm>
            <a:off x="8570071" y="5043714"/>
            <a:ext cx="434702" cy="575280"/>
          </a:xfrm>
          <a:custGeom>
            <a:avLst/>
            <a:gdLst/>
            <a:ahLst/>
            <a:cxnLst/>
            <a:rect l="l" t="t" r="r" b="b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latin typeface="Microsoft JhengHei" panose="020B0604030504040204" pitchFamily="34" charset="-120"/>
            </a:endParaRPr>
          </a:p>
        </p:txBody>
      </p:sp>
      <p:sp>
        <p:nvSpPr>
          <p:cNvPr id="27" name="Rounded Rectangle 6">
            <a:extLst>
              <a:ext uri="{FF2B5EF4-FFF2-40B4-BE49-F238E27FC236}">
                <a16:creationId xmlns:a16="http://schemas.microsoft.com/office/drawing/2014/main" id="{24BEE717-A09F-4978-9ECA-470B331686BA}"/>
              </a:ext>
            </a:extLst>
          </p:cNvPr>
          <p:cNvSpPr/>
          <p:nvPr/>
        </p:nvSpPr>
        <p:spPr>
          <a:xfrm>
            <a:off x="8007305" y="3203904"/>
            <a:ext cx="591778" cy="601654"/>
          </a:xfrm>
          <a:custGeom>
            <a:avLst/>
            <a:gdLst/>
            <a:ahLst/>
            <a:cxnLst/>
            <a:rect l="l" t="t" r="r" b="b"/>
            <a:pathLst>
              <a:path w="3186824" h="3060919">
                <a:moveTo>
                  <a:pt x="1045874" y="2696689"/>
                </a:moveTo>
                <a:lnTo>
                  <a:pt x="2125874" y="2696689"/>
                </a:lnTo>
                <a:lnTo>
                  <a:pt x="2125874" y="2804689"/>
                </a:lnTo>
                <a:lnTo>
                  <a:pt x="1045874" y="2804689"/>
                </a:lnTo>
                <a:close/>
                <a:moveTo>
                  <a:pt x="1045874" y="2410468"/>
                </a:moveTo>
                <a:lnTo>
                  <a:pt x="2125874" y="2410468"/>
                </a:lnTo>
                <a:lnTo>
                  <a:pt x="2125874" y="2518468"/>
                </a:lnTo>
                <a:lnTo>
                  <a:pt x="1045874" y="2518468"/>
                </a:lnTo>
                <a:close/>
                <a:moveTo>
                  <a:pt x="1045874" y="2124247"/>
                </a:moveTo>
                <a:lnTo>
                  <a:pt x="2125874" y="2124247"/>
                </a:lnTo>
                <a:lnTo>
                  <a:pt x="2125874" y="2232247"/>
                </a:lnTo>
                <a:lnTo>
                  <a:pt x="1045874" y="2232247"/>
                </a:lnTo>
                <a:close/>
                <a:moveTo>
                  <a:pt x="902547" y="1956791"/>
                </a:moveTo>
                <a:lnTo>
                  <a:pt x="902547" y="2109191"/>
                </a:lnTo>
                <a:lnTo>
                  <a:pt x="902547" y="2185391"/>
                </a:lnTo>
                <a:lnTo>
                  <a:pt x="902547" y="2376263"/>
                </a:lnTo>
                <a:lnTo>
                  <a:pt x="902547" y="2973921"/>
                </a:lnTo>
                <a:lnTo>
                  <a:pt x="2284277" y="2973921"/>
                </a:lnTo>
                <a:lnTo>
                  <a:pt x="2284277" y="2376263"/>
                </a:lnTo>
                <a:lnTo>
                  <a:pt x="2284277" y="2185391"/>
                </a:lnTo>
                <a:lnTo>
                  <a:pt x="2284277" y="2109191"/>
                </a:lnTo>
                <a:lnTo>
                  <a:pt x="2284277" y="1956791"/>
                </a:lnTo>
                <a:close/>
                <a:moveTo>
                  <a:pt x="469172" y="1728191"/>
                </a:moveTo>
                <a:lnTo>
                  <a:pt x="469172" y="2185391"/>
                </a:lnTo>
                <a:lnTo>
                  <a:pt x="767127" y="2185391"/>
                </a:lnTo>
                <a:lnTo>
                  <a:pt x="767127" y="2109191"/>
                </a:lnTo>
                <a:lnTo>
                  <a:pt x="545372" y="2109191"/>
                </a:lnTo>
                <a:lnTo>
                  <a:pt x="545372" y="1804391"/>
                </a:lnTo>
                <a:lnTo>
                  <a:pt x="2641452" y="1804391"/>
                </a:lnTo>
                <a:lnTo>
                  <a:pt x="2641452" y="2109191"/>
                </a:lnTo>
                <a:lnTo>
                  <a:pt x="2419697" y="2109191"/>
                </a:lnTo>
                <a:lnTo>
                  <a:pt x="2419697" y="2185391"/>
                </a:lnTo>
                <a:lnTo>
                  <a:pt x="2717652" y="2185391"/>
                </a:lnTo>
                <a:lnTo>
                  <a:pt x="2717652" y="1728191"/>
                </a:lnTo>
                <a:close/>
                <a:moveTo>
                  <a:pt x="2819005" y="1350909"/>
                </a:moveTo>
                <a:cubicBezTo>
                  <a:pt x="2769294" y="1350909"/>
                  <a:pt x="2728995" y="1391208"/>
                  <a:pt x="2728995" y="1440919"/>
                </a:cubicBezTo>
                <a:cubicBezTo>
                  <a:pt x="2728995" y="1490630"/>
                  <a:pt x="2769294" y="1530929"/>
                  <a:pt x="2819005" y="1530929"/>
                </a:cubicBezTo>
                <a:cubicBezTo>
                  <a:pt x="2868716" y="1530929"/>
                  <a:pt x="2909015" y="1490630"/>
                  <a:pt x="2909015" y="1440919"/>
                </a:cubicBezTo>
                <a:cubicBezTo>
                  <a:pt x="2909015" y="1391208"/>
                  <a:pt x="2868716" y="1350909"/>
                  <a:pt x="2819005" y="1350909"/>
                </a:cubicBezTo>
                <a:close/>
                <a:moveTo>
                  <a:pt x="2509707" y="1350909"/>
                </a:moveTo>
                <a:cubicBezTo>
                  <a:pt x="2459996" y="1350909"/>
                  <a:pt x="2419697" y="1391208"/>
                  <a:pt x="2419697" y="1440919"/>
                </a:cubicBezTo>
                <a:cubicBezTo>
                  <a:pt x="2419697" y="1490630"/>
                  <a:pt x="2459996" y="1530929"/>
                  <a:pt x="2509707" y="1530929"/>
                </a:cubicBezTo>
                <a:cubicBezTo>
                  <a:pt x="2559418" y="1530929"/>
                  <a:pt x="2599717" y="1490630"/>
                  <a:pt x="2599717" y="1440919"/>
                </a:cubicBezTo>
                <a:cubicBezTo>
                  <a:pt x="2599717" y="1391208"/>
                  <a:pt x="2559418" y="1350909"/>
                  <a:pt x="2509707" y="1350909"/>
                </a:cubicBezTo>
                <a:close/>
                <a:moveTo>
                  <a:pt x="195993" y="1200328"/>
                </a:moveTo>
                <a:lnTo>
                  <a:pt x="2990831" y="1200328"/>
                </a:lnTo>
                <a:cubicBezTo>
                  <a:pt x="3099075" y="1200328"/>
                  <a:pt x="3186824" y="1288077"/>
                  <a:pt x="3186824" y="1396321"/>
                </a:cubicBezTo>
                <a:lnTo>
                  <a:pt x="3186824" y="2180270"/>
                </a:lnTo>
                <a:cubicBezTo>
                  <a:pt x="3186824" y="2288514"/>
                  <a:pt x="3099075" y="2376263"/>
                  <a:pt x="2990831" y="2376263"/>
                </a:cubicBezTo>
                <a:lnTo>
                  <a:pt x="2419697" y="2376263"/>
                </a:lnTo>
                <a:lnTo>
                  <a:pt x="2419697" y="3060919"/>
                </a:lnTo>
                <a:lnTo>
                  <a:pt x="767127" y="3060919"/>
                </a:lnTo>
                <a:lnTo>
                  <a:pt x="767127" y="2376263"/>
                </a:lnTo>
                <a:lnTo>
                  <a:pt x="195993" y="2376263"/>
                </a:lnTo>
                <a:cubicBezTo>
                  <a:pt x="87749" y="2376263"/>
                  <a:pt x="0" y="2288514"/>
                  <a:pt x="0" y="2180270"/>
                </a:cubicBezTo>
                <a:lnTo>
                  <a:pt x="0" y="1396321"/>
                </a:lnTo>
                <a:cubicBezTo>
                  <a:pt x="0" y="1288077"/>
                  <a:pt x="87749" y="1200328"/>
                  <a:pt x="195993" y="1200328"/>
                </a:cubicBezTo>
                <a:close/>
                <a:moveTo>
                  <a:pt x="767127" y="0"/>
                </a:moveTo>
                <a:lnTo>
                  <a:pt x="2419697" y="0"/>
                </a:lnTo>
                <a:lnTo>
                  <a:pt x="2419697" y="190589"/>
                </a:lnTo>
                <a:lnTo>
                  <a:pt x="2565249" y="190589"/>
                </a:lnTo>
                <a:cubicBezTo>
                  <a:pt x="2649419" y="190589"/>
                  <a:pt x="2717652" y="258822"/>
                  <a:pt x="2717652" y="342992"/>
                </a:cubicBezTo>
                <a:lnTo>
                  <a:pt x="2717652" y="1104989"/>
                </a:lnTo>
                <a:lnTo>
                  <a:pt x="2284277" y="1104989"/>
                </a:lnTo>
                <a:lnTo>
                  <a:pt x="2284277" y="1104128"/>
                </a:lnTo>
                <a:lnTo>
                  <a:pt x="2284277" y="190589"/>
                </a:lnTo>
                <a:lnTo>
                  <a:pt x="2284277" y="96523"/>
                </a:lnTo>
                <a:lnTo>
                  <a:pt x="902547" y="96523"/>
                </a:lnTo>
                <a:lnTo>
                  <a:pt x="902547" y="190589"/>
                </a:lnTo>
                <a:lnTo>
                  <a:pt x="902547" y="1104128"/>
                </a:lnTo>
                <a:lnTo>
                  <a:pt x="902547" y="1104989"/>
                </a:lnTo>
                <a:lnTo>
                  <a:pt x="469172" y="1104989"/>
                </a:lnTo>
                <a:lnTo>
                  <a:pt x="469172" y="342992"/>
                </a:lnTo>
                <a:cubicBezTo>
                  <a:pt x="469172" y="258822"/>
                  <a:pt x="537405" y="190589"/>
                  <a:pt x="621575" y="190589"/>
                </a:cubicBezTo>
                <a:lnTo>
                  <a:pt x="767127" y="19058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latin typeface="Microsoft JhengHei" panose="020B0604030504040204" pitchFamily="34" charset="-120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8454E16A-3740-462D-AC5A-F64B6D4C51AB}"/>
              </a:ext>
            </a:extLst>
          </p:cNvPr>
          <p:cNvSpPr/>
          <p:nvPr/>
        </p:nvSpPr>
        <p:spPr>
          <a:xfrm>
            <a:off x="5581058" y="5103810"/>
            <a:ext cx="592458" cy="455088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latin typeface="Microsoft JhengHei" panose="020B0604030504040204" pitchFamily="34" charset="-120"/>
            </a:endParaRPr>
          </a:p>
        </p:txBody>
      </p:sp>
      <p:sp>
        <p:nvSpPr>
          <p:cNvPr id="29" name="Rounded Rectangle 7">
            <a:extLst>
              <a:ext uri="{FF2B5EF4-FFF2-40B4-BE49-F238E27FC236}">
                <a16:creationId xmlns:a16="http://schemas.microsoft.com/office/drawing/2014/main" id="{AF162714-ECBB-4E40-990F-2FF863660954}"/>
              </a:ext>
            </a:extLst>
          </p:cNvPr>
          <p:cNvSpPr/>
          <p:nvPr/>
        </p:nvSpPr>
        <p:spPr>
          <a:xfrm>
            <a:off x="6030626" y="3228508"/>
            <a:ext cx="602344" cy="519816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latin typeface="Microsoft JhengHei" panose="020B0604030504040204" pitchFamily="34" charset="-120"/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3BC368DA-1D4D-0BC8-468C-8E92F8C28309}"/>
              </a:ext>
            </a:extLst>
          </p:cNvPr>
          <p:cNvSpPr txBox="1"/>
          <p:nvPr/>
        </p:nvSpPr>
        <p:spPr>
          <a:xfrm>
            <a:off x="1127847" y="2566788"/>
            <a:ext cx="404118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每次互動都有明確學習目標</a:t>
            </a:r>
            <a:endParaRPr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根據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CEFR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標準提供階梯式挑戰</a:t>
            </a:r>
            <a:endParaRPr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建設性錯誤處理，保護學習信心</a:t>
            </a:r>
            <a:endParaRPr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鼓勵性回饋，維持學習動機</a:t>
            </a:r>
          </a:p>
        </p:txBody>
      </p:sp>
    </p:spTree>
    <p:extLst>
      <p:ext uri="{BB962C8B-B14F-4D97-AF65-F5344CB8AC3E}">
        <p14:creationId xmlns:p14="http://schemas.microsoft.com/office/powerpoint/2010/main" val="8482126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object 2">
            <a:extLst>
              <a:ext uri="{FF2B5EF4-FFF2-40B4-BE49-F238E27FC236}">
                <a16:creationId xmlns:a16="http://schemas.microsoft.com/office/drawing/2014/main" id="{7DEF0D32-4EC8-7B37-6A9A-4A0F80E8E3E9}"/>
              </a:ext>
            </a:extLst>
          </p:cNvPr>
          <p:cNvGrpSpPr/>
          <p:nvPr/>
        </p:nvGrpSpPr>
        <p:grpSpPr>
          <a:xfrm>
            <a:off x="5882640" y="2237232"/>
            <a:ext cx="2396490" cy="2741930"/>
            <a:chOff x="5882640" y="2237232"/>
            <a:chExt cx="2396490" cy="2741930"/>
          </a:xfrm>
        </p:grpSpPr>
        <p:pic>
          <p:nvPicPr>
            <p:cNvPr id="99" name="object 3">
              <a:extLst>
                <a:ext uri="{FF2B5EF4-FFF2-40B4-BE49-F238E27FC236}">
                  <a16:creationId xmlns:a16="http://schemas.microsoft.com/office/drawing/2014/main" id="{8833CD99-46DB-4878-5B26-B6794D1C6F6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82640" y="2237232"/>
              <a:ext cx="2396363" cy="2620391"/>
            </a:xfrm>
            <a:prstGeom prst="rect">
              <a:avLst/>
            </a:prstGeom>
          </p:spPr>
        </p:pic>
        <p:sp>
          <p:nvSpPr>
            <p:cNvPr id="100" name="object 4">
              <a:extLst>
                <a:ext uri="{FF2B5EF4-FFF2-40B4-BE49-F238E27FC236}">
                  <a16:creationId xmlns:a16="http://schemas.microsoft.com/office/drawing/2014/main" id="{346756F2-47DE-835C-4521-15F6A81A5047}"/>
                </a:ext>
              </a:extLst>
            </p:cNvPr>
            <p:cNvSpPr/>
            <p:nvPr/>
          </p:nvSpPr>
          <p:spPr>
            <a:xfrm>
              <a:off x="6381750" y="2735706"/>
              <a:ext cx="1415415" cy="2243455"/>
            </a:xfrm>
            <a:custGeom>
              <a:avLst/>
              <a:gdLst/>
              <a:ahLst/>
              <a:cxnLst/>
              <a:rect l="l" t="t" r="r" b="b"/>
              <a:pathLst>
                <a:path w="1415415" h="2243454">
                  <a:moveTo>
                    <a:pt x="996188" y="2137283"/>
                  </a:moveTo>
                  <a:lnTo>
                    <a:pt x="418973" y="2137283"/>
                  </a:lnTo>
                  <a:lnTo>
                    <a:pt x="459498" y="2168233"/>
                  </a:lnTo>
                  <a:lnTo>
                    <a:pt x="503605" y="2194293"/>
                  </a:lnTo>
                  <a:lnTo>
                    <a:pt x="550875" y="2215134"/>
                  </a:lnTo>
                  <a:lnTo>
                    <a:pt x="600900" y="2230437"/>
                  </a:lnTo>
                  <a:lnTo>
                    <a:pt x="653300" y="2239861"/>
                  </a:lnTo>
                  <a:lnTo>
                    <a:pt x="707644" y="2243074"/>
                  </a:lnTo>
                  <a:lnTo>
                    <a:pt x="761923" y="2239861"/>
                  </a:lnTo>
                  <a:lnTo>
                    <a:pt x="814285" y="2230437"/>
                  </a:lnTo>
                  <a:lnTo>
                    <a:pt x="864298" y="2215146"/>
                  </a:lnTo>
                  <a:lnTo>
                    <a:pt x="911555" y="2194293"/>
                  </a:lnTo>
                  <a:lnTo>
                    <a:pt x="955649" y="2168233"/>
                  </a:lnTo>
                  <a:lnTo>
                    <a:pt x="996188" y="2137283"/>
                  </a:lnTo>
                  <a:close/>
                </a:path>
                <a:path w="1415415" h="2243454">
                  <a:moveTo>
                    <a:pt x="1061339" y="2002282"/>
                  </a:moveTo>
                  <a:lnTo>
                    <a:pt x="1055204" y="1971865"/>
                  </a:lnTo>
                  <a:lnTo>
                    <a:pt x="1038479" y="1947037"/>
                  </a:lnTo>
                  <a:lnTo>
                    <a:pt x="1013650" y="1930311"/>
                  </a:lnTo>
                  <a:lnTo>
                    <a:pt x="983234" y="1924177"/>
                  </a:lnTo>
                  <a:lnTo>
                    <a:pt x="431927" y="1924177"/>
                  </a:lnTo>
                  <a:lnTo>
                    <a:pt x="401497" y="1930311"/>
                  </a:lnTo>
                  <a:lnTo>
                    <a:pt x="376682" y="1947037"/>
                  </a:lnTo>
                  <a:lnTo>
                    <a:pt x="359943" y="1971865"/>
                  </a:lnTo>
                  <a:lnTo>
                    <a:pt x="353822" y="2002282"/>
                  </a:lnTo>
                  <a:lnTo>
                    <a:pt x="359943" y="2032711"/>
                  </a:lnTo>
                  <a:lnTo>
                    <a:pt x="376682" y="2057539"/>
                  </a:lnTo>
                  <a:lnTo>
                    <a:pt x="401497" y="2074265"/>
                  </a:lnTo>
                  <a:lnTo>
                    <a:pt x="431927" y="2080387"/>
                  </a:lnTo>
                  <a:lnTo>
                    <a:pt x="983234" y="2080387"/>
                  </a:lnTo>
                  <a:lnTo>
                    <a:pt x="1013650" y="2074265"/>
                  </a:lnTo>
                  <a:lnTo>
                    <a:pt x="1038479" y="2057539"/>
                  </a:lnTo>
                  <a:lnTo>
                    <a:pt x="1055204" y="2032711"/>
                  </a:lnTo>
                  <a:lnTo>
                    <a:pt x="1061339" y="2002282"/>
                  </a:lnTo>
                  <a:close/>
                </a:path>
                <a:path w="1415415" h="2243454">
                  <a:moveTo>
                    <a:pt x="1061339" y="1789303"/>
                  </a:moveTo>
                  <a:lnTo>
                    <a:pt x="1055204" y="1758886"/>
                  </a:lnTo>
                  <a:lnTo>
                    <a:pt x="1038479" y="1734058"/>
                  </a:lnTo>
                  <a:lnTo>
                    <a:pt x="1013650" y="1717332"/>
                  </a:lnTo>
                  <a:lnTo>
                    <a:pt x="983234" y="1711198"/>
                  </a:lnTo>
                  <a:lnTo>
                    <a:pt x="431927" y="1711198"/>
                  </a:lnTo>
                  <a:lnTo>
                    <a:pt x="401497" y="1717332"/>
                  </a:lnTo>
                  <a:lnTo>
                    <a:pt x="376682" y="1734058"/>
                  </a:lnTo>
                  <a:lnTo>
                    <a:pt x="359943" y="1758886"/>
                  </a:lnTo>
                  <a:lnTo>
                    <a:pt x="353822" y="1789303"/>
                  </a:lnTo>
                  <a:lnTo>
                    <a:pt x="359943" y="1819681"/>
                  </a:lnTo>
                  <a:lnTo>
                    <a:pt x="376682" y="1844509"/>
                  </a:lnTo>
                  <a:lnTo>
                    <a:pt x="401497" y="1861261"/>
                  </a:lnTo>
                  <a:lnTo>
                    <a:pt x="431927" y="1867408"/>
                  </a:lnTo>
                  <a:lnTo>
                    <a:pt x="983234" y="1867408"/>
                  </a:lnTo>
                  <a:lnTo>
                    <a:pt x="1013650" y="1861261"/>
                  </a:lnTo>
                  <a:lnTo>
                    <a:pt x="1038479" y="1844509"/>
                  </a:lnTo>
                  <a:lnTo>
                    <a:pt x="1055204" y="1819681"/>
                  </a:lnTo>
                  <a:lnTo>
                    <a:pt x="1061339" y="1789303"/>
                  </a:lnTo>
                  <a:close/>
                </a:path>
                <a:path w="1415415" h="2243454">
                  <a:moveTo>
                    <a:pt x="1415161" y="702945"/>
                  </a:moveTo>
                  <a:lnTo>
                    <a:pt x="1413522" y="654824"/>
                  </a:lnTo>
                  <a:lnTo>
                    <a:pt x="1408696" y="607568"/>
                  </a:lnTo>
                  <a:lnTo>
                    <a:pt x="1400784" y="561276"/>
                  </a:lnTo>
                  <a:lnTo>
                    <a:pt x="1389888" y="516077"/>
                  </a:lnTo>
                  <a:lnTo>
                    <a:pt x="1376108" y="472059"/>
                  </a:lnTo>
                  <a:lnTo>
                    <a:pt x="1359560" y="429323"/>
                  </a:lnTo>
                  <a:lnTo>
                    <a:pt x="1340345" y="387997"/>
                  </a:lnTo>
                  <a:lnTo>
                    <a:pt x="1318564" y="348157"/>
                  </a:lnTo>
                  <a:lnTo>
                    <a:pt x="1294333" y="309918"/>
                  </a:lnTo>
                  <a:lnTo>
                    <a:pt x="1267739" y="273392"/>
                  </a:lnTo>
                  <a:lnTo>
                    <a:pt x="1238910" y="238683"/>
                  </a:lnTo>
                  <a:lnTo>
                    <a:pt x="1207935" y="205892"/>
                  </a:lnTo>
                  <a:lnTo>
                    <a:pt x="1174927" y="175120"/>
                  </a:lnTo>
                  <a:lnTo>
                    <a:pt x="1139990" y="146469"/>
                  </a:lnTo>
                  <a:lnTo>
                    <a:pt x="1103223" y="120053"/>
                  </a:lnTo>
                  <a:lnTo>
                    <a:pt x="1064742" y="95973"/>
                  </a:lnTo>
                  <a:lnTo>
                    <a:pt x="1024648" y="74333"/>
                  </a:lnTo>
                  <a:lnTo>
                    <a:pt x="983043" y="55245"/>
                  </a:lnTo>
                  <a:lnTo>
                    <a:pt x="940041" y="38798"/>
                  </a:lnTo>
                  <a:lnTo>
                    <a:pt x="895731" y="25120"/>
                  </a:lnTo>
                  <a:lnTo>
                    <a:pt x="850239" y="14287"/>
                  </a:lnTo>
                  <a:lnTo>
                    <a:pt x="803643" y="6426"/>
                  </a:lnTo>
                  <a:lnTo>
                    <a:pt x="756081" y="1625"/>
                  </a:lnTo>
                  <a:lnTo>
                    <a:pt x="707644" y="0"/>
                  </a:lnTo>
                  <a:lnTo>
                    <a:pt x="659180" y="1625"/>
                  </a:lnTo>
                  <a:lnTo>
                    <a:pt x="611593" y="6426"/>
                  </a:lnTo>
                  <a:lnTo>
                    <a:pt x="564997" y="14287"/>
                  </a:lnTo>
                  <a:lnTo>
                    <a:pt x="519493" y="25120"/>
                  </a:lnTo>
                  <a:lnTo>
                    <a:pt x="475170" y="38798"/>
                  </a:lnTo>
                  <a:lnTo>
                    <a:pt x="432155" y="55245"/>
                  </a:lnTo>
                  <a:lnTo>
                    <a:pt x="390537" y="74333"/>
                  </a:lnTo>
                  <a:lnTo>
                    <a:pt x="350443" y="95973"/>
                  </a:lnTo>
                  <a:lnTo>
                    <a:pt x="311950" y="120053"/>
                  </a:lnTo>
                  <a:lnTo>
                    <a:pt x="275183" y="146469"/>
                  </a:lnTo>
                  <a:lnTo>
                    <a:pt x="240233" y="175120"/>
                  </a:lnTo>
                  <a:lnTo>
                    <a:pt x="207225" y="205892"/>
                  </a:lnTo>
                  <a:lnTo>
                    <a:pt x="176250" y="238683"/>
                  </a:lnTo>
                  <a:lnTo>
                    <a:pt x="147408" y="273392"/>
                  </a:lnTo>
                  <a:lnTo>
                    <a:pt x="120827" y="309918"/>
                  </a:lnTo>
                  <a:lnTo>
                    <a:pt x="96583" y="348157"/>
                  </a:lnTo>
                  <a:lnTo>
                    <a:pt x="74803" y="387997"/>
                  </a:lnTo>
                  <a:lnTo>
                    <a:pt x="55587" y="429323"/>
                  </a:lnTo>
                  <a:lnTo>
                    <a:pt x="39039" y="472059"/>
                  </a:lnTo>
                  <a:lnTo>
                    <a:pt x="25260" y="516077"/>
                  </a:lnTo>
                  <a:lnTo>
                    <a:pt x="14363" y="561276"/>
                  </a:lnTo>
                  <a:lnTo>
                    <a:pt x="6451" y="607568"/>
                  </a:lnTo>
                  <a:lnTo>
                    <a:pt x="1625" y="654824"/>
                  </a:lnTo>
                  <a:lnTo>
                    <a:pt x="0" y="702945"/>
                  </a:lnTo>
                  <a:lnTo>
                    <a:pt x="1816" y="753770"/>
                  </a:lnTo>
                  <a:lnTo>
                    <a:pt x="7200" y="803592"/>
                  </a:lnTo>
                  <a:lnTo>
                    <a:pt x="16052" y="852297"/>
                  </a:lnTo>
                  <a:lnTo>
                    <a:pt x="28232" y="899756"/>
                  </a:lnTo>
                  <a:lnTo>
                    <a:pt x="43662" y="945832"/>
                  </a:lnTo>
                  <a:lnTo>
                    <a:pt x="62217" y="990396"/>
                  </a:lnTo>
                  <a:lnTo>
                    <a:pt x="83781" y="1033310"/>
                  </a:lnTo>
                  <a:lnTo>
                    <a:pt x="108242" y="1074445"/>
                  </a:lnTo>
                  <a:lnTo>
                    <a:pt x="135496" y="1113663"/>
                  </a:lnTo>
                  <a:lnTo>
                    <a:pt x="133350" y="1113663"/>
                  </a:lnTo>
                  <a:lnTo>
                    <a:pt x="160858" y="1148092"/>
                  </a:lnTo>
                  <a:lnTo>
                    <a:pt x="187299" y="1184452"/>
                  </a:lnTo>
                  <a:lnTo>
                    <a:pt x="212623" y="1222679"/>
                  </a:lnTo>
                  <a:lnTo>
                    <a:pt x="236778" y="1262710"/>
                  </a:lnTo>
                  <a:lnTo>
                    <a:pt x="259715" y="1304480"/>
                  </a:lnTo>
                  <a:lnTo>
                    <a:pt x="281393" y="1347914"/>
                  </a:lnTo>
                  <a:lnTo>
                    <a:pt x="301764" y="1392974"/>
                  </a:lnTo>
                  <a:lnTo>
                    <a:pt x="320789" y="1439570"/>
                  </a:lnTo>
                  <a:lnTo>
                    <a:pt x="338404" y="1487639"/>
                  </a:lnTo>
                  <a:lnTo>
                    <a:pt x="354571" y="1537131"/>
                  </a:lnTo>
                  <a:lnTo>
                    <a:pt x="369252" y="1587969"/>
                  </a:lnTo>
                  <a:lnTo>
                    <a:pt x="382397" y="1640078"/>
                  </a:lnTo>
                  <a:lnTo>
                    <a:pt x="1032764" y="1640078"/>
                  </a:lnTo>
                  <a:lnTo>
                    <a:pt x="1045895" y="1587969"/>
                  </a:lnTo>
                  <a:lnTo>
                    <a:pt x="1060577" y="1537131"/>
                  </a:lnTo>
                  <a:lnTo>
                    <a:pt x="1076744" y="1487639"/>
                  </a:lnTo>
                  <a:lnTo>
                    <a:pt x="1094359" y="1439570"/>
                  </a:lnTo>
                  <a:lnTo>
                    <a:pt x="1113383" y="1392974"/>
                  </a:lnTo>
                  <a:lnTo>
                    <a:pt x="1133754" y="1347914"/>
                  </a:lnTo>
                  <a:lnTo>
                    <a:pt x="1155433" y="1304480"/>
                  </a:lnTo>
                  <a:lnTo>
                    <a:pt x="1178369" y="1262710"/>
                  </a:lnTo>
                  <a:lnTo>
                    <a:pt x="1202524" y="1222679"/>
                  </a:lnTo>
                  <a:lnTo>
                    <a:pt x="1227848" y="1184452"/>
                  </a:lnTo>
                  <a:lnTo>
                    <a:pt x="1254290" y="1148092"/>
                  </a:lnTo>
                  <a:lnTo>
                    <a:pt x="1281811" y="1113663"/>
                  </a:lnTo>
                  <a:lnTo>
                    <a:pt x="1279652" y="1113663"/>
                  </a:lnTo>
                  <a:lnTo>
                    <a:pt x="1306906" y="1074445"/>
                  </a:lnTo>
                  <a:lnTo>
                    <a:pt x="1331366" y="1033310"/>
                  </a:lnTo>
                  <a:lnTo>
                    <a:pt x="1352931" y="990396"/>
                  </a:lnTo>
                  <a:lnTo>
                    <a:pt x="1371485" y="945832"/>
                  </a:lnTo>
                  <a:lnTo>
                    <a:pt x="1386916" y="899756"/>
                  </a:lnTo>
                  <a:lnTo>
                    <a:pt x="1399095" y="852297"/>
                  </a:lnTo>
                  <a:lnTo>
                    <a:pt x="1407947" y="803592"/>
                  </a:lnTo>
                  <a:lnTo>
                    <a:pt x="1413332" y="753770"/>
                  </a:lnTo>
                  <a:lnTo>
                    <a:pt x="1415161" y="702945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1" name="object 5">
            <a:extLst>
              <a:ext uri="{FF2B5EF4-FFF2-40B4-BE49-F238E27FC236}">
                <a16:creationId xmlns:a16="http://schemas.microsoft.com/office/drawing/2014/main" id="{9F01A65F-F017-D6A1-4F53-804ED57FF0C1}"/>
              </a:ext>
            </a:extLst>
          </p:cNvPr>
          <p:cNvSpPr/>
          <p:nvPr/>
        </p:nvSpPr>
        <p:spPr>
          <a:xfrm>
            <a:off x="8421369" y="2338197"/>
            <a:ext cx="798830" cy="798830"/>
          </a:xfrm>
          <a:custGeom>
            <a:avLst/>
            <a:gdLst/>
            <a:ahLst/>
            <a:cxnLst/>
            <a:rect l="l" t="t" r="r" b="b"/>
            <a:pathLst>
              <a:path w="798829" h="798830">
                <a:moveTo>
                  <a:pt x="399414" y="0"/>
                </a:moveTo>
                <a:lnTo>
                  <a:pt x="352833" y="2685"/>
                </a:lnTo>
                <a:lnTo>
                  <a:pt x="307830" y="10541"/>
                </a:lnTo>
                <a:lnTo>
                  <a:pt x="264705" y="23269"/>
                </a:lnTo>
                <a:lnTo>
                  <a:pt x="223758" y="40570"/>
                </a:lnTo>
                <a:lnTo>
                  <a:pt x="185289" y="62145"/>
                </a:lnTo>
                <a:lnTo>
                  <a:pt x="149597" y="87694"/>
                </a:lnTo>
                <a:lnTo>
                  <a:pt x="116982" y="116919"/>
                </a:lnTo>
                <a:lnTo>
                  <a:pt x="87744" y="149520"/>
                </a:lnTo>
                <a:lnTo>
                  <a:pt x="62182" y="185199"/>
                </a:lnTo>
                <a:lnTo>
                  <a:pt x="40595" y="223656"/>
                </a:lnTo>
                <a:lnTo>
                  <a:pt x="23284" y="264593"/>
                </a:lnTo>
                <a:lnTo>
                  <a:pt x="10548" y="307710"/>
                </a:lnTo>
                <a:lnTo>
                  <a:pt x="2687" y="352708"/>
                </a:lnTo>
                <a:lnTo>
                  <a:pt x="0" y="399288"/>
                </a:lnTo>
                <a:lnTo>
                  <a:pt x="2687" y="445869"/>
                </a:lnTo>
                <a:lnTo>
                  <a:pt x="10548" y="490872"/>
                </a:lnTo>
                <a:lnTo>
                  <a:pt x="23284" y="533997"/>
                </a:lnTo>
                <a:lnTo>
                  <a:pt x="40595" y="574944"/>
                </a:lnTo>
                <a:lnTo>
                  <a:pt x="62182" y="613413"/>
                </a:lnTo>
                <a:lnTo>
                  <a:pt x="87744" y="649105"/>
                </a:lnTo>
                <a:lnTo>
                  <a:pt x="116982" y="681720"/>
                </a:lnTo>
                <a:lnTo>
                  <a:pt x="149597" y="710958"/>
                </a:lnTo>
                <a:lnTo>
                  <a:pt x="185289" y="736520"/>
                </a:lnTo>
                <a:lnTo>
                  <a:pt x="223758" y="758107"/>
                </a:lnTo>
                <a:lnTo>
                  <a:pt x="264705" y="775418"/>
                </a:lnTo>
                <a:lnTo>
                  <a:pt x="307830" y="788154"/>
                </a:lnTo>
                <a:lnTo>
                  <a:pt x="352833" y="796015"/>
                </a:lnTo>
                <a:lnTo>
                  <a:pt x="399414" y="798702"/>
                </a:lnTo>
                <a:lnTo>
                  <a:pt x="445971" y="796015"/>
                </a:lnTo>
                <a:lnTo>
                  <a:pt x="490952" y="788154"/>
                </a:lnTo>
                <a:lnTo>
                  <a:pt x="534059" y="775418"/>
                </a:lnTo>
                <a:lnTo>
                  <a:pt x="574990" y="758107"/>
                </a:lnTo>
                <a:lnTo>
                  <a:pt x="613447" y="736520"/>
                </a:lnTo>
                <a:lnTo>
                  <a:pt x="649128" y="710958"/>
                </a:lnTo>
                <a:lnTo>
                  <a:pt x="681736" y="681720"/>
                </a:lnTo>
                <a:lnTo>
                  <a:pt x="710968" y="649105"/>
                </a:lnTo>
                <a:lnTo>
                  <a:pt x="736526" y="613413"/>
                </a:lnTo>
                <a:lnTo>
                  <a:pt x="758110" y="574944"/>
                </a:lnTo>
                <a:lnTo>
                  <a:pt x="775419" y="533997"/>
                </a:lnTo>
                <a:lnTo>
                  <a:pt x="788154" y="490872"/>
                </a:lnTo>
                <a:lnTo>
                  <a:pt x="796016" y="445869"/>
                </a:lnTo>
                <a:lnTo>
                  <a:pt x="798702" y="399288"/>
                </a:lnTo>
                <a:lnTo>
                  <a:pt x="796016" y="352708"/>
                </a:lnTo>
                <a:lnTo>
                  <a:pt x="788154" y="307710"/>
                </a:lnTo>
                <a:lnTo>
                  <a:pt x="775419" y="264593"/>
                </a:lnTo>
                <a:lnTo>
                  <a:pt x="758110" y="223656"/>
                </a:lnTo>
                <a:lnTo>
                  <a:pt x="736526" y="185199"/>
                </a:lnTo>
                <a:lnTo>
                  <a:pt x="710968" y="149520"/>
                </a:lnTo>
                <a:lnTo>
                  <a:pt x="681736" y="116919"/>
                </a:lnTo>
                <a:lnTo>
                  <a:pt x="649128" y="87694"/>
                </a:lnTo>
                <a:lnTo>
                  <a:pt x="613447" y="62145"/>
                </a:lnTo>
                <a:lnTo>
                  <a:pt x="574990" y="40570"/>
                </a:lnTo>
                <a:lnTo>
                  <a:pt x="534059" y="23269"/>
                </a:lnTo>
                <a:lnTo>
                  <a:pt x="490952" y="10541"/>
                </a:lnTo>
                <a:lnTo>
                  <a:pt x="445971" y="2685"/>
                </a:lnTo>
                <a:lnTo>
                  <a:pt x="399414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6">
            <a:extLst>
              <a:ext uri="{FF2B5EF4-FFF2-40B4-BE49-F238E27FC236}">
                <a16:creationId xmlns:a16="http://schemas.microsoft.com/office/drawing/2014/main" id="{854BD4A6-7735-B598-6ABE-2E8255137CD5}"/>
              </a:ext>
            </a:extLst>
          </p:cNvPr>
          <p:cNvSpPr/>
          <p:nvPr/>
        </p:nvSpPr>
        <p:spPr>
          <a:xfrm>
            <a:off x="8421369" y="4248150"/>
            <a:ext cx="798830" cy="798830"/>
          </a:xfrm>
          <a:custGeom>
            <a:avLst/>
            <a:gdLst/>
            <a:ahLst/>
            <a:cxnLst/>
            <a:rect l="l" t="t" r="r" b="b"/>
            <a:pathLst>
              <a:path w="798829" h="798829">
                <a:moveTo>
                  <a:pt x="399414" y="0"/>
                </a:moveTo>
                <a:lnTo>
                  <a:pt x="352833" y="2686"/>
                </a:lnTo>
                <a:lnTo>
                  <a:pt x="307830" y="10548"/>
                </a:lnTo>
                <a:lnTo>
                  <a:pt x="264705" y="23283"/>
                </a:lnTo>
                <a:lnTo>
                  <a:pt x="223758" y="40592"/>
                </a:lnTo>
                <a:lnTo>
                  <a:pt x="185289" y="62176"/>
                </a:lnTo>
                <a:lnTo>
                  <a:pt x="149597" y="87734"/>
                </a:lnTo>
                <a:lnTo>
                  <a:pt x="116982" y="116966"/>
                </a:lnTo>
                <a:lnTo>
                  <a:pt x="87744" y="149574"/>
                </a:lnTo>
                <a:lnTo>
                  <a:pt x="62182" y="185255"/>
                </a:lnTo>
                <a:lnTo>
                  <a:pt x="40595" y="223712"/>
                </a:lnTo>
                <a:lnTo>
                  <a:pt x="23284" y="264643"/>
                </a:lnTo>
                <a:lnTo>
                  <a:pt x="10548" y="307750"/>
                </a:lnTo>
                <a:lnTo>
                  <a:pt x="2687" y="352731"/>
                </a:lnTo>
                <a:lnTo>
                  <a:pt x="0" y="399288"/>
                </a:lnTo>
                <a:lnTo>
                  <a:pt x="2687" y="445869"/>
                </a:lnTo>
                <a:lnTo>
                  <a:pt x="10548" y="490872"/>
                </a:lnTo>
                <a:lnTo>
                  <a:pt x="23284" y="533997"/>
                </a:lnTo>
                <a:lnTo>
                  <a:pt x="40595" y="574944"/>
                </a:lnTo>
                <a:lnTo>
                  <a:pt x="62182" y="613413"/>
                </a:lnTo>
                <a:lnTo>
                  <a:pt x="87744" y="649105"/>
                </a:lnTo>
                <a:lnTo>
                  <a:pt x="116982" y="681720"/>
                </a:lnTo>
                <a:lnTo>
                  <a:pt x="149597" y="710958"/>
                </a:lnTo>
                <a:lnTo>
                  <a:pt x="185289" y="736520"/>
                </a:lnTo>
                <a:lnTo>
                  <a:pt x="223758" y="758107"/>
                </a:lnTo>
                <a:lnTo>
                  <a:pt x="264705" y="775418"/>
                </a:lnTo>
                <a:lnTo>
                  <a:pt x="307830" y="788154"/>
                </a:lnTo>
                <a:lnTo>
                  <a:pt x="352833" y="796015"/>
                </a:lnTo>
                <a:lnTo>
                  <a:pt x="399414" y="798702"/>
                </a:lnTo>
                <a:lnTo>
                  <a:pt x="445971" y="796015"/>
                </a:lnTo>
                <a:lnTo>
                  <a:pt x="490952" y="788154"/>
                </a:lnTo>
                <a:lnTo>
                  <a:pt x="534059" y="775418"/>
                </a:lnTo>
                <a:lnTo>
                  <a:pt x="574990" y="758107"/>
                </a:lnTo>
                <a:lnTo>
                  <a:pt x="613447" y="736520"/>
                </a:lnTo>
                <a:lnTo>
                  <a:pt x="649128" y="710958"/>
                </a:lnTo>
                <a:lnTo>
                  <a:pt x="681736" y="681720"/>
                </a:lnTo>
                <a:lnTo>
                  <a:pt x="710968" y="649105"/>
                </a:lnTo>
                <a:lnTo>
                  <a:pt x="736526" y="613413"/>
                </a:lnTo>
                <a:lnTo>
                  <a:pt x="758110" y="574944"/>
                </a:lnTo>
                <a:lnTo>
                  <a:pt x="775419" y="533997"/>
                </a:lnTo>
                <a:lnTo>
                  <a:pt x="788154" y="490872"/>
                </a:lnTo>
                <a:lnTo>
                  <a:pt x="796016" y="445869"/>
                </a:lnTo>
                <a:lnTo>
                  <a:pt x="798702" y="399288"/>
                </a:lnTo>
                <a:lnTo>
                  <a:pt x="796016" y="352731"/>
                </a:lnTo>
                <a:lnTo>
                  <a:pt x="788154" y="307750"/>
                </a:lnTo>
                <a:lnTo>
                  <a:pt x="775419" y="264643"/>
                </a:lnTo>
                <a:lnTo>
                  <a:pt x="758110" y="223712"/>
                </a:lnTo>
                <a:lnTo>
                  <a:pt x="736526" y="185255"/>
                </a:lnTo>
                <a:lnTo>
                  <a:pt x="710968" y="149574"/>
                </a:lnTo>
                <a:lnTo>
                  <a:pt x="681736" y="116967"/>
                </a:lnTo>
                <a:lnTo>
                  <a:pt x="649128" y="87734"/>
                </a:lnTo>
                <a:lnTo>
                  <a:pt x="613447" y="62176"/>
                </a:lnTo>
                <a:lnTo>
                  <a:pt x="574990" y="40592"/>
                </a:lnTo>
                <a:lnTo>
                  <a:pt x="534059" y="23283"/>
                </a:lnTo>
                <a:lnTo>
                  <a:pt x="490952" y="10548"/>
                </a:lnTo>
                <a:lnTo>
                  <a:pt x="445971" y="2686"/>
                </a:lnTo>
                <a:lnTo>
                  <a:pt x="399414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7">
            <a:extLst>
              <a:ext uri="{FF2B5EF4-FFF2-40B4-BE49-F238E27FC236}">
                <a16:creationId xmlns:a16="http://schemas.microsoft.com/office/drawing/2014/main" id="{90181C76-0985-C359-818C-5ABB820EBBE3}"/>
              </a:ext>
            </a:extLst>
          </p:cNvPr>
          <p:cNvSpPr/>
          <p:nvPr/>
        </p:nvSpPr>
        <p:spPr>
          <a:xfrm>
            <a:off x="4991227" y="6318377"/>
            <a:ext cx="798830" cy="798830"/>
          </a:xfrm>
          <a:custGeom>
            <a:avLst/>
            <a:gdLst/>
            <a:ahLst/>
            <a:cxnLst/>
            <a:rect l="l" t="t" r="r" b="b"/>
            <a:pathLst>
              <a:path w="798829" h="798829">
                <a:moveTo>
                  <a:pt x="399414" y="0"/>
                </a:moveTo>
                <a:lnTo>
                  <a:pt x="352833" y="2687"/>
                </a:lnTo>
                <a:lnTo>
                  <a:pt x="307830" y="10548"/>
                </a:lnTo>
                <a:lnTo>
                  <a:pt x="264705" y="23284"/>
                </a:lnTo>
                <a:lnTo>
                  <a:pt x="223758" y="40595"/>
                </a:lnTo>
                <a:lnTo>
                  <a:pt x="185289" y="62182"/>
                </a:lnTo>
                <a:lnTo>
                  <a:pt x="149597" y="87744"/>
                </a:lnTo>
                <a:lnTo>
                  <a:pt x="116982" y="116982"/>
                </a:lnTo>
                <a:lnTo>
                  <a:pt x="87744" y="149597"/>
                </a:lnTo>
                <a:lnTo>
                  <a:pt x="62182" y="185289"/>
                </a:lnTo>
                <a:lnTo>
                  <a:pt x="40595" y="223758"/>
                </a:lnTo>
                <a:lnTo>
                  <a:pt x="23284" y="264705"/>
                </a:lnTo>
                <a:lnTo>
                  <a:pt x="10548" y="307830"/>
                </a:lnTo>
                <a:lnTo>
                  <a:pt x="2687" y="352833"/>
                </a:lnTo>
                <a:lnTo>
                  <a:pt x="0" y="399415"/>
                </a:lnTo>
                <a:lnTo>
                  <a:pt x="2687" y="445971"/>
                </a:lnTo>
                <a:lnTo>
                  <a:pt x="10548" y="490954"/>
                </a:lnTo>
                <a:lnTo>
                  <a:pt x="23284" y="534063"/>
                </a:lnTo>
                <a:lnTo>
                  <a:pt x="40595" y="574998"/>
                </a:lnTo>
                <a:lnTo>
                  <a:pt x="62182" y="613458"/>
                </a:lnTo>
                <a:lnTo>
                  <a:pt x="87744" y="649143"/>
                </a:lnTo>
                <a:lnTo>
                  <a:pt x="116982" y="681755"/>
                </a:lnTo>
                <a:lnTo>
                  <a:pt x="149597" y="710991"/>
                </a:lnTo>
                <a:lnTo>
                  <a:pt x="185289" y="736553"/>
                </a:lnTo>
                <a:lnTo>
                  <a:pt x="223758" y="758140"/>
                </a:lnTo>
                <a:lnTo>
                  <a:pt x="264705" y="775453"/>
                </a:lnTo>
                <a:lnTo>
                  <a:pt x="307830" y="788190"/>
                </a:lnTo>
                <a:lnTo>
                  <a:pt x="352833" y="796053"/>
                </a:lnTo>
                <a:lnTo>
                  <a:pt x="399414" y="798741"/>
                </a:lnTo>
                <a:lnTo>
                  <a:pt x="445971" y="796053"/>
                </a:lnTo>
                <a:lnTo>
                  <a:pt x="490952" y="788190"/>
                </a:lnTo>
                <a:lnTo>
                  <a:pt x="534059" y="775453"/>
                </a:lnTo>
                <a:lnTo>
                  <a:pt x="574990" y="758140"/>
                </a:lnTo>
                <a:lnTo>
                  <a:pt x="613447" y="736553"/>
                </a:lnTo>
                <a:lnTo>
                  <a:pt x="649128" y="710991"/>
                </a:lnTo>
                <a:lnTo>
                  <a:pt x="681735" y="681755"/>
                </a:lnTo>
                <a:lnTo>
                  <a:pt x="710968" y="649143"/>
                </a:lnTo>
                <a:lnTo>
                  <a:pt x="736526" y="613458"/>
                </a:lnTo>
                <a:lnTo>
                  <a:pt x="758110" y="574998"/>
                </a:lnTo>
                <a:lnTo>
                  <a:pt x="775419" y="534063"/>
                </a:lnTo>
                <a:lnTo>
                  <a:pt x="788154" y="490954"/>
                </a:lnTo>
                <a:lnTo>
                  <a:pt x="796016" y="445971"/>
                </a:lnTo>
                <a:lnTo>
                  <a:pt x="798702" y="399415"/>
                </a:lnTo>
                <a:lnTo>
                  <a:pt x="796016" y="352833"/>
                </a:lnTo>
                <a:lnTo>
                  <a:pt x="788154" y="307830"/>
                </a:lnTo>
                <a:lnTo>
                  <a:pt x="775419" y="264705"/>
                </a:lnTo>
                <a:lnTo>
                  <a:pt x="758110" y="223758"/>
                </a:lnTo>
                <a:lnTo>
                  <a:pt x="736526" y="185289"/>
                </a:lnTo>
                <a:lnTo>
                  <a:pt x="710968" y="149597"/>
                </a:lnTo>
                <a:lnTo>
                  <a:pt x="681736" y="116982"/>
                </a:lnTo>
                <a:lnTo>
                  <a:pt x="649128" y="87744"/>
                </a:lnTo>
                <a:lnTo>
                  <a:pt x="613447" y="62182"/>
                </a:lnTo>
                <a:lnTo>
                  <a:pt x="574990" y="40595"/>
                </a:lnTo>
                <a:lnTo>
                  <a:pt x="534059" y="23284"/>
                </a:lnTo>
                <a:lnTo>
                  <a:pt x="490952" y="10548"/>
                </a:lnTo>
                <a:lnTo>
                  <a:pt x="445971" y="2687"/>
                </a:lnTo>
                <a:lnTo>
                  <a:pt x="399414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8">
            <a:extLst>
              <a:ext uri="{FF2B5EF4-FFF2-40B4-BE49-F238E27FC236}">
                <a16:creationId xmlns:a16="http://schemas.microsoft.com/office/drawing/2014/main" id="{C3DA3B35-73E7-A804-146F-AEC20DBEC592}"/>
              </a:ext>
            </a:extLst>
          </p:cNvPr>
          <p:cNvSpPr/>
          <p:nvPr/>
        </p:nvSpPr>
        <p:spPr>
          <a:xfrm>
            <a:off x="5239765" y="2336419"/>
            <a:ext cx="798830" cy="798830"/>
          </a:xfrm>
          <a:custGeom>
            <a:avLst/>
            <a:gdLst/>
            <a:ahLst/>
            <a:cxnLst/>
            <a:rect l="l" t="t" r="r" b="b"/>
            <a:pathLst>
              <a:path w="798829" h="798830">
                <a:moveTo>
                  <a:pt x="399414" y="0"/>
                </a:moveTo>
                <a:lnTo>
                  <a:pt x="352833" y="2686"/>
                </a:lnTo>
                <a:lnTo>
                  <a:pt x="307830" y="10548"/>
                </a:lnTo>
                <a:lnTo>
                  <a:pt x="264705" y="23283"/>
                </a:lnTo>
                <a:lnTo>
                  <a:pt x="223758" y="40592"/>
                </a:lnTo>
                <a:lnTo>
                  <a:pt x="185289" y="62176"/>
                </a:lnTo>
                <a:lnTo>
                  <a:pt x="149597" y="87734"/>
                </a:lnTo>
                <a:lnTo>
                  <a:pt x="116982" y="116967"/>
                </a:lnTo>
                <a:lnTo>
                  <a:pt x="87744" y="149574"/>
                </a:lnTo>
                <a:lnTo>
                  <a:pt x="62182" y="185255"/>
                </a:lnTo>
                <a:lnTo>
                  <a:pt x="40595" y="223712"/>
                </a:lnTo>
                <a:lnTo>
                  <a:pt x="23284" y="264643"/>
                </a:lnTo>
                <a:lnTo>
                  <a:pt x="10548" y="307750"/>
                </a:lnTo>
                <a:lnTo>
                  <a:pt x="2687" y="352731"/>
                </a:lnTo>
                <a:lnTo>
                  <a:pt x="0" y="399288"/>
                </a:lnTo>
                <a:lnTo>
                  <a:pt x="2687" y="445869"/>
                </a:lnTo>
                <a:lnTo>
                  <a:pt x="10548" y="490872"/>
                </a:lnTo>
                <a:lnTo>
                  <a:pt x="23284" y="533997"/>
                </a:lnTo>
                <a:lnTo>
                  <a:pt x="40595" y="574944"/>
                </a:lnTo>
                <a:lnTo>
                  <a:pt x="62182" y="613413"/>
                </a:lnTo>
                <a:lnTo>
                  <a:pt x="87744" y="649105"/>
                </a:lnTo>
                <a:lnTo>
                  <a:pt x="116982" y="681720"/>
                </a:lnTo>
                <a:lnTo>
                  <a:pt x="149597" y="710958"/>
                </a:lnTo>
                <a:lnTo>
                  <a:pt x="185289" y="736520"/>
                </a:lnTo>
                <a:lnTo>
                  <a:pt x="223758" y="758107"/>
                </a:lnTo>
                <a:lnTo>
                  <a:pt x="264705" y="775418"/>
                </a:lnTo>
                <a:lnTo>
                  <a:pt x="307830" y="788154"/>
                </a:lnTo>
                <a:lnTo>
                  <a:pt x="352833" y="796015"/>
                </a:lnTo>
                <a:lnTo>
                  <a:pt x="399414" y="798702"/>
                </a:lnTo>
                <a:lnTo>
                  <a:pt x="445971" y="796015"/>
                </a:lnTo>
                <a:lnTo>
                  <a:pt x="490952" y="788154"/>
                </a:lnTo>
                <a:lnTo>
                  <a:pt x="534059" y="775418"/>
                </a:lnTo>
                <a:lnTo>
                  <a:pt x="574990" y="758107"/>
                </a:lnTo>
                <a:lnTo>
                  <a:pt x="613447" y="736520"/>
                </a:lnTo>
                <a:lnTo>
                  <a:pt x="649128" y="710958"/>
                </a:lnTo>
                <a:lnTo>
                  <a:pt x="681736" y="681720"/>
                </a:lnTo>
                <a:lnTo>
                  <a:pt x="710968" y="649105"/>
                </a:lnTo>
                <a:lnTo>
                  <a:pt x="736526" y="613413"/>
                </a:lnTo>
                <a:lnTo>
                  <a:pt x="758110" y="574944"/>
                </a:lnTo>
                <a:lnTo>
                  <a:pt x="775419" y="533997"/>
                </a:lnTo>
                <a:lnTo>
                  <a:pt x="788154" y="490872"/>
                </a:lnTo>
                <a:lnTo>
                  <a:pt x="796016" y="445869"/>
                </a:lnTo>
                <a:lnTo>
                  <a:pt x="798703" y="399288"/>
                </a:lnTo>
                <a:lnTo>
                  <a:pt x="796016" y="352731"/>
                </a:lnTo>
                <a:lnTo>
                  <a:pt x="788154" y="307750"/>
                </a:lnTo>
                <a:lnTo>
                  <a:pt x="775419" y="264643"/>
                </a:lnTo>
                <a:lnTo>
                  <a:pt x="758110" y="223712"/>
                </a:lnTo>
                <a:lnTo>
                  <a:pt x="736526" y="185255"/>
                </a:lnTo>
                <a:lnTo>
                  <a:pt x="710968" y="149574"/>
                </a:lnTo>
                <a:lnTo>
                  <a:pt x="681736" y="116966"/>
                </a:lnTo>
                <a:lnTo>
                  <a:pt x="649128" y="87734"/>
                </a:lnTo>
                <a:lnTo>
                  <a:pt x="613447" y="62176"/>
                </a:lnTo>
                <a:lnTo>
                  <a:pt x="574990" y="40592"/>
                </a:lnTo>
                <a:lnTo>
                  <a:pt x="534059" y="23283"/>
                </a:lnTo>
                <a:lnTo>
                  <a:pt x="490952" y="10548"/>
                </a:lnTo>
                <a:lnTo>
                  <a:pt x="445971" y="2686"/>
                </a:lnTo>
                <a:lnTo>
                  <a:pt x="399414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5" name="object 9">
            <a:extLst>
              <a:ext uri="{FF2B5EF4-FFF2-40B4-BE49-F238E27FC236}">
                <a16:creationId xmlns:a16="http://schemas.microsoft.com/office/drawing/2014/main" id="{11F3D6FF-789A-1F1F-385D-CFC3524129D6}"/>
              </a:ext>
            </a:extLst>
          </p:cNvPr>
          <p:cNvGrpSpPr/>
          <p:nvPr/>
        </p:nvGrpSpPr>
        <p:grpSpPr>
          <a:xfrm>
            <a:off x="5282946" y="4279900"/>
            <a:ext cx="798830" cy="798830"/>
            <a:chOff x="5282946" y="4279900"/>
            <a:chExt cx="798830" cy="798830"/>
          </a:xfrm>
        </p:grpSpPr>
        <p:sp>
          <p:nvSpPr>
            <p:cNvPr id="106" name="object 10">
              <a:extLst>
                <a:ext uri="{FF2B5EF4-FFF2-40B4-BE49-F238E27FC236}">
                  <a16:creationId xmlns:a16="http://schemas.microsoft.com/office/drawing/2014/main" id="{C7EC7CA3-49D8-A0A2-B8D9-2E282D41BFEF}"/>
                </a:ext>
              </a:extLst>
            </p:cNvPr>
            <p:cNvSpPr/>
            <p:nvPr/>
          </p:nvSpPr>
          <p:spPr>
            <a:xfrm>
              <a:off x="5282946" y="4279900"/>
              <a:ext cx="798830" cy="798830"/>
            </a:xfrm>
            <a:custGeom>
              <a:avLst/>
              <a:gdLst/>
              <a:ahLst/>
              <a:cxnLst/>
              <a:rect l="l" t="t" r="r" b="b"/>
              <a:pathLst>
                <a:path w="798829" h="798829">
                  <a:moveTo>
                    <a:pt x="399288" y="0"/>
                  </a:moveTo>
                  <a:lnTo>
                    <a:pt x="352731" y="2687"/>
                  </a:lnTo>
                  <a:lnTo>
                    <a:pt x="307750" y="10548"/>
                  </a:lnTo>
                  <a:lnTo>
                    <a:pt x="264643" y="23284"/>
                  </a:lnTo>
                  <a:lnTo>
                    <a:pt x="223712" y="40595"/>
                  </a:lnTo>
                  <a:lnTo>
                    <a:pt x="185255" y="62182"/>
                  </a:lnTo>
                  <a:lnTo>
                    <a:pt x="149574" y="87744"/>
                  </a:lnTo>
                  <a:lnTo>
                    <a:pt x="116966" y="116982"/>
                  </a:lnTo>
                  <a:lnTo>
                    <a:pt x="87734" y="149597"/>
                  </a:lnTo>
                  <a:lnTo>
                    <a:pt x="62176" y="185289"/>
                  </a:lnTo>
                  <a:lnTo>
                    <a:pt x="40592" y="223758"/>
                  </a:lnTo>
                  <a:lnTo>
                    <a:pt x="23283" y="264705"/>
                  </a:lnTo>
                  <a:lnTo>
                    <a:pt x="10548" y="307830"/>
                  </a:lnTo>
                  <a:lnTo>
                    <a:pt x="2686" y="352833"/>
                  </a:lnTo>
                  <a:lnTo>
                    <a:pt x="0" y="399414"/>
                  </a:lnTo>
                  <a:lnTo>
                    <a:pt x="2686" y="445971"/>
                  </a:lnTo>
                  <a:lnTo>
                    <a:pt x="10548" y="490952"/>
                  </a:lnTo>
                  <a:lnTo>
                    <a:pt x="23283" y="534059"/>
                  </a:lnTo>
                  <a:lnTo>
                    <a:pt x="40592" y="574990"/>
                  </a:lnTo>
                  <a:lnTo>
                    <a:pt x="62176" y="613447"/>
                  </a:lnTo>
                  <a:lnTo>
                    <a:pt x="87734" y="649128"/>
                  </a:lnTo>
                  <a:lnTo>
                    <a:pt x="116967" y="681735"/>
                  </a:lnTo>
                  <a:lnTo>
                    <a:pt x="149574" y="710968"/>
                  </a:lnTo>
                  <a:lnTo>
                    <a:pt x="185255" y="736526"/>
                  </a:lnTo>
                  <a:lnTo>
                    <a:pt x="223712" y="758110"/>
                  </a:lnTo>
                  <a:lnTo>
                    <a:pt x="264643" y="775419"/>
                  </a:lnTo>
                  <a:lnTo>
                    <a:pt x="307750" y="788154"/>
                  </a:lnTo>
                  <a:lnTo>
                    <a:pt x="352731" y="796016"/>
                  </a:lnTo>
                  <a:lnTo>
                    <a:pt x="399288" y="798702"/>
                  </a:lnTo>
                  <a:lnTo>
                    <a:pt x="445869" y="796016"/>
                  </a:lnTo>
                  <a:lnTo>
                    <a:pt x="490872" y="788154"/>
                  </a:lnTo>
                  <a:lnTo>
                    <a:pt x="533997" y="775419"/>
                  </a:lnTo>
                  <a:lnTo>
                    <a:pt x="574944" y="758110"/>
                  </a:lnTo>
                  <a:lnTo>
                    <a:pt x="613413" y="736526"/>
                  </a:lnTo>
                  <a:lnTo>
                    <a:pt x="649105" y="710968"/>
                  </a:lnTo>
                  <a:lnTo>
                    <a:pt x="681720" y="681736"/>
                  </a:lnTo>
                  <a:lnTo>
                    <a:pt x="710958" y="649128"/>
                  </a:lnTo>
                  <a:lnTo>
                    <a:pt x="736520" y="613447"/>
                  </a:lnTo>
                  <a:lnTo>
                    <a:pt x="758107" y="574990"/>
                  </a:lnTo>
                  <a:lnTo>
                    <a:pt x="775418" y="534059"/>
                  </a:lnTo>
                  <a:lnTo>
                    <a:pt x="788154" y="490952"/>
                  </a:lnTo>
                  <a:lnTo>
                    <a:pt x="796015" y="445971"/>
                  </a:lnTo>
                  <a:lnTo>
                    <a:pt x="798702" y="399414"/>
                  </a:lnTo>
                  <a:lnTo>
                    <a:pt x="796015" y="352833"/>
                  </a:lnTo>
                  <a:lnTo>
                    <a:pt x="788154" y="307830"/>
                  </a:lnTo>
                  <a:lnTo>
                    <a:pt x="775418" y="264705"/>
                  </a:lnTo>
                  <a:lnTo>
                    <a:pt x="758107" y="223758"/>
                  </a:lnTo>
                  <a:lnTo>
                    <a:pt x="736520" y="185289"/>
                  </a:lnTo>
                  <a:lnTo>
                    <a:pt x="710958" y="149597"/>
                  </a:lnTo>
                  <a:lnTo>
                    <a:pt x="681720" y="116982"/>
                  </a:lnTo>
                  <a:lnTo>
                    <a:pt x="649105" y="87744"/>
                  </a:lnTo>
                  <a:lnTo>
                    <a:pt x="613413" y="62182"/>
                  </a:lnTo>
                  <a:lnTo>
                    <a:pt x="574944" y="40595"/>
                  </a:lnTo>
                  <a:lnTo>
                    <a:pt x="533997" y="23284"/>
                  </a:lnTo>
                  <a:lnTo>
                    <a:pt x="490872" y="10548"/>
                  </a:lnTo>
                  <a:lnTo>
                    <a:pt x="445869" y="2687"/>
                  </a:lnTo>
                  <a:lnTo>
                    <a:pt x="39928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07" name="object 11">
              <a:extLst>
                <a:ext uri="{FF2B5EF4-FFF2-40B4-BE49-F238E27FC236}">
                  <a16:creationId xmlns:a16="http://schemas.microsoft.com/office/drawing/2014/main" id="{72E7EA10-AFEB-BC9E-3AF4-F10D488D3DEC}"/>
                </a:ext>
              </a:extLst>
            </p:cNvPr>
            <p:cNvSpPr/>
            <p:nvPr/>
          </p:nvSpPr>
          <p:spPr>
            <a:xfrm>
              <a:off x="5524643" y="4550663"/>
              <a:ext cx="314960" cy="314960"/>
            </a:xfrm>
            <a:custGeom>
              <a:avLst/>
              <a:gdLst/>
              <a:ahLst/>
              <a:cxnLst/>
              <a:rect l="l" t="t" r="r" b="b"/>
              <a:pathLst>
                <a:path w="314960" h="314960">
                  <a:moveTo>
                    <a:pt x="157337" y="41401"/>
                  </a:moveTo>
                  <a:lnTo>
                    <a:pt x="109610" y="51077"/>
                  </a:lnTo>
                  <a:lnTo>
                    <a:pt x="70612" y="77470"/>
                  </a:lnTo>
                  <a:lnTo>
                    <a:pt x="44305" y="116625"/>
                  </a:lnTo>
                  <a:lnTo>
                    <a:pt x="34655" y="164591"/>
                  </a:lnTo>
                  <a:lnTo>
                    <a:pt x="38584" y="195591"/>
                  </a:lnTo>
                  <a:lnTo>
                    <a:pt x="49704" y="223710"/>
                  </a:lnTo>
                  <a:lnTo>
                    <a:pt x="67016" y="247923"/>
                  </a:lnTo>
                  <a:lnTo>
                    <a:pt x="89519" y="267208"/>
                  </a:lnTo>
                  <a:lnTo>
                    <a:pt x="63357" y="314578"/>
                  </a:lnTo>
                  <a:lnTo>
                    <a:pt x="88503" y="314578"/>
                  </a:lnTo>
                  <a:lnTo>
                    <a:pt x="108823" y="277749"/>
                  </a:lnTo>
                  <a:lnTo>
                    <a:pt x="230976" y="277749"/>
                  </a:lnTo>
                  <a:lnTo>
                    <a:pt x="225505" y="267843"/>
                  </a:lnTo>
                  <a:lnTo>
                    <a:pt x="157337" y="267843"/>
                  </a:lnTo>
                  <a:lnTo>
                    <a:pt x="117314" y="259728"/>
                  </a:lnTo>
                  <a:lnTo>
                    <a:pt x="84613" y="237601"/>
                  </a:lnTo>
                  <a:lnTo>
                    <a:pt x="62557" y="204781"/>
                  </a:lnTo>
                  <a:lnTo>
                    <a:pt x="54467" y="164591"/>
                  </a:lnTo>
                  <a:lnTo>
                    <a:pt x="62557" y="124382"/>
                  </a:lnTo>
                  <a:lnTo>
                    <a:pt x="84613" y="91519"/>
                  </a:lnTo>
                  <a:lnTo>
                    <a:pt x="117314" y="69347"/>
                  </a:lnTo>
                  <a:lnTo>
                    <a:pt x="157337" y="61213"/>
                  </a:lnTo>
                  <a:lnTo>
                    <a:pt x="220041" y="61213"/>
                  </a:lnTo>
                  <a:lnTo>
                    <a:pt x="205063" y="51077"/>
                  </a:lnTo>
                  <a:lnTo>
                    <a:pt x="157337" y="41401"/>
                  </a:lnTo>
                  <a:close/>
                </a:path>
                <a:path w="314960" h="314960">
                  <a:moveTo>
                    <a:pt x="230976" y="277749"/>
                  </a:moveTo>
                  <a:lnTo>
                    <a:pt x="205851" y="277749"/>
                  </a:lnTo>
                  <a:lnTo>
                    <a:pt x="226171" y="314578"/>
                  </a:lnTo>
                  <a:lnTo>
                    <a:pt x="251317" y="314578"/>
                  </a:lnTo>
                  <a:lnTo>
                    <a:pt x="230976" y="277749"/>
                  </a:lnTo>
                  <a:close/>
                </a:path>
                <a:path w="314960" h="314960">
                  <a:moveTo>
                    <a:pt x="205851" y="277749"/>
                  </a:moveTo>
                  <a:lnTo>
                    <a:pt x="108823" y="277749"/>
                  </a:lnTo>
                  <a:lnTo>
                    <a:pt x="120243" y="282049"/>
                  </a:lnTo>
                  <a:lnTo>
                    <a:pt x="132175" y="285194"/>
                  </a:lnTo>
                  <a:lnTo>
                    <a:pt x="144559" y="287125"/>
                  </a:lnTo>
                  <a:lnTo>
                    <a:pt x="157337" y="287782"/>
                  </a:lnTo>
                  <a:lnTo>
                    <a:pt x="170114" y="287125"/>
                  </a:lnTo>
                  <a:lnTo>
                    <a:pt x="182499" y="285194"/>
                  </a:lnTo>
                  <a:lnTo>
                    <a:pt x="194431" y="282049"/>
                  </a:lnTo>
                  <a:lnTo>
                    <a:pt x="205851" y="277749"/>
                  </a:lnTo>
                  <a:close/>
                </a:path>
                <a:path w="314960" h="314960">
                  <a:moveTo>
                    <a:pt x="220041" y="61213"/>
                  </a:moveTo>
                  <a:lnTo>
                    <a:pt x="157337" y="61213"/>
                  </a:lnTo>
                  <a:lnTo>
                    <a:pt x="197359" y="69347"/>
                  </a:lnTo>
                  <a:lnTo>
                    <a:pt x="230060" y="91519"/>
                  </a:lnTo>
                  <a:lnTo>
                    <a:pt x="252116" y="124382"/>
                  </a:lnTo>
                  <a:lnTo>
                    <a:pt x="260207" y="164591"/>
                  </a:lnTo>
                  <a:lnTo>
                    <a:pt x="252116" y="204781"/>
                  </a:lnTo>
                  <a:lnTo>
                    <a:pt x="230060" y="237601"/>
                  </a:lnTo>
                  <a:lnTo>
                    <a:pt x="197359" y="259728"/>
                  </a:lnTo>
                  <a:lnTo>
                    <a:pt x="157337" y="267843"/>
                  </a:lnTo>
                  <a:lnTo>
                    <a:pt x="225505" y="267843"/>
                  </a:lnTo>
                  <a:lnTo>
                    <a:pt x="225155" y="267208"/>
                  </a:lnTo>
                  <a:lnTo>
                    <a:pt x="247657" y="247923"/>
                  </a:lnTo>
                  <a:lnTo>
                    <a:pt x="264969" y="223710"/>
                  </a:lnTo>
                  <a:lnTo>
                    <a:pt x="276090" y="195591"/>
                  </a:lnTo>
                  <a:lnTo>
                    <a:pt x="280019" y="164591"/>
                  </a:lnTo>
                  <a:lnTo>
                    <a:pt x="270369" y="116625"/>
                  </a:lnTo>
                  <a:lnTo>
                    <a:pt x="244062" y="77470"/>
                  </a:lnTo>
                  <a:lnTo>
                    <a:pt x="220041" y="61213"/>
                  </a:lnTo>
                  <a:close/>
                </a:path>
                <a:path w="314960" h="314960">
                  <a:moveTo>
                    <a:pt x="163560" y="101726"/>
                  </a:moveTo>
                  <a:lnTo>
                    <a:pt x="151114" y="101726"/>
                  </a:lnTo>
                  <a:lnTo>
                    <a:pt x="146034" y="106807"/>
                  </a:lnTo>
                  <a:lnTo>
                    <a:pt x="146161" y="176022"/>
                  </a:lnTo>
                  <a:lnTo>
                    <a:pt x="151241" y="181101"/>
                  </a:lnTo>
                  <a:lnTo>
                    <a:pt x="220583" y="181101"/>
                  </a:lnTo>
                  <a:lnTo>
                    <a:pt x="225663" y="176022"/>
                  </a:lnTo>
                  <a:lnTo>
                    <a:pt x="225663" y="163449"/>
                  </a:lnTo>
                  <a:lnTo>
                    <a:pt x="220583" y="158369"/>
                  </a:lnTo>
                  <a:lnTo>
                    <a:pt x="168640" y="158369"/>
                  </a:lnTo>
                  <a:lnTo>
                    <a:pt x="168640" y="106807"/>
                  </a:lnTo>
                  <a:lnTo>
                    <a:pt x="163560" y="101726"/>
                  </a:lnTo>
                  <a:close/>
                </a:path>
                <a:path w="314960" h="314960">
                  <a:moveTo>
                    <a:pt x="62468" y="11937"/>
                  </a:moveTo>
                  <a:lnTo>
                    <a:pt x="18272" y="30861"/>
                  </a:lnTo>
                  <a:lnTo>
                    <a:pt x="0" y="75437"/>
                  </a:lnTo>
                  <a:lnTo>
                    <a:pt x="4466" y="99119"/>
                  </a:lnTo>
                  <a:lnTo>
                    <a:pt x="18018" y="120014"/>
                  </a:lnTo>
                  <a:lnTo>
                    <a:pt x="107045" y="29463"/>
                  </a:lnTo>
                  <a:lnTo>
                    <a:pt x="97079" y="21653"/>
                  </a:lnTo>
                  <a:lnTo>
                    <a:pt x="86090" y="16128"/>
                  </a:lnTo>
                  <a:lnTo>
                    <a:pt x="74433" y="12890"/>
                  </a:lnTo>
                  <a:lnTo>
                    <a:pt x="62468" y="11937"/>
                  </a:lnTo>
                  <a:close/>
                </a:path>
                <a:path w="314960" h="314960">
                  <a:moveTo>
                    <a:pt x="252206" y="11937"/>
                  </a:moveTo>
                  <a:lnTo>
                    <a:pt x="240240" y="12890"/>
                  </a:lnTo>
                  <a:lnTo>
                    <a:pt x="228584" y="16128"/>
                  </a:lnTo>
                  <a:lnTo>
                    <a:pt x="217594" y="21653"/>
                  </a:lnTo>
                  <a:lnTo>
                    <a:pt x="207629" y="29463"/>
                  </a:lnTo>
                  <a:lnTo>
                    <a:pt x="296656" y="120014"/>
                  </a:lnTo>
                  <a:lnTo>
                    <a:pt x="310207" y="99119"/>
                  </a:lnTo>
                  <a:lnTo>
                    <a:pt x="314674" y="75437"/>
                  </a:lnTo>
                  <a:lnTo>
                    <a:pt x="310068" y="51756"/>
                  </a:lnTo>
                  <a:lnTo>
                    <a:pt x="275780" y="16875"/>
                  </a:lnTo>
                  <a:lnTo>
                    <a:pt x="252206" y="11937"/>
                  </a:lnTo>
                  <a:close/>
                </a:path>
                <a:path w="314960" h="314960">
                  <a:moveTo>
                    <a:pt x="174863" y="0"/>
                  </a:moveTo>
                  <a:lnTo>
                    <a:pt x="139811" y="0"/>
                  </a:lnTo>
                  <a:lnTo>
                    <a:pt x="133461" y="6223"/>
                  </a:lnTo>
                  <a:lnTo>
                    <a:pt x="133461" y="28194"/>
                  </a:lnTo>
                  <a:lnTo>
                    <a:pt x="181213" y="28194"/>
                  </a:lnTo>
                  <a:lnTo>
                    <a:pt x="181213" y="6223"/>
                  </a:lnTo>
                  <a:lnTo>
                    <a:pt x="1748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8" name="object 12">
            <a:extLst>
              <a:ext uri="{FF2B5EF4-FFF2-40B4-BE49-F238E27FC236}">
                <a16:creationId xmlns:a16="http://schemas.microsoft.com/office/drawing/2014/main" id="{3C509FAD-37F4-76C4-D707-3EF62081BAE0}"/>
              </a:ext>
            </a:extLst>
          </p:cNvPr>
          <p:cNvSpPr txBox="1"/>
          <p:nvPr/>
        </p:nvSpPr>
        <p:spPr>
          <a:xfrm>
            <a:off x="9695815" y="3736763"/>
            <a:ext cx="4198620" cy="161036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73355" algn="ctr">
              <a:lnSpc>
                <a:spcPct val="100000"/>
              </a:lnSpc>
              <a:spcBef>
                <a:spcPts val="645"/>
              </a:spcBef>
            </a:pPr>
            <a:r>
              <a:rPr sz="2400" b="1" spc="-10" dirty="0">
                <a:solidFill>
                  <a:srgbClr val="EC7C30"/>
                </a:solidFill>
                <a:latin typeface="Microsoft JhengHei"/>
                <a:cs typeface="Microsoft JhengHei"/>
              </a:rPr>
              <a:t>互動流程設計</a:t>
            </a:r>
            <a:endParaRPr sz="24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spcBef>
                <a:spcPts val="409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對話開場設計：中文場景描述英文問候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話題深入策略：圍繞特定話題探討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15" dirty="0">
                <a:solidFill>
                  <a:srgbClr val="404040"/>
                </a:solidFill>
                <a:latin typeface="Microsoft JhengHei"/>
                <a:cs typeface="Microsoft JhengHei"/>
              </a:rPr>
              <a:t>問題優化技巧：寬泛轉具體針對問題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對話結束機制：適當時機結束練習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109" name="object 13">
            <a:extLst>
              <a:ext uri="{FF2B5EF4-FFF2-40B4-BE49-F238E27FC236}">
                <a16:creationId xmlns:a16="http://schemas.microsoft.com/office/drawing/2014/main" id="{CD6AFFF9-3BF4-1E3B-BB9C-4B9E7195B359}"/>
              </a:ext>
            </a:extLst>
          </p:cNvPr>
          <p:cNvSpPr txBox="1"/>
          <p:nvPr/>
        </p:nvSpPr>
        <p:spPr>
          <a:xfrm>
            <a:off x="6136894" y="6004305"/>
            <a:ext cx="3284220" cy="1498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87755">
              <a:lnSpc>
                <a:spcPct val="100000"/>
              </a:lnSpc>
              <a:spcBef>
                <a:spcPts val="100"/>
              </a:spcBef>
            </a:pPr>
            <a:r>
              <a:rPr sz="2400" b="1" spc="-15" dirty="0">
                <a:solidFill>
                  <a:srgbClr val="4471C4"/>
                </a:solidFill>
                <a:latin typeface="Microsoft JhengHei"/>
                <a:cs typeface="Microsoft JhengHei"/>
              </a:rPr>
              <a:t>設計原理</a:t>
            </a:r>
            <a:endParaRPr sz="24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擬真互動：模擬真實對話環境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輸出控制：適配學習者程度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深度對話：持續話題探討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參數設計：靈活組合動態生成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110" name="object 14">
            <a:extLst>
              <a:ext uri="{FF2B5EF4-FFF2-40B4-BE49-F238E27FC236}">
                <a16:creationId xmlns:a16="http://schemas.microsoft.com/office/drawing/2014/main" id="{E81A5677-8699-0022-1C72-C0F5ED4C03E4}"/>
              </a:ext>
            </a:extLst>
          </p:cNvPr>
          <p:cNvSpPr txBox="1"/>
          <p:nvPr/>
        </p:nvSpPr>
        <p:spPr>
          <a:xfrm>
            <a:off x="1317752" y="3897630"/>
            <a:ext cx="3512820" cy="1833880"/>
          </a:xfrm>
          <a:prstGeom prst="rect">
            <a:avLst/>
          </a:prstGeom>
        </p:spPr>
        <p:txBody>
          <a:bodyPr vert="horz" wrap="square" lIns="0" tIns="209550" rIns="0" bIns="0" rtlCol="0">
            <a:spAutoFit/>
          </a:bodyPr>
          <a:lstStyle/>
          <a:p>
            <a:pPr marL="187325">
              <a:lnSpc>
                <a:spcPct val="100000"/>
              </a:lnSpc>
              <a:spcBef>
                <a:spcPts val="1650"/>
              </a:spcBef>
            </a:pPr>
            <a:r>
              <a:rPr sz="2400" b="1" spc="-5" dirty="0">
                <a:solidFill>
                  <a:srgbClr val="EC7C30"/>
                </a:solidFill>
                <a:latin typeface="Microsoft JhengHei"/>
                <a:cs typeface="Microsoft JhengHei"/>
              </a:rPr>
              <a:t>主題情境設計及視覺化</a:t>
            </a:r>
            <a:endParaRPr sz="24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spcBef>
                <a:spcPts val="116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多元主題覆蓋：五核心對話主題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情境與角色設定：詳細情境描述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場景描述與開場白：專屬場景開</a:t>
            </a:r>
            <a:endParaRPr sz="1800">
              <a:latin typeface="Microsoft JhengHei"/>
              <a:cs typeface="Microsoft JhengHei"/>
            </a:endParaRPr>
          </a:p>
          <a:p>
            <a:pPr marL="299085">
              <a:lnSpc>
                <a:spcPct val="100000"/>
              </a:lnSpc>
            </a:pPr>
            <a:r>
              <a:rPr sz="1800" spc="-50" dirty="0">
                <a:solidFill>
                  <a:srgbClr val="404040"/>
                </a:solidFill>
                <a:latin typeface="Microsoft JhengHei"/>
                <a:cs typeface="Microsoft JhengHei"/>
              </a:rPr>
              <a:t>場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111" name="object 15">
            <a:extLst>
              <a:ext uri="{FF2B5EF4-FFF2-40B4-BE49-F238E27FC236}">
                <a16:creationId xmlns:a16="http://schemas.microsoft.com/office/drawing/2014/main" id="{23E7BCCD-7325-E352-5DB8-5B51369A1F53}"/>
              </a:ext>
            </a:extLst>
          </p:cNvPr>
          <p:cNvSpPr txBox="1"/>
          <p:nvPr/>
        </p:nvSpPr>
        <p:spPr>
          <a:xfrm>
            <a:off x="9705593" y="1707091"/>
            <a:ext cx="4198620" cy="1443990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1228725">
              <a:lnSpc>
                <a:spcPct val="100000"/>
              </a:lnSpc>
              <a:spcBef>
                <a:spcPts val="1130"/>
              </a:spcBef>
            </a:pPr>
            <a:r>
              <a:rPr sz="2400" b="1" spc="-10" dirty="0">
                <a:solidFill>
                  <a:srgbClr val="A4A4A4"/>
                </a:solidFill>
                <a:latin typeface="Microsoft JhengHei"/>
                <a:cs typeface="Microsoft JhengHei"/>
              </a:rPr>
              <a:t>難度調整機制</a:t>
            </a:r>
            <a:endParaRPr sz="24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難度等級定義：三等級</a:t>
            </a:r>
            <a:endParaRPr sz="1800">
              <a:latin typeface="Microsoft JhengHei"/>
              <a:cs typeface="Microsoft JhengHei"/>
            </a:endParaRPr>
          </a:p>
          <a:p>
            <a:pPr marL="299085" marR="50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精確控制詞彙與句型梯度：基礎到專業</a:t>
            </a:r>
            <a:r>
              <a:rPr sz="1800" spc="-15" dirty="0">
                <a:solidFill>
                  <a:srgbClr val="404040"/>
                </a:solidFill>
                <a:latin typeface="Microsoft JhengHei"/>
                <a:cs typeface="Microsoft JhengHei"/>
              </a:rPr>
              <a:t>漸進設計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112" name="object 16">
            <a:extLst>
              <a:ext uri="{FF2B5EF4-FFF2-40B4-BE49-F238E27FC236}">
                <a16:creationId xmlns:a16="http://schemas.microsoft.com/office/drawing/2014/main" id="{39349900-E227-C63F-8D23-B89DF6EFC742}"/>
              </a:ext>
            </a:extLst>
          </p:cNvPr>
          <p:cNvSpPr/>
          <p:nvPr/>
        </p:nvSpPr>
        <p:spPr>
          <a:xfrm>
            <a:off x="8689213" y="4518405"/>
            <a:ext cx="276225" cy="275590"/>
          </a:xfrm>
          <a:custGeom>
            <a:avLst/>
            <a:gdLst/>
            <a:ahLst/>
            <a:cxnLst/>
            <a:rect l="l" t="t" r="r" b="b"/>
            <a:pathLst>
              <a:path w="276225" h="275589">
                <a:moveTo>
                  <a:pt x="15493" y="26035"/>
                </a:moveTo>
                <a:lnTo>
                  <a:pt x="0" y="26035"/>
                </a:lnTo>
                <a:lnTo>
                  <a:pt x="0" y="275082"/>
                </a:lnTo>
                <a:lnTo>
                  <a:pt x="275843" y="275082"/>
                </a:lnTo>
                <a:lnTo>
                  <a:pt x="275843" y="241935"/>
                </a:lnTo>
                <a:lnTo>
                  <a:pt x="57911" y="241935"/>
                </a:lnTo>
                <a:lnTo>
                  <a:pt x="55244" y="239268"/>
                </a:lnTo>
                <a:lnTo>
                  <a:pt x="55244" y="232537"/>
                </a:lnTo>
                <a:lnTo>
                  <a:pt x="57911" y="229743"/>
                </a:lnTo>
                <a:lnTo>
                  <a:pt x="275843" y="229743"/>
                </a:lnTo>
                <a:lnTo>
                  <a:pt x="275843" y="213741"/>
                </a:lnTo>
                <a:lnTo>
                  <a:pt x="57911" y="213741"/>
                </a:lnTo>
                <a:lnTo>
                  <a:pt x="55244" y="211074"/>
                </a:lnTo>
                <a:lnTo>
                  <a:pt x="55244" y="204216"/>
                </a:lnTo>
                <a:lnTo>
                  <a:pt x="57911" y="201549"/>
                </a:lnTo>
                <a:lnTo>
                  <a:pt x="275843" y="201549"/>
                </a:lnTo>
                <a:lnTo>
                  <a:pt x="275843" y="185547"/>
                </a:lnTo>
                <a:lnTo>
                  <a:pt x="57911" y="185547"/>
                </a:lnTo>
                <a:lnTo>
                  <a:pt x="55244" y="182880"/>
                </a:lnTo>
                <a:lnTo>
                  <a:pt x="55244" y="176022"/>
                </a:lnTo>
                <a:lnTo>
                  <a:pt x="57911" y="173355"/>
                </a:lnTo>
                <a:lnTo>
                  <a:pt x="275843" y="173355"/>
                </a:lnTo>
                <a:lnTo>
                  <a:pt x="275843" y="157353"/>
                </a:lnTo>
                <a:lnTo>
                  <a:pt x="57911" y="157353"/>
                </a:lnTo>
                <a:lnTo>
                  <a:pt x="55244" y="154686"/>
                </a:lnTo>
                <a:lnTo>
                  <a:pt x="55244" y="147828"/>
                </a:lnTo>
                <a:lnTo>
                  <a:pt x="57911" y="145161"/>
                </a:lnTo>
                <a:lnTo>
                  <a:pt x="275843" y="145161"/>
                </a:lnTo>
                <a:lnTo>
                  <a:pt x="275843" y="129159"/>
                </a:lnTo>
                <a:lnTo>
                  <a:pt x="57911" y="129159"/>
                </a:lnTo>
                <a:lnTo>
                  <a:pt x="55244" y="126492"/>
                </a:lnTo>
                <a:lnTo>
                  <a:pt x="55244" y="119634"/>
                </a:lnTo>
                <a:lnTo>
                  <a:pt x="57911" y="116967"/>
                </a:lnTo>
                <a:lnTo>
                  <a:pt x="275843" y="116967"/>
                </a:lnTo>
                <a:lnTo>
                  <a:pt x="275843" y="100965"/>
                </a:lnTo>
                <a:lnTo>
                  <a:pt x="57911" y="100965"/>
                </a:lnTo>
                <a:lnTo>
                  <a:pt x="55244" y="98298"/>
                </a:lnTo>
                <a:lnTo>
                  <a:pt x="55244" y="91440"/>
                </a:lnTo>
                <a:lnTo>
                  <a:pt x="57911" y="88773"/>
                </a:lnTo>
                <a:lnTo>
                  <a:pt x="275843" y="88773"/>
                </a:lnTo>
                <a:lnTo>
                  <a:pt x="275843" y="59944"/>
                </a:lnTo>
                <a:lnTo>
                  <a:pt x="35432" y="59944"/>
                </a:lnTo>
                <a:lnTo>
                  <a:pt x="27709" y="58382"/>
                </a:lnTo>
                <a:lnTo>
                  <a:pt x="21367" y="54117"/>
                </a:lnTo>
                <a:lnTo>
                  <a:pt x="17073" y="47781"/>
                </a:lnTo>
                <a:lnTo>
                  <a:pt x="15493" y="40005"/>
                </a:lnTo>
                <a:lnTo>
                  <a:pt x="15493" y="26035"/>
                </a:lnTo>
                <a:close/>
              </a:path>
              <a:path w="276225" h="275589">
                <a:moveTo>
                  <a:pt x="275843" y="229743"/>
                </a:moveTo>
                <a:lnTo>
                  <a:pt x="217931" y="229743"/>
                </a:lnTo>
                <a:lnTo>
                  <a:pt x="220725" y="232537"/>
                </a:lnTo>
                <a:lnTo>
                  <a:pt x="220725" y="239268"/>
                </a:lnTo>
                <a:lnTo>
                  <a:pt x="217931" y="241935"/>
                </a:lnTo>
                <a:lnTo>
                  <a:pt x="275843" y="241935"/>
                </a:lnTo>
                <a:lnTo>
                  <a:pt x="275843" y="229743"/>
                </a:lnTo>
                <a:close/>
              </a:path>
              <a:path w="276225" h="275589">
                <a:moveTo>
                  <a:pt x="275843" y="201549"/>
                </a:moveTo>
                <a:lnTo>
                  <a:pt x="217931" y="201549"/>
                </a:lnTo>
                <a:lnTo>
                  <a:pt x="220725" y="204216"/>
                </a:lnTo>
                <a:lnTo>
                  <a:pt x="220725" y="211074"/>
                </a:lnTo>
                <a:lnTo>
                  <a:pt x="217931" y="213741"/>
                </a:lnTo>
                <a:lnTo>
                  <a:pt x="275843" y="213741"/>
                </a:lnTo>
                <a:lnTo>
                  <a:pt x="275843" y="201549"/>
                </a:lnTo>
                <a:close/>
              </a:path>
              <a:path w="276225" h="275589">
                <a:moveTo>
                  <a:pt x="275843" y="173355"/>
                </a:moveTo>
                <a:lnTo>
                  <a:pt x="217931" y="173355"/>
                </a:lnTo>
                <a:lnTo>
                  <a:pt x="220725" y="176022"/>
                </a:lnTo>
                <a:lnTo>
                  <a:pt x="220725" y="182880"/>
                </a:lnTo>
                <a:lnTo>
                  <a:pt x="217931" y="185547"/>
                </a:lnTo>
                <a:lnTo>
                  <a:pt x="275843" y="185547"/>
                </a:lnTo>
                <a:lnTo>
                  <a:pt x="275843" y="173355"/>
                </a:lnTo>
                <a:close/>
              </a:path>
              <a:path w="276225" h="275589">
                <a:moveTo>
                  <a:pt x="275843" y="145161"/>
                </a:moveTo>
                <a:lnTo>
                  <a:pt x="217931" y="145161"/>
                </a:lnTo>
                <a:lnTo>
                  <a:pt x="220725" y="147828"/>
                </a:lnTo>
                <a:lnTo>
                  <a:pt x="220725" y="154686"/>
                </a:lnTo>
                <a:lnTo>
                  <a:pt x="217931" y="157353"/>
                </a:lnTo>
                <a:lnTo>
                  <a:pt x="275843" y="157353"/>
                </a:lnTo>
                <a:lnTo>
                  <a:pt x="275843" y="145161"/>
                </a:lnTo>
                <a:close/>
              </a:path>
              <a:path w="276225" h="275589">
                <a:moveTo>
                  <a:pt x="275843" y="116967"/>
                </a:moveTo>
                <a:lnTo>
                  <a:pt x="217931" y="116967"/>
                </a:lnTo>
                <a:lnTo>
                  <a:pt x="220725" y="119634"/>
                </a:lnTo>
                <a:lnTo>
                  <a:pt x="220725" y="126492"/>
                </a:lnTo>
                <a:lnTo>
                  <a:pt x="217931" y="129159"/>
                </a:lnTo>
                <a:lnTo>
                  <a:pt x="275843" y="129159"/>
                </a:lnTo>
                <a:lnTo>
                  <a:pt x="275843" y="116967"/>
                </a:lnTo>
                <a:close/>
              </a:path>
              <a:path w="276225" h="275589">
                <a:moveTo>
                  <a:pt x="275843" y="88773"/>
                </a:moveTo>
                <a:lnTo>
                  <a:pt x="217931" y="88773"/>
                </a:lnTo>
                <a:lnTo>
                  <a:pt x="220725" y="91440"/>
                </a:lnTo>
                <a:lnTo>
                  <a:pt x="220725" y="98298"/>
                </a:lnTo>
                <a:lnTo>
                  <a:pt x="217931" y="100965"/>
                </a:lnTo>
                <a:lnTo>
                  <a:pt x="275843" y="100965"/>
                </a:lnTo>
                <a:lnTo>
                  <a:pt x="275843" y="88773"/>
                </a:lnTo>
                <a:close/>
              </a:path>
              <a:path w="276225" h="275589">
                <a:moveTo>
                  <a:pt x="68325" y="26035"/>
                </a:moveTo>
                <a:lnTo>
                  <a:pt x="55371" y="26035"/>
                </a:lnTo>
                <a:lnTo>
                  <a:pt x="55371" y="40005"/>
                </a:lnTo>
                <a:lnTo>
                  <a:pt x="53892" y="47371"/>
                </a:lnTo>
                <a:lnTo>
                  <a:pt x="53810" y="47781"/>
                </a:lnTo>
                <a:lnTo>
                  <a:pt x="49545" y="54117"/>
                </a:lnTo>
                <a:lnTo>
                  <a:pt x="43209" y="58382"/>
                </a:lnTo>
                <a:lnTo>
                  <a:pt x="35432" y="59944"/>
                </a:lnTo>
                <a:lnTo>
                  <a:pt x="88264" y="59944"/>
                </a:lnTo>
                <a:lnTo>
                  <a:pt x="80488" y="58382"/>
                </a:lnTo>
                <a:lnTo>
                  <a:pt x="74152" y="54117"/>
                </a:lnTo>
                <a:lnTo>
                  <a:pt x="69887" y="47781"/>
                </a:lnTo>
                <a:lnTo>
                  <a:pt x="68325" y="40005"/>
                </a:lnTo>
                <a:lnTo>
                  <a:pt x="68325" y="26035"/>
                </a:lnTo>
                <a:close/>
              </a:path>
              <a:path w="276225" h="275589">
                <a:moveTo>
                  <a:pt x="121157" y="26035"/>
                </a:moveTo>
                <a:lnTo>
                  <a:pt x="108203" y="26035"/>
                </a:lnTo>
                <a:lnTo>
                  <a:pt x="108203" y="40005"/>
                </a:lnTo>
                <a:lnTo>
                  <a:pt x="106724" y="47371"/>
                </a:lnTo>
                <a:lnTo>
                  <a:pt x="106642" y="47781"/>
                </a:lnTo>
                <a:lnTo>
                  <a:pt x="102377" y="54117"/>
                </a:lnTo>
                <a:lnTo>
                  <a:pt x="96041" y="58382"/>
                </a:lnTo>
                <a:lnTo>
                  <a:pt x="88264" y="59944"/>
                </a:lnTo>
                <a:lnTo>
                  <a:pt x="141096" y="59944"/>
                </a:lnTo>
                <a:lnTo>
                  <a:pt x="133320" y="58382"/>
                </a:lnTo>
                <a:lnTo>
                  <a:pt x="126984" y="54117"/>
                </a:lnTo>
                <a:lnTo>
                  <a:pt x="122719" y="47781"/>
                </a:lnTo>
                <a:lnTo>
                  <a:pt x="121157" y="40005"/>
                </a:lnTo>
                <a:lnTo>
                  <a:pt x="121157" y="26035"/>
                </a:lnTo>
                <a:close/>
              </a:path>
              <a:path w="276225" h="275589">
                <a:moveTo>
                  <a:pt x="173989" y="26035"/>
                </a:moveTo>
                <a:lnTo>
                  <a:pt x="161035" y="26035"/>
                </a:lnTo>
                <a:lnTo>
                  <a:pt x="161035" y="40005"/>
                </a:lnTo>
                <a:lnTo>
                  <a:pt x="159556" y="47371"/>
                </a:lnTo>
                <a:lnTo>
                  <a:pt x="159474" y="47781"/>
                </a:lnTo>
                <a:lnTo>
                  <a:pt x="155209" y="54117"/>
                </a:lnTo>
                <a:lnTo>
                  <a:pt x="148873" y="58382"/>
                </a:lnTo>
                <a:lnTo>
                  <a:pt x="141096" y="59944"/>
                </a:lnTo>
                <a:lnTo>
                  <a:pt x="193928" y="59944"/>
                </a:lnTo>
                <a:lnTo>
                  <a:pt x="186152" y="58382"/>
                </a:lnTo>
                <a:lnTo>
                  <a:pt x="179816" y="54117"/>
                </a:lnTo>
                <a:lnTo>
                  <a:pt x="175551" y="47781"/>
                </a:lnTo>
                <a:lnTo>
                  <a:pt x="173989" y="40005"/>
                </a:lnTo>
                <a:lnTo>
                  <a:pt x="173989" y="26035"/>
                </a:lnTo>
                <a:close/>
              </a:path>
              <a:path w="276225" h="275589">
                <a:moveTo>
                  <a:pt x="226821" y="26035"/>
                </a:moveTo>
                <a:lnTo>
                  <a:pt x="213867" y="26035"/>
                </a:lnTo>
                <a:lnTo>
                  <a:pt x="213867" y="40005"/>
                </a:lnTo>
                <a:lnTo>
                  <a:pt x="212388" y="47371"/>
                </a:lnTo>
                <a:lnTo>
                  <a:pt x="212306" y="47781"/>
                </a:lnTo>
                <a:lnTo>
                  <a:pt x="208041" y="54117"/>
                </a:lnTo>
                <a:lnTo>
                  <a:pt x="201705" y="58382"/>
                </a:lnTo>
                <a:lnTo>
                  <a:pt x="193928" y="59944"/>
                </a:lnTo>
                <a:lnTo>
                  <a:pt x="246760" y="59944"/>
                </a:lnTo>
                <a:lnTo>
                  <a:pt x="238984" y="58382"/>
                </a:lnTo>
                <a:lnTo>
                  <a:pt x="232648" y="54117"/>
                </a:lnTo>
                <a:lnTo>
                  <a:pt x="228383" y="47781"/>
                </a:lnTo>
                <a:lnTo>
                  <a:pt x="226821" y="40005"/>
                </a:lnTo>
                <a:lnTo>
                  <a:pt x="226821" y="26035"/>
                </a:lnTo>
                <a:close/>
              </a:path>
              <a:path w="276225" h="275589">
                <a:moveTo>
                  <a:pt x="275843" y="26035"/>
                </a:moveTo>
                <a:lnTo>
                  <a:pt x="266700" y="26035"/>
                </a:lnTo>
                <a:lnTo>
                  <a:pt x="266700" y="40005"/>
                </a:lnTo>
                <a:lnTo>
                  <a:pt x="265203" y="47371"/>
                </a:lnTo>
                <a:lnTo>
                  <a:pt x="265120" y="47781"/>
                </a:lnTo>
                <a:lnTo>
                  <a:pt x="260826" y="54117"/>
                </a:lnTo>
                <a:lnTo>
                  <a:pt x="254484" y="58382"/>
                </a:lnTo>
                <a:lnTo>
                  <a:pt x="246760" y="59944"/>
                </a:lnTo>
                <a:lnTo>
                  <a:pt x="275843" y="59944"/>
                </a:lnTo>
                <a:lnTo>
                  <a:pt x="275843" y="26035"/>
                </a:lnTo>
                <a:close/>
              </a:path>
              <a:path w="276225" h="275589">
                <a:moveTo>
                  <a:pt x="41401" y="0"/>
                </a:moveTo>
                <a:lnTo>
                  <a:pt x="29590" y="0"/>
                </a:lnTo>
                <a:lnTo>
                  <a:pt x="24764" y="4826"/>
                </a:lnTo>
                <a:lnTo>
                  <a:pt x="24764" y="47371"/>
                </a:lnTo>
                <a:lnTo>
                  <a:pt x="29590" y="52197"/>
                </a:lnTo>
                <a:lnTo>
                  <a:pt x="41401" y="52197"/>
                </a:lnTo>
                <a:lnTo>
                  <a:pt x="46227" y="47371"/>
                </a:lnTo>
                <a:lnTo>
                  <a:pt x="46227" y="4826"/>
                </a:lnTo>
                <a:lnTo>
                  <a:pt x="41401" y="0"/>
                </a:lnTo>
                <a:close/>
              </a:path>
              <a:path w="276225" h="275589">
                <a:moveTo>
                  <a:pt x="94233" y="0"/>
                </a:moveTo>
                <a:lnTo>
                  <a:pt x="82295" y="0"/>
                </a:lnTo>
                <a:lnTo>
                  <a:pt x="77596" y="4826"/>
                </a:lnTo>
                <a:lnTo>
                  <a:pt x="77596" y="47371"/>
                </a:lnTo>
                <a:lnTo>
                  <a:pt x="82295" y="52197"/>
                </a:lnTo>
                <a:lnTo>
                  <a:pt x="94233" y="52197"/>
                </a:lnTo>
                <a:lnTo>
                  <a:pt x="99059" y="47371"/>
                </a:lnTo>
                <a:lnTo>
                  <a:pt x="99059" y="4826"/>
                </a:lnTo>
                <a:lnTo>
                  <a:pt x="94233" y="0"/>
                </a:lnTo>
                <a:close/>
              </a:path>
              <a:path w="276225" h="275589">
                <a:moveTo>
                  <a:pt x="147065" y="0"/>
                </a:moveTo>
                <a:lnTo>
                  <a:pt x="135127" y="0"/>
                </a:lnTo>
                <a:lnTo>
                  <a:pt x="130428" y="4826"/>
                </a:lnTo>
                <a:lnTo>
                  <a:pt x="130428" y="47371"/>
                </a:lnTo>
                <a:lnTo>
                  <a:pt x="135127" y="52197"/>
                </a:lnTo>
                <a:lnTo>
                  <a:pt x="147065" y="52197"/>
                </a:lnTo>
                <a:lnTo>
                  <a:pt x="151764" y="47371"/>
                </a:lnTo>
                <a:lnTo>
                  <a:pt x="151764" y="4826"/>
                </a:lnTo>
                <a:lnTo>
                  <a:pt x="147065" y="0"/>
                </a:lnTo>
                <a:close/>
              </a:path>
              <a:path w="276225" h="275589">
                <a:moveTo>
                  <a:pt x="199897" y="0"/>
                </a:moveTo>
                <a:lnTo>
                  <a:pt x="187959" y="0"/>
                </a:lnTo>
                <a:lnTo>
                  <a:pt x="183133" y="4826"/>
                </a:lnTo>
                <a:lnTo>
                  <a:pt x="183133" y="47371"/>
                </a:lnTo>
                <a:lnTo>
                  <a:pt x="187959" y="52197"/>
                </a:lnTo>
                <a:lnTo>
                  <a:pt x="199897" y="52197"/>
                </a:lnTo>
                <a:lnTo>
                  <a:pt x="204596" y="47371"/>
                </a:lnTo>
                <a:lnTo>
                  <a:pt x="204596" y="4826"/>
                </a:lnTo>
                <a:lnTo>
                  <a:pt x="199897" y="0"/>
                </a:lnTo>
                <a:close/>
              </a:path>
              <a:path w="276225" h="275589">
                <a:moveTo>
                  <a:pt x="252602" y="0"/>
                </a:moveTo>
                <a:lnTo>
                  <a:pt x="240791" y="0"/>
                </a:lnTo>
                <a:lnTo>
                  <a:pt x="235965" y="4826"/>
                </a:lnTo>
                <a:lnTo>
                  <a:pt x="235965" y="47371"/>
                </a:lnTo>
                <a:lnTo>
                  <a:pt x="240791" y="52197"/>
                </a:lnTo>
                <a:lnTo>
                  <a:pt x="252602" y="52197"/>
                </a:lnTo>
                <a:lnTo>
                  <a:pt x="257428" y="47371"/>
                </a:lnTo>
                <a:lnTo>
                  <a:pt x="257428" y="4826"/>
                </a:lnTo>
                <a:lnTo>
                  <a:pt x="2526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7">
            <a:extLst>
              <a:ext uri="{FF2B5EF4-FFF2-40B4-BE49-F238E27FC236}">
                <a16:creationId xmlns:a16="http://schemas.microsoft.com/office/drawing/2014/main" id="{D0127B7A-0EC9-DFB1-E0B7-515F60ED53CC}"/>
              </a:ext>
            </a:extLst>
          </p:cNvPr>
          <p:cNvSpPr/>
          <p:nvPr/>
        </p:nvSpPr>
        <p:spPr>
          <a:xfrm>
            <a:off x="5511419" y="2614041"/>
            <a:ext cx="280670" cy="280670"/>
          </a:xfrm>
          <a:custGeom>
            <a:avLst/>
            <a:gdLst/>
            <a:ahLst/>
            <a:cxnLst/>
            <a:rect l="l" t="t" r="r" b="b"/>
            <a:pathLst>
              <a:path w="280670" h="280669">
                <a:moveTo>
                  <a:pt x="280542" y="143383"/>
                </a:moveTo>
                <a:lnTo>
                  <a:pt x="143382" y="143383"/>
                </a:lnTo>
                <a:lnTo>
                  <a:pt x="143382" y="280543"/>
                </a:lnTo>
                <a:lnTo>
                  <a:pt x="233806" y="280543"/>
                </a:lnTo>
                <a:lnTo>
                  <a:pt x="251985" y="276865"/>
                </a:lnTo>
                <a:lnTo>
                  <a:pt x="266842" y="266842"/>
                </a:lnTo>
                <a:lnTo>
                  <a:pt x="276865" y="251985"/>
                </a:lnTo>
                <a:lnTo>
                  <a:pt x="278847" y="242188"/>
                </a:lnTo>
                <a:lnTo>
                  <a:pt x="174878" y="242188"/>
                </a:lnTo>
                <a:lnTo>
                  <a:pt x="174878" y="217424"/>
                </a:lnTo>
                <a:lnTo>
                  <a:pt x="280542" y="217424"/>
                </a:lnTo>
                <a:lnTo>
                  <a:pt x="280542" y="205105"/>
                </a:lnTo>
                <a:lnTo>
                  <a:pt x="174878" y="205105"/>
                </a:lnTo>
                <a:lnTo>
                  <a:pt x="174878" y="180212"/>
                </a:lnTo>
                <a:lnTo>
                  <a:pt x="280542" y="180212"/>
                </a:lnTo>
                <a:lnTo>
                  <a:pt x="280542" y="143383"/>
                </a:lnTo>
                <a:close/>
              </a:path>
              <a:path w="280670" h="280669">
                <a:moveTo>
                  <a:pt x="280542" y="217424"/>
                </a:moveTo>
                <a:lnTo>
                  <a:pt x="252348" y="217424"/>
                </a:lnTo>
                <a:lnTo>
                  <a:pt x="252348" y="242188"/>
                </a:lnTo>
                <a:lnTo>
                  <a:pt x="278847" y="242188"/>
                </a:lnTo>
                <a:lnTo>
                  <a:pt x="280542" y="233807"/>
                </a:lnTo>
                <a:lnTo>
                  <a:pt x="280542" y="217424"/>
                </a:lnTo>
                <a:close/>
              </a:path>
              <a:path w="280670" h="280669">
                <a:moveTo>
                  <a:pt x="280542" y="180212"/>
                </a:moveTo>
                <a:lnTo>
                  <a:pt x="252348" y="180212"/>
                </a:lnTo>
                <a:lnTo>
                  <a:pt x="252348" y="205105"/>
                </a:lnTo>
                <a:lnTo>
                  <a:pt x="280542" y="205105"/>
                </a:lnTo>
                <a:lnTo>
                  <a:pt x="280542" y="180212"/>
                </a:lnTo>
                <a:close/>
              </a:path>
              <a:path w="280670" h="280669">
                <a:moveTo>
                  <a:pt x="137159" y="143383"/>
                </a:moveTo>
                <a:lnTo>
                  <a:pt x="0" y="143383"/>
                </a:lnTo>
                <a:lnTo>
                  <a:pt x="0" y="233807"/>
                </a:lnTo>
                <a:lnTo>
                  <a:pt x="3677" y="251985"/>
                </a:lnTo>
                <a:lnTo>
                  <a:pt x="13700" y="266842"/>
                </a:lnTo>
                <a:lnTo>
                  <a:pt x="28557" y="276865"/>
                </a:lnTo>
                <a:lnTo>
                  <a:pt x="46735" y="280543"/>
                </a:lnTo>
                <a:lnTo>
                  <a:pt x="137159" y="280543"/>
                </a:lnTo>
                <a:lnTo>
                  <a:pt x="137159" y="247396"/>
                </a:lnTo>
                <a:lnTo>
                  <a:pt x="50291" y="247396"/>
                </a:lnTo>
                <a:lnTo>
                  <a:pt x="32765" y="229870"/>
                </a:lnTo>
                <a:lnTo>
                  <a:pt x="51434" y="211200"/>
                </a:lnTo>
                <a:lnTo>
                  <a:pt x="32765" y="192659"/>
                </a:lnTo>
                <a:lnTo>
                  <a:pt x="50291" y="175133"/>
                </a:lnTo>
                <a:lnTo>
                  <a:pt x="137159" y="175133"/>
                </a:lnTo>
                <a:lnTo>
                  <a:pt x="137159" y="143383"/>
                </a:lnTo>
                <a:close/>
              </a:path>
              <a:path w="280670" h="280669">
                <a:moveTo>
                  <a:pt x="68960" y="228726"/>
                </a:moveTo>
                <a:lnTo>
                  <a:pt x="50291" y="247396"/>
                </a:lnTo>
                <a:lnTo>
                  <a:pt x="87502" y="247396"/>
                </a:lnTo>
                <a:lnTo>
                  <a:pt x="68960" y="228726"/>
                </a:lnTo>
                <a:close/>
              </a:path>
              <a:path w="280670" h="280669">
                <a:moveTo>
                  <a:pt x="137159" y="175133"/>
                </a:moveTo>
                <a:lnTo>
                  <a:pt x="87502" y="175133"/>
                </a:lnTo>
                <a:lnTo>
                  <a:pt x="105028" y="192659"/>
                </a:lnTo>
                <a:lnTo>
                  <a:pt x="86486" y="211200"/>
                </a:lnTo>
                <a:lnTo>
                  <a:pt x="105028" y="229870"/>
                </a:lnTo>
                <a:lnTo>
                  <a:pt x="87502" y="247396"/>
                </a:lnTo>
                <a:lnTo>
                  <a:pt x="137159" y="247396"/>
                </a:lnTo>
                <a:lnTo>
                  <a:pt x="137159" y="175133"/>
                </a:lnTo>
                <a:close/>
              </a:path>
              <a:path w="280670" h="280669">
                <a:moveTo>
                  <a:pt x="87502" y="175133"/>
                </a:moveTo>
                <a:lnTo>
                  <a:pt x="50291" y="175133"/>
                </a:lnTo>
                <a:lnTo>
                  <a:pt x="68960" y="193675"/>
                </a:lnTo>
                <a:lnTo>
                  <a:pt x="87502" y="175133"/>
                </a:lnTo>
                <a:close/>
              </a:path>
              <a:path w="280670" h="280669">
                <a:moveTo>
                  <a:pt x="137159" y="0"/>
                </a:moveTo>
                <a:lnTo>
                  <a:pt x="46735" y="0"/>
                </a:lnTo>
                <a:lnTo>
                  <a:pt x="28557" y="3677"/>
                </a:lnTo>
                <a:lnTo>
                  <a:pt x="13700" y="13700"/>
                </a:lnTo>
                <a:lnTo>
                  <a:pt x="3677" y="28557"/>
                </a:lnTo>
                <a:lnTo>
                  <a:pt x="51" y="46482"/>
                </a:lnTo>
                <a:lnTo>
                  <a:pt x="0" y="137160"/>
                </a:lnTo>
                <a:lnTo>
                  <a:pt x="137159" y="137160"/>
                </a:lnTo>
                <a:lnTo>
                  <a:pt x="137159" y="106172"/>
                </a:lnTo>
                <a:lnTo>
                  <a:pt x="56514" y="106172"/>
                </a:lnTo>
                <a:lnTo>
                  <a:pt x="56514" y="79883"/>
                </a:lnTo>
                <a:lnTo>
                  <a:pt x="30225" y="79883"/>
                </a:lnTo>
                <a:lnTo>
                  <a:pt x="30225" y="55118"/>
                </a:lnTo>
                <a:lnTo>
                  <a:pt x="56514" y="55118"/>
                </a:lnTo>
                <a:lnTo>
                  <a:pt x="56514" y="28701"/>
                </a:lnTo>
                <a:lnTo>
                  <a:pt x="137159" y="28701"/>
                </a:lnTo>
                <a:lnTo>
                  <a:pt x="137159" y="0"/>
                </a:lnTo>
                <a:close/>
              </a:path>
              <a:path w="280670" h="280669">
                <a:moveTo>
                  <a:pt x="233806" y="0"/>
                </a:moveTo>
                <a:lnTo>
                  <a:pt x="143382" y="0"/>
                </a:lnTo>
                <a:lnTo>
                  <a:pt x="143382" y="137160"/>
                </a:lnTo>
                <a:lnTo>
                  <a:pt x="280542" y="137160"/>
                </a:lnTo>
                <a:lnTo>
                  <a:pt x="280542" y="107823"/>
                </a:lnTo>
                <a:lnTo>
                  <a:pt x="206755" y="107823"/>
                </a:lnTo>
                <a:lnTo>
                  <a:pt x="201294" y="102235"/>
                </a:lnTo>
                <a:lnTo>
                  <a:pt x="201294" y="88519"/>
                </a:lnTo>
                <a:lnTo>
                  <a:pt x="206755" y="82931"/>
                </a:lnTo>
                <a:lnTo>
                  <a:pt x="280542" y="82931"/>
                </a:lnTo>
                <a:lnTo>
                  <a:pt x="280542" y="79883"/>
                </a:lnTo>
                <a:lnTo>
                  <a:pt x="174878" y="79883"/>
                </a:lnTo>
                <a:lnTo>
                  <a:pt x="174878" y="55118"/>
                </a:lnTo>
                <a:lnTo>
                  <a:pt x="280542" y="55118"/>
                </a:lnTo>
                <a:lnTo>
                  <a:pt x="280542" y="51943"/>
                </a:lnTo>
                <a:lnTo>
                  <a:pt x="206755" y="51943"/>
                </a:lnTo>
                <a:lnTo>
                  <a:pt x="201294" y="46482"/>
                </a:lnTo>
                <a:lnTo>
                  <a:pt x="201294" y="32766"/>
                </a:lnTo>
                <a:lnTo>
                  <a:pt x="206755" y="27178"/>
                </a:lnTo>
                <a:lnTo>
                  <a:pt x="275935" y="27178"/>
                </a:lnTo>
                <a:lnTo>
                  <a:pt x="266842" y="13700"/>
                </a:lnTo>
                <a:lnTo>
                  <a:pt x="251985" y="3677"/>
                </a:lnTo>
                <a:lnTo>
                  <a:pt x="233806" y="0"/>
                </a:lnTo>
                <a:close/>
              </a:path>
              <a:path w="280670" h="280669">
                <a:moveTo>
                  <a:pt x="280542" y="82931"/>
                </a:moveTo>
                <a:lnTo>
                  <a:pt x="220471" y="82931"/>
                </a:lnTo>
                <a:lnTo>
                  <a:pt x="226059" y="88519"/>
                </a:lnTo>
                <a:lnTo>
                  <a:pt x="226059" y="102235"/>
                </a:lnTo>
                <a:lnTo>
                  <a:pt x="220471" y="107823"/>
                </a:lnTo>
                <a:lnTo>
                  <a:pt x="280542" y="107823"/>
                </a:lnTo>
                <a:lnTo>
                  <a:pt x="280542" y="82931"/>
                </a:lnTo>
                <a:close/>
              </a:path>
              <a:path w="280670" h="280669">
                <a:moveTo>
                  <a:pt x="137159" y="28701"/>
                </a:moveTo>
                <a:lnTo>
                  <a:pt x="81279" y="28701"/>
                </a:lnTo>
                <a:lnTo>
                  <a:pt x="81279" y="55118"/>
                </a:lnTo>
                <a:lnTo>
                  <a:pt x="107695" y="55118"/>
                </a:lnTo>
                <a:lnTo>
                  <a:pt x="107695" y="79883"/>
                </a:lnTo>
                <a:lnTo>
                  <a:pt x="81279" y="79883"/>
                </a:lnTo>
                <a:lnTo>
                  <a:pt x="81279" y="106172"/>
                </a:lnTo>
                <a:lnTo>
                  <a:pt x="137159" y="106172"/>
                </a:lnTo>
                <a:lnTo>
                  <a:pt x="137159" y="28701"/>
                </a:lnTo>
                <a:close/>
              </a:path>
              <a:path w="280670" h="280669">
                <a:moveTo>
                  <a:pt x="280542" y="55118"/>
                </a:moveTo>
                <a:lnTo>
                  <a:pt x="252348" y="55118"/>
                </a:lnTo>
                <a:lnTo>
                  <a:pt x="252348" y="79883"/>
                </a:lnTo>
                <a:lnTo>
                  <a:pt x="280542" y="79883"/>
                </a:lnTo>
                <a:lnTo>
                  <a:pt x="280542" y="55118"/>
                </a:lnTo>
                <a:close/>
              </a:path>
              <a:path w="280670" h="280669">
                <a:moveTo>
                  <a:pt x="275935" y="27178"/>
                </a:moveTo>
                <a:lnTo>
                  <a:pt x="220471" y="27178"/>
                </a:lnTo>
                <a:lnTo>
                  <a:pt x="226059" y="32766"/>
                </a:lnTo>
                <a:lnTo>
                  <a:pt x="226059" y="46482"/>
                </a:lnTo>
                <a:lnTo>
                  <a:pt x="220471" y="51943"/>
                </a:lnTo>
                <a:lnTo>
                  <a:pt x="280542" y="51943"/>
                </a:lnTo>
                <a:lnTo>
                  <a:pt x="280491" y="46482"/>
                </a:lnTo>
                <a:lnTo>
                  <a:pt x="276895" y="28701"/>
                </a:lnTo>
                <a:lnTo>
                  <a:pt x="276865" y="28557"/>
                </a:lnTo>
                <a:lnTo>
                  <a:pt x="275935" y="271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8">
            <a:extLst>
              <a:ext uri="{FF2B5EF4-FFF2-40B4-BE49-F238E27FC236}">
                <a16:creationId xmlns:a16="http://schemas.microsoft.com/office/drawing/2014/main" id="{FD62FA9F-CAC9-F061-1266-FAB0EB796EAA}"/>
              </a:ext>
            </a:extLst>
          </p:cNvPr>
          <p:cNvSpPr/>
          <p:nvPr/>
        </p:nvSpPr>
        <p:spPr>
          <a:xfrm>
            <a:off x="5258815" y="6568313"/>
            <a:ext cx="299085" cy="299085"/>
          </a:xfrm>
          <a:custGeom>
            <a:avLst/>
            <a:gdLst/>
            <a:ahLst/>
            <a:cxnLst/>
            <a:rect l="l" t="t" r="r" b="b"/>
            <a:pathLst>
              <a:path w="299085" h="299084">
                <a:moveTo>
                  <a:pt x="298958" y="0"/>
                </a:moveTo>
                <a:lnTo>
                  <a:pt x="0" y="0"/>
                </a:lnTo>
                <a:lnTo>
                  <a:pt x="0" y="298957"/>
                </a:lnTo>
                <a:lnTo>
                  <a:pt x="298958" y="298957"/>
                </a:lnTo>
                <a:lnTo>
                  <a:pt x="298958" y="263397"/>
                </a:lnTo>
                <a:lnTo>
                  <a:pt x="35560" y="263397"/>
                </a:lnTo>
                <a:lnTo>
                  <a:pt x="35560" y="35559"/>
                </a:lnTo>
                <a:lnTo>
                  <a:pt x="38354" y="35559"/>
                </a:lnTo>
                <a:lnTo>
                  <a:pt x="38354" y="35051"/>
                </a:lnTo>
                <a:lnTo>
                  <a:pt x="298958" y="35051"/>
                </a:lnTo>
                <a:lnTo>
                  <a:pt x="298958" y="0"/>
                </a:lnTo>
                <a:close/>
              </a:path>
              <a:path w="299085" h="299084">
                <a:moveTo>
                  <a:pt x="55372" y="109346"/>
                </a:moveTo>
                <a:lnTo>
                  <a:pt x="40259" y="154304"/>
                </a:lnTo>
                <a:lnTo>
                  <a:pt x="74481" y="167778"/>
                </a:lnTo>
                <a:lnTo>
                  <a:pt x="101060" y="195897"/>
                </a:lnTo>
                <a:lnTo>
                  <a:pt x="122447" y="230493"/>
                </a:lnTo>
                <a:lnTo>
                  <a:pt x="141097" y="263397"/>
                </a:lnTo>
                <a:lnTo>
                  <a:pt x="145669" y="263397"/>
                </a:lnTo>
                <a:lnTo>
                  <a:pt x="164873" y="220972"/>
                </a:lnTo>
                <a:lnTo>
                  <a:pt x="185601" y="177545"/>
                </a:lnTo>
                <a:lnTo>
                  <a:pt x="142494" y="177545"/>
                </a:lnTo>
                <a:lnTo>
                  <a:pt x="125452" y="154638"/>
                </a:lnTo>
                <a:lnTo>
                  <a:pt x="108172" y="136588"/>
                </a:lnTo>
                <a:lnTo>
                  <a:pt x="86272" y="121967"/>
                </a:lnTo>
                <a:lnTo>
                  <a:pt x="55372" y="109346"/>
                </a:lnTo>
                <a:close/>
              </a:path>
              <a:path w="299085" h="299084">
                <a:moveTo>
                  <a:pt x="298958" y="35051"/>
                </a:moveTo>
                <a:lnTo>
                  <a:pt x="263779" y="35051"/>
                </a:lnTo>
                <a:lnTo>
                  <a:pt x="263779" y="54990"/>
                </a:lnTo>
                <a:lnTo>
                  <a:pt x="263398" y="54990"/>
                </a:lnTo>
                <a:lnTo>
                  <a:pt x="263398" y="263397"/>
                </a:lnTo>
                <a:lnTo>
                  <a:pt x="298958" y="263397"/>
                </a:lnTo>
                <a:lnTo>
                  <a:pt x="298958" y="35051"/>
                </a:lnTo>
                <a:close/>
              </a:path>
              <a:path w="299085" h="299084">
                <a:moveTo>
                  <a:pt x="255650" y="54990"/>
                </a:moveTo>
                <a:lnTo>
                  <a:pt x="206121" y="54990"/>
                </a:lnTo>
                <a:lnTo>
                  <a:pt x="187410" y="86248"/>
                </a:lnTo>
                <a:lnTo>
                  <a:pt x="172164" y="114458"/>
                </a:lnTo>
                <a:lnTo>
                  <a:pt x="157989" y="143573"/>
                </a:lnTo>
                <a:lnTo>
                  <a:pt x="142494" y="177545"/>
                </a:lnTo>
                <a:lnTo>
                  <a:pt x="185601" y="177545"/>
                </a:lnTo>
                <a:lnTo>
                  <a:pt x="185827" y="177072"/>
                </a:lnTo>
                <a:lnTo>
                  <a:pt x="208177" y="133544"/>
                </a:lnTo>
                <a:lnTo>
                  <a:pt x="231569" y="92234"/>
                </a:lnTo>
                <a:lnTo>
                  <a:pt x="255650" y="5499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9">
            <a:extLst>
              <a:ext uri="{FF2B5EF4-FFF2-40B4-BE49-F238E27FC236}">
                <a16:creationId xmlns:a16="http://schemas.microsoft.com/office/drawing/2014/main" id="{49EBA21F-3562-32DD-2A1B-B11A57C97F99}"/>
              </a:ext>
            </a:extLst>
          </p:cNvPr>
          <p:cNvSpPr/>
          <p:nvPr/>
        </p:nvSpPr>
        <p:spPr>
          <a:xfrm>
            <a:off x="8638540" y="2573654"/>
            <a:ext cx="351790" cy="351790"/>
          </a:xfrm>
          <a:custGeom>
            <a:avLst/>
            <a:gdLst/>
            <a:ahLst/>
            <a:cxnLst/>
            <a:rect l="l" t="t" r="r" b="b"/>
            <a:pathLst>
              <a:path w="351790" h="351789">
                <a:moveTo>
                  <a:pt x="175640" y="0"/>
                </a:moveTo>
                <a:lnTo>
                  <a:pt x="128940" y="6272"/>
                </a:lnTo>
                <a:lnTo>
                  <a:pt x="86980" y="23974"/>
                </a:lnTo>
                <a:lnTo>
                  <a:pt x="51435" y="51435"/>
                </a:lnTo>
                <a:lnTo>
                  <a:pt x="23974" y="86980"/>
                </a:lnTo>
                <a:lnTo>
                  <a:pt x="6272" y="128940"/>
                </a:lnTo>
                <a:lnTo>
                  <a:pt x="0" y="175641"/>
                </a:lnTo>
                <a:lnTo>
                  <a:pt x="6272" y="222351"/>
                </a:lnTo>
                <a:lnTo>
                  <a:pt x="23974" y="264334"/>
                </a:lnTo>
                <a:lnTo>
                  <a:pt x="51435" y="299910"/>
                </a:lnTo>
                <a:lnTo>
                  <a:pt x="86980" y="327401"/>
                </a:lnTo>
                <a:lnTo>
                  <a:pt x="128940" y="345127"/>
                </a:lnTo>
                <a:lnTo>
                  <a:pt x="175640" y="351409"/>
                </a:lnTo>
                <a:lnTo>
                  <a:pt x="222395" y="345127"/>
                </a:lnTo>
                <a:lnTo>
                  <a:pt x="264390" y="327401"/>
                </a:lnTo>
                <a:lnTo>
                  <a:pt x="281472" y="314198"/>
                </a:lnTo>
                <a:lnTo>
                  <a:pt x="175640" y="314198"/>
                </a:lnTo>
                <a:lnTo>
                  <a:pt x="131872" y="307139"/>
                </a:lnTo>
                <a:lnTo>
                  <a:pt x="93840" y="287481"/>
                </a:lnTo>
                <a:lnTo>
                  <a:pt x="63837" y="257496"/>
                </a:lnTo>
                <a:lnTo>
                  <a:pt x="44154" y="219458"/>
                </a:lnTo>
                <a:lnTo>
                  <a:pt x="37083" y="175641"/>
                </a:lnTo>
                <a:lnTo>
                  <a:pt x="44154" y="131872"/>
                </a:lnTo>
                <a:lnTo>
                  <a:pt x="63837" y="93840"/>
                </a:lnTo>
                <a:lnTo>
                  <a:pt x="93840" y="63837"/>
                </a:lnTo>
                <a:lnTo>
                  <a:pt x="131872" y="44154"/>
                </a:lnTo>
                <a:lnTo>
                  <a:pt x="175640" y="37084"/>
                </a:lnTo>
                <a:lnTo>
                  <a:pt x="281370" y="37084"/>
                </a:lnTo>
                <a:lnTo>
                  <a:pt x="264390" y="23974"/>
                </a:lnTo>
                <a:lnTo>
                  <a:pt x="222395" y="6272"/>
                </a:lnTo>
                <a:lnTo>
                  <a:pt x="175640" y="0"/>
                </a:lnTo>
                <a:close/>
              </a:path>
              <a:path w="351790" h="351789">
                <a:moveTo>
                  <a:pt x="281370" y="37084"/>
                </a:moveTo>
                <a:lnTo>
                  <a:pt x="175640" y="37084"/>
                </a:lnTo>
                <a:lnTo>
                  <a:pt x="219471" y="44154"/>
                </a:lnTo>
                <a:lnTo>
                  <a:pt x="257540" y="63837"/>
                </a:lnTo>
                <a:lnTo>
                  <a:pt x="287563" y="93840"/>
                </a:lnTo>
                <a:lnTo>
                  <a:pt x="307253" y="131872"/>
                </a:lnTo>
                <a:lnTo>
                  <a:pt x="314325" y="175641"/>
                </a:lnTo>
                <a:lnTo>
                  <a:pt x="307253" y="219458"/>
                </a:lnTo>
                <a:lnTo>
                  <a:pt x="287563" y="257496"/>
                </a:lnTo>
                <a:lnTo>
                  <a:pt x="257540" y="287481"/>
                </a:lnTo>
                <a:lnTo>
                  <a:pt x="219471" y="307139"/>
                </a:lnTo>
                <a:lnTo>
                  <a:pt x="175640" y="314198"/>
                </a:lnTo>
                <a:lnTo>
                  <a:pt x="281472" y="314198"/>
                </a:lnTo>
                <a:lnTo>
                  <a:pt x="299958" y="299910"/>
                </a:lnTo>
                <a:lnTo>
                  <a:pt x="327429" y="264334"/>
                </a:lnTo>
                <a:lnTo>
                  <a:pt x="345136" y="222351"/>
                </a:lnTo>
                <a:lnTo>
                  <a:pt x="351408" y="175641"/>
                </a:lnTo>
                <a:lnTo>
                  <a:pt x="345136" y="128940"/>
                </a:lnTo>
                <a:lnTo>
                  <a:pt x="327429" y="86980"/>
                </a:lnTo>
                <a:lnTo>
                  <a:pt x="299958" y="51435"/>
                </a:lnTo>
                <a:lnTo>
                  <a:pt x="281370" y="37084"/>
                </a:lnTo>
                <a:close/>
              </a:path>
              <a:path w="351790" h="351789">
                <a:moveTo>
                  <a:pt x="124967" y="100075"/>
                </a:moveTo>
                <a:lnTo>
                  <a:pt x="124967" y="251333"/>
                </a:lnTo>
                <a:lnTo>
                  <a:pt x="255396" y="175641"/>
                </a:lnTo>
                <a:lnTo>
                  <a:pt x="124967" y="1000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20">
            <a:extLst>
              <a:ext uri="{FF2B5EF4-FFF2-40B4-BE49-F238E27FC236}">
                <a16:creationId xmlns:a16="http://schemas.microsoft.com/office/drawing/2014/main" id="{3C7A54FE-D228-4245-6F8F-23B7B3AF9547}"/>
              </a:ext>
            </a:extLst>
          </p:cNvPr>
          <p:cNvSpPr txBox="1">
            <a:spLocks/>
          </p:cNvSpPr>
          <p:nvPr/>
        </p:nvSpPr>
        <p:spPr>
          <a:xfrm>
            <a:off x="200295" y="264648"/>
            <a:ext cx="55118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zh-TW" altLang="en-US" sz="5400" b="1" spc="-1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對話練習提示設計</a:t>
            </a:r>
          </a:p>
        </p:txBody>
      </p:sp>
      <p:sp>
        <p:nvSpPr>
          <p:cNvPr id="117" name="object 22">
            <a:extLst>
              <a:ext uri="{FF2B5EF4-FFF2-40B4-BE49-F238E27FC236}">
                <a16:creationId xmlns:a16="http://schemas.microsoft.com/office/drawing/2014/main" id="{2F07E72D-6790-E5C0-5A2C-9E752E637FC1}"/>
              </a:ext>
            </a:extLst>
          </p:cNvPr>
          <p:cNvSpPr txBox="1">
            <a:spLocks/>
          </p:cNvSpPr>
          <p:nvPr/>
        </p:nvSpPr>
        <p:spPr>
          <a:xfrm>
            <a:off x="14147418" y="7756482"/>
            <a:ext cx="215900" cy="1943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lang="en-US" altLang="zh-TW" spc="-25" smtClean="0"/>
              <a:pPr marL="12700">
                <a:lnSpc>
                  <a:spcPts val="1410"/>
                </a:lnSpc>
              </a:pPr>
              <a:t>21</a:t>
            </a:fld>
            <a:endParaRPr lang="en-US" altLang="zh-TW" spc="-25" dirty="0"/>
          </a:p>
        </p:txBody>
      </p:sp>
      <p:sp>
        <p:nvSpPr>
          <p:cNvPr id="118" name="object 21">
            <a:extLst>
              <a:ext uri="{FF2B5EF4-FFF2-40B4-BE49-F238E27FC236}">
                <a16:creationId xmlns:a16="http://schemas.microsoft.com/office/drawing/2014/main" id="{3E8E2BF2-AD54-920D-0FED-1675995D89E1}"/>
              </a:ext>
            </a:extLst>
          </p:cNvPr>
          <p:cNvSpPr txBox="1"/>
          <p:nvPr/>
        </p:nvSpPr>
        <p:spPr>
          <a:xfrm>
            <a:off x="1332357" y="1660998"/>
            <a:ext cx="3741420" cy="1744345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1134745">
              <a:lnSpc>
                <a:spcPct val="100000"/>
              </a:lnSpc>
              <a:spcBef>
                <a:spcPts val="1245"/>
              </a:spcBef>
            </a:pPr>
            <a:r>
              <a:rPr sz="2400" b="1" spc="-15" dirty="0">
                <a:solidFill>
                  <a:srgbClr val="4471C4"/>
                </a:solidFill>
                <a:latin typeface="Microsoft JhengHei"/>
                <a:cs typeface="Microsoft JhengHei"/>
              </a:rPr>
              <a:t>核心架構</a:t>
            </a:r>
            <a:endParaRPr sz="2400" dirty="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15" dirty="0">
                <a:solidFill>
                  <a:srgbClr val="404040"/>
                </a:solidFill>
                <a:latin typeface="Microsoft JhengHei"/>
                <a:cs typeface="Microsoft JhengHei"/>
              </a:rPr>
              <a:t>角色定位：真實對話夥伴</a:t>
            </a:r>
            <a:endParaRPr sz="1800" dirty="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互動規範：詳細對話開展指南</a:t>
            </a:r>
            <a:endParaRPr sz="1800" dirty="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難度控制：程度設定回應限制</a:t>
            </a:r>
            <a:endParaRPr sz="1800" dirty="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問題策略：設計問題促進對話延續</a:t>
            </a:r>
            <a:endParaRPr sz="1800" dirty="0">
              <a:latin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3097826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31408" y="2250948"/>
            <a:ext cx="2396490" cy="2741930"/>
            <a:chOff x="5931408" y="2250948"/>
            <a:chExt cx="2396490" cy="27419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31408" y="2250948"/>
              <a:ext cx="2396363" cy="262039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430137" y="2749295"/>
              <a:ext cx="1415415" cy="2243455"/>
            </a:xfrm>
            <a:custGeom>
              <a:avLst/>
              <a:gdLst/>
              <a:ahLst/>
              <a:cxnLst/>
              <a:rect l="l" t="t" r="r" b="b"/>
              <a:pathLst>
                <a:path w="1415415" h="2243454">
                  <a:moveTo>
                    <a:pt x="996188" y="2137156"/>
                  </a:moveTo>
                  <a:lnTo>
                    <a:pt x="418973" y="2137156"/>
                  </a:lnTo>
                  <a:lnTo>
                    <a:pt x="459498" y="2168156"/>
                  </a:lnTo>
                  <a:lnTo>
                    <a:pt x="503605" y="2194255"/>
                  </a:lnTo>
                  <a:lnTo>
                    <a:pt x="550875" y="2215121"/>
                  </a:lnTo>
                  <a:lnTo>
                    <a:pt x="600900" y="2230437"/>
                  </a:lnTo>
                  <a:lnTo>
                    <a:pt x="653300" y="2239861"/>
                  </a:lnTo>
                  <a:lnTo>
                    <a:pt x="707644" y="2243074"/>
                  </a:lnTo>
                  <a:lnTo>
                    <a:pt x="761923" y="2239861"/>
                  </a:lnTo>
                  <a:lnTo>
                    <a:pt x="814285" y="2230437"/>
                  </a:lnTo>
                  <a:lnTo>
                    <a:pt x="864298" y="2215121"/>
                  </a:lnTo>
                  <a:lnTo>
                    <a:pt x="911555" y="2194255"/>
                  </a:lnTo>
                  <a:lnTo>
                    <a:pt x="955649" y="2168156"/>
                  </a:lnTo>
                  <a:lnTo>
                    <a:pt x="996188" y="2137156"/>
                  </a:lnTo>
                  <a:close/>
                </a:path>
                <a:path w="1415415" h="2243454">
                  <a:moveTo>
                    <a:pt x="1061339" y="2002282"/>
                  </a:moveTo>
                  <a:lnTo>
                    <a:pt x="1055204" y="1971865"/>
                  </a:lnTo>
                  <a:lnTo>
                    <a:pt x="1038466" y="1947037"/>
                  </a:lnTo>
                  <a:lnTo>
                    <a:pt x="1013650" y="1930311"/>
                  </a:lnTo>
                  <a:lnTo>
                    <a:pt x="983234" y="1924177"/>
                  </a:lnTo>
                  <a:lnTo>
                    <a:pt x="431927" y="1924177"/>
                  </a:lnTo>
                  <a:lnTo>
                    <a:pt x="401497" y="1930311"/>
                  </a:lnTo>
                  <a:lnTo>
                    <a:pt x="376682" y="1947037"/>
                  </a:lnTo>
                  <a:lnTo>
                    <a:pt x="359943" y="1971865"/>
                  </a:lnTo>
                  <a:lnTo>
                    <a:pt x="353822" y="2002282"/>
                  </a:lnTo>
                  <a:lnTo>
                    <a:pt x="359943" y="2032711"/>
                  </a:lnTo>
                  <a:lnTo>
                    <a:pt x="376682" y="2057539"/>
                  </a:lnTo>
                  <a:lnTo>
                    <a:pt x="401497" y="2074265"/>
                  </a:lnTo>
                  <a:lnTo>
                    <a:pt x="431927" y="2080387"/>
                  </a:lnTo>
                  <a:lnTo>
                    <a:pt x="983234" y="2080387"/>
                  </a:lnTo>
                  <a:lnTo>
                    <a:pt x="1013650" y="2074265"/>
                  </a:lnTo>
                  <a:lnTo>
                    <a:pt x="1038466" y="2057539"/>
                  </a:lnTo>
                  <a:lnTo>
                    <a:pt x="1055204" y="2032711"/>
                  </a:lnTo>
                  <a:lnTo>
                    <a:pt x="1061339" y="2002282"/>
                  </a:lnTo>
                  <a:close/>
                </a:path>
                <a:path w="1415415" h="2243454">
                  <a:moveTo>
                    <a:pt x="1061339" y="1789303"/>
                  </a:moveTo>
                  <a:lnTo>
                    <a:pt x="1055204" y="1758886"/>
                  </a:lnTo>
                  <a:lnTo>
                    <a:pt x="1038466" y="1734070"/>
                  </a:lnTo>
                  <a:lnTo>
                    <a:pt x="1013650" y="1717332"/>
                  </a:lnTo>
                  <a:lnTo>
                    <a:pt x="983234" y="1711198"/>
                  </a:lnTo>
                  <a:lnTo>
                    <a:pt x="431927" y="1711198"/>
                  </a:lnTo>
                  <a:lnTo>
                    <a:pt x="401497" y="1717332"/>
                  </a:lnTo>
                  <a:lnTo>
                    <a:pt x="376682" y="1734070"/>
                  </a:lnTo>
                  <a:lnTo>
                    <a:pt x="359943" y="1758886"/>
                  </a:lnTo>
                  <a:lnTo>
                    <a:pt x="353822" y="1789303"/>
                  </a:lnTo>
                  <a:lnTo>
                    <a:pt x="359943" y="1819681"/>
                  </a:lnTo>
                  <a:lnTo>
                    <a:pt x="376682" y="1844509"/>
                  </a:lnTo>
                  <a:lnTo>
                    <a:pt x="401497" y="1861261"/>
                  </a:lnTo>
                  <a:lnTo>
                    <a:pt x="431927" y="1867408"/>
                  </a:lnTo>
                  <a:lnTo>
                    <a:pt x="983234" y="1867408"/>
                  </a:lnTo>
                  <a:lnTo>
                    <a:pt x="1013650" y="1861261"/>
                  </a:lnTo>
                  <a:lnTo>
                    <a:pt x="1038466" y="1844509"/>
                  </a:lnTo>
                  <a:lnTo>
                    <a:pt x="1055204" y="1819681"/>
                  </a:lnTo>
                  <a:lnTo>
                    <a:pt x="1061339" y="1789303"/>
                  </a:lnTo>
                  <a:close/>
                </a:path>
                <a:path w="1415415" h="2243454">
                  <a:moveTo>
                    <a:pt x="1415161" y="702945"/>
                  </a:moveTo>
                  <a:lnTo>
                    <a:pt x="1413522" y="654824"/>
                  </a:lnTo>
                  <a:lnTo>
                    <a:pt x="1408696" y="607568"/>
                  </a:lnTo>
                  <a:lnTo>
                    <a:pt x="1400784" y="561276"/>
                  </a:lnTo>
                  <a:lnTo>
                    <a:pt x="1389888" y="516077"/>
                  </a:lnTo>
                  <a:lnTo>
                    <a:pt x="1376108" y="472059"/>
                  </a:lnTo>
                  <a:lnTo>
                    <a:pt x="1359560" y="429323"/>
                  </a:lnTo>
                  <a:lnTo>
                    <a:pt x="1340345" y="387997"/>
                  </a:lnTo>
                  <a:lnTo>
                    <a:pt x="1318564" y="348157"/>
                  </a:lnTo>
                  <a:lnTo>
                    <a:pt x="1294333" y="309918"/>
                  </a:lnTo>
                  <a:lnTo>
                    <a:pt x="1267739" y="273392"/>
                  </a:lnTo>
                  <a:lnTo>
                    <a:pt x="1238910" y="238683"/>
                  </a:lnTo>
                  <a:lnTo>
                    <a:pt x="1207935" y="205892"/>
                  </a:lnTo>
                  <a:lnTo>
                    <a:pt x="1174927" y="175120"/>
                  </a:lnTo>
                  <a:lnTo>
                    <a:pt x="1139990" y="146469"/>
                  </a:lnTo>
                  <a:lnTo>
                    <a:pt x="1103223" y="120053"/>
                  </a:lnTo>
                  <a:lnTo>
                    <a:pt x="1064742" y="95973"/>
                  </a:lnTo>
                  <a:lnTo>
                    <a:pt x="1024648" y="74333"/>
                  </a:lnTo>
                  <a:lnTo>
                    <a:pt x="983043" y="55245"/>
                  </a:lnTo>
                  <a:lnTo>
                    <a:pt x="940041" y="38798"/>
                  </a:lnTo>
                  <a:lnTo>
                    <a:pt x="895731" y="25120"/>
                  </a:lnTo>
                  <a:lnTo>
                    <a:pt x="850239" y="14287"/>
                  </a:lnTo>
                  <a:lnTo>
                    <a:pt x="803643" y="6426"/>
                  </a:lnTo>
                  <a:lnTo>
                    <a:pt x="756081" y="1625"/>
                  </a:lnTo>
                  <a:lnTo>
                    <a:pt x="707644" y="0"/>
                  </a:lnTo>
                  <a:lnTo>
                    <a:pt x="659180" y="1625"/>
                  </a:lnTo>
                  <a:lnTo>
                    <a:pt x="611593" y="6426"/>
                  </a:lnTo>
                  <a:lnTo>
                    <a:pt x="564997" y="14287"/>
                  </a:lnTo>
                  <a:lnTo>
                    <a:pt x="519493" y="25120"/>
                  </a:lnTo>
                  <a:lnTo>
                    <a:pt x="475170" y="38798"/>
                  </a:lnTo>
                  <a:lnTo>
                    <a:pt x="432155" y="55245"/>
                  </a:lnTo>
                  <a:lnTo>
                    <a:pt x="390537" y="74333"/>
                  </a:lnTo>
                  <a:lnTo>
                    <a:pt x="350443" y="95973"/>
                  </a:lnTo>
                  <a:lnTo>
                    <a:pt x="311950" y="120053"/>
                  </a:lnTo>
                  <a:lnTo>
                    <a:pt x="275183" y="146469"/>
                  </a:lnTo>
                  <a:lnTo>
                    <a:pt x="240233" y="175120"/>
                  </a:lnTo>
                  <a:lnTo>
                    <a:pt x="207225" y="205892"/>
                  </a:lnTo>
                  <a:lnTo>
                    <a:pt x="176250" y="238683"/>
                  </a:lnTo>
                  <a:lnTo>
                    <a:pt x="147408" y="273392"/>
                  </a:lnTo>
                  <a:lnTo>
                    <a:pt x="120827" y="309918"/>
                  </a:lnTo>
                  <a:lnTo>
                    <a:pt x="96583" y="348157"/>
                  </a:lnTo>
                  <a:lnTo>
                    <a:pt x="74803" y="387997"/>
                  </a:lnTo>
                  <a:lnTo>
                    <a:pt x="55587" y="429323"/>
                  </a:lnTo>
                  <a:lnTo>
                    <a:pt x="39039" y="472059"/>
                  </a:lnTo>
                  <a:lnTo>
                    <a:pt x="25260" y="516077"/>
                  </a:lnTo>
                  <a:lnTo>
                    <a:pt x="14363" y="561276"/>
                  </a:lnTo>
                  <a:lnTo>
                    <a:pt x="6451" y="607568"/>
                  </a:lnTo>
                  <a:lnTo>
                    <a:pt x="1625" y="654824"/>
                  </a:lnTo>
                  <a:lnTo>
                    <a:pt x="0" y="702945"/>
                  </a:lnTo>
                  <a:lnTo>
                    <a:pt x="1816" y="753770"/>
                  </a:lnTo>
                  <a:lnTo>
                    <a:pt x="7200" y="803592"/>
                  </a:lnTo>
                  <a:lnTo>
                    <a:pt x="16052" y="852297"/>
                  </a:lnTo>
                  <a:lnTo>
                    <a:pt x="28232" y="899756"/>
                  </a:lnTo>
                  <a:lnTo>
                    <a:pt x="43662" y="945832"/>
                  </a:lnTo>
                  <a:lnTo>
                    <a:pt x="62217" y="990396"/>
                  </a:lnTo>
                  <a:lnTo>
                    <a:pt x="83781" y="1033310"/>
                  </a:lnTo>
                  <a:lnTo>
                    <a:pt x="108242" y="1074445"/>
                  </a:lnTo>
                  <a:lnTo>
                    <a:pt x="135509" y="1113663"/>
                  </a:lnTo>
                  <a:lnTo>
                    <a:pt x="133337" y="1113663"/>
                  </a:lnTo>
                  <a:lnTo>
                    <a:pt x="160858" y="1148092"/>
                  </a:lnTo>
                  <a:lnTo>
                    <a:pt x="187299" y="1184452"/>
                  </a:lnTo>
                  <a:lnTo>
                    <a:pt x="212623" y="1222679"/>
                  </a:lnTo>
                  <a:lnTo>
                    <a:pt x="236778" y="1262710"/>
                  </a:lnTo>
                  <a:lnTo>
                    <a:pt x="259715" y="1304480"/>
                  </a:lnTo>
                  <a:lnTo>
                    <a:pt x="281393" y="1347914"/>
                  </a:lnTo>
                  <a:lnTo>
                    <a:pt x="301764" y="1392974"/>
                  </a:lnTo>
                  <a:lnTo>
                    <a:pt x="320789" y="1439570"/>
                  </a:lnTo>
                  <a:lnTo>
                    <a:pt x="338404" y="1487639"/>
                  </a:lnTo>
                  <a:lnTo>
                    <a:pt x="354571" y="1537131"/>
                  </a:lnTo>
                  <a:lnTo>
                    <a:pt x="369252" y="1587969"/>
                  </a:lnTo>
                  <a:lnTo>
                    <a:pt x="382397" y="1640078"/>
                  </a:lnTo>
                  <a:lnTo>
                    <a:pt x="1032764" y="1640078"/>
                  </a:lnTo>
                  <a:lnTo>
                    <a:pt x="1045895" y="1587969"/>
                  </a:lnTo>
                  <a:lnTo>
                    <a:pt x="1060577" y="1537131"/>
                  </a:lnTo>
                  <a:lnTo>
                    <a:pt x="1076744" y="1487639"/>
                  </a:lnTo>
                  <a:lnTo>
                    <a:pt x="1094359" y="1439570"/>
                  </a:lnTo>
                  <a:lnTo>
                    <a:pt x="1113383" y="1392974"/>
                  </a:lnTo>
                  <a:lnTo>
                    <a:pt x="1133754" y="1347914"/>
                  </a:lnTo>
                  <a:lnTo>
                    <a:pt x="1155433" y="1304480"/>
                  </a:lnTo>
                  <a:lnTo>
                    <a:pt x="1178369" y="1262710"/>
                  </a:lnTo>
                  <a:lnTo>
                    <a:pt x="1202524" y="1222679"/>
                  </a:lnTo>
                  <a:lnTo>
                    <a:pt x="1227848" y="1184452"/>
                  </a:lnTo>
                  <a:lnTo>
                    <a:pt x="1254290" y="1148092"/>
                  </a:lnTo>
                  <a:lnTo>
                    <a:pt x="1281811" y="1113663"/>
                  </a:lnTo>
                  <a:lnTo>
                    <a:pt x="1279652" y="1113663"/>
                  </a:lnTo>
                  <a:lnTo>
                    <a:pt x="1306906" y="1074445"/>
                  </a:lnTo>
                  <a:lnTo>
                    <a:pt x="1331366" y="1033310"/>
                  </a:lnTo>
                  <a:lnTo>
                    <a:pt x="1352931" y="990396"/>
                  </a:lnTo>
                  <a:lnTo>
                    <a:pt x="1371485" y="945832"/>
                  </a:lnTo>
                  <a:lnTo>
                    <a:pt x="1386916" y="899756"/>
                  </a:lnTo>
                  <a:lnTo>
                    <a:pt x="1399095" y="852297"/>
                  </a:lnTo>
                  <a:lnTo>
                    <a:pt x="1407947" y="803592"/>
                  </a:lnTo>
                  <a:lnTo>
                    <a:pt x="1413332" y="753770"/>
                  </a:lnTo>
                  <a:lnTo>
                    <a:pt x="1415161" y="702945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421369" y="2338197"/>
            <a:ext cx="798830" cy="798830"/>
          </a:xfrm>
          <a:custGeom>
            <a:avLst/>
            <a:gdLst/>
            <a:ahLst/>
            <a:cxnLst/>
            <a:rect l="l" t="t" r="r" b="b"/>
            <a:pathLst>
              <a:path w="798829" h="798830">
                <a:moveTo>
                  <a:pt x="399414" y="0"/>
                </a:moveTo>
                <a:lnTo>
                  <a:pt x="352833" y="2685"/>
                </a:lnTo>
                <a:lnTo>
                  <a:pt x="307830" y="10541"/>
                </a:lnTo>
                <a:lnTo>
                  <a:pt x="264705" y="23269"/>
                </a:lnTo>
                <a:lnTo>
                  <a:pt x="223758" y="40570"/>
                </a:lnTo>
                <a:lnTo>
                  <a:pt x="185289" y="62145"/>
                </a:lnTo>
                <a:lnTo>
                  <a:pt x="149597" y="87694"/>
                </a:lnTo>
                <a:lnTo>
                  <a:pt x="116982" y="116919"/>
                </a:lnTo>
                <a:lnTo>
                  <a:pt x="87744" y="149520"/>
                </a:lnTo>
                <a:lnTo>
                  <a:pt x="62182" y="185199"/>
                </a:lnTo>
                <a:lnTo>
                  <a:pt x="40595" y="223656"/>
                </a:lnTo>
                <a:lnTo>
                  <a:pt x="23284" y="264593"/>
                </a:lnTo>
                <a:lnTo>
                  <a:pt x="10548" y="307710"/>
                </a:lnTo>
                <a:lnTo>
                  <a:pt x="2687" y="352708"/>
                </a:lnTo>
                <a:lnTo>
                  <a:pt x="0" y="399288"/>
                </a:lnTo>
                <a:lnTo>
                  <a:pt x="2687" y="445869"/>
                </a:lnTo>
                <a:lnTo>
                  <a:pt x="10548" y="490872"/>
                </a:lnTo>
                <a:lnTo>
                  <a:pt x="23284" y="533997"/>
                </a:lnTo>
                <a:lnTo>
                  <a:pt x="40595" y="574944"/>
                </a:lnTo>
                <a:lnTo>
                  <a:pt x="62182" y="613413"/>
                </a:lnTo>
                <a:lnTo>
                  <a:pt x="87744" y="649105"/>
                </a:lnTo>
                <a:lnTo>
                  <a:pt x="116982" y="681720"/>
                </a:lnTo>
                <a:lnTo>
                  <a:pt x="149597" y="710958"/>
                </a:lnTo>
                <a:lnTo>
                  <a:pt x="185289" y="736520"/>
                </a:lnTo>
                <a:lnTo>
                  <a:pt x="223758" y="758107"/>
                </a:lnTo>
                <a:lnTo>
                  <a:pt x="264705" y="775418"/>
                </a:lnTo>
                <a:lnTo>
                  <a:pt x="307830" y="788154"/>
                </a:lnTo>
                <a:lnTo>
                  <a:pt x="352833" y="796015"/>
                </a:lnTo>
                <a:lnTo>
                  <a:pt x="399414" y="798702"/>
                </a:lnTo>
                <a:lnTo>
                  <a:pt x="445971" y="796015"/>
                </a:lnTo>
                <a:lnTo>
                  <a:pt x="490952" y="788154"/>
                </a:lnTo>
                <a:lnTo>
                  <a:pt x="534059" y="775418"/>
                </a:lnTo>
                <a:lnTo>
                  <a:pt x="574990" y="758107"/>
                </a:lnTo>
                <a:lnTo>
                  <a:pt x="613447" y="736520"/>
                </a:lnTo>
                <a:lnTo>
                  <a:pt x="649128" y="710958"/>
                </a:lnTo>
                <a:lnTo>
                  <a:pt x="681736" y="681720"/>
                </a:lnTo>
                <a:lnTo>
                  <a:pt x="710968" y="649105"/>
                </a:lnTo>
                <a:lnTo>
                  <a:pt x="736526" y="613413"/>
                </a:lnTo>
                <a:lnTo>
                  <a:pt x="758110" y="574944"/>
                </a:lnTo>
                <a:lnTo>
                  <a:pt x="775419" y="533997"/>
                </a:lnTo>
                <a:lnTo>
                  <a:pt x="788154" y="490872"/>
                </a:lnTo>
                <a:lnTo>
                  <a:pt x="796016" y="445869"/>
                </a:lnTo>
                <a:lnTo>
                  <a:pt x="798702" y="399288"/>
                </a:lnTo>
                <a:lnTo>
                  <a:pt x="796016" y="352708"/>
                </a:lnTo>
                <a:lnTo>
                  <a:pt x="788154" y="307710"/>
                </a:lnTo>
                <a:lnTo>
                  <a:pt x="775419" y="264593"/>
                </a:lnTo>
                <a:lnTo>
                  <a:pt x="758110" y="223656"/>
                </a:lnTo>
                <a:lnTo>
                  <a:pt x="736526" y="185199"/>
                </a:lnTo>
                <a:lnTo>
                  <a:pt x="710968" y="149520"/>
                </a:lnTo>
                <a:lnTo>
                  <a:pt x="681736" y="116919"/>
                </a:lnTo>
                <a:lnTo>
                  <a:pt x="649128" y="87694"/>
                </a:lnTo>
                <a:lnTo>
                  <a:pt x="613447" y="62145"/>
                </a:lnTo>
                <a:lnTo>
                  <a:pt x="574990" y="40570"/>
                </a:lnTo>
                <a:lnTo>
                  <a:pt x="534059" y="23269"/>
                </a:lnTo>
                <a:lnTo>
                  <a:pt x="490952" y="10541"/>
                </a:lnTo>
                <a:lnTo>
                  <a:pt x="445971" y="2685"/>
                </a:lnTo>
                <a:lnTo>
                  <a:pt x="399414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767326" y="6254369"/>
            <a:ext cx="798830" cy="798830"/>
          </a:xfrm>
          <a:custGeom>
            <a:avLst/>
            <a:gdLst/>
            <a:ahLst/>
            <a:cxnLst/>
            <a:rect l="l" t="t" r="r" b="b"/>
            <a:pathLst>
              <a:path w="798829" h="798829">
                <a:moveTo>
                  <a:pt x="399288" y="0"/>
                </a:moveTo>
                <a:lnTo>
                  <a:pt x="352731" y="2687"/>
                </a:lnTo>
                <a:lnTo>
                  <a:pt x="307750" y="10548"/>
                </a:lnTo>
                <a:lnTo>
                  <a:pt x="264643" y="23284"/>
                </a:lnTo>
                <a:lnTo>
                  <a:pt x="223712" y="40595"/>
                </a:lnTo>
                <a:lnTo>
                  <a:pt x="185255" y="62182"/>
                </a:lnTo>
                <a:lnTo>
                  <a:pt x="149574" y="87744"/>
                </a:lnTo>
                <a:lnTo>
                  <a:pt x="116967" y="116982"/>
                </a:lnTo>
                <a:lnTo>
                  <a:pt x="87734" y="149597"/>
                </a:lnTo>
                <a:lnTo>
                  <a:pt x="62176" y="185289"/>
                </a:lnTo>
                <a:lnTo>
                  <a:pt x="40592" y="223758"/>
                </a:lnTo>
                <a:lnTo>
                  <a:pt x="23283" y="264705"/>
                </a:lnTo>
                <a:lnTo>
                  <a:pt x="10548" y="307830"/>
                </a:lnTo>
                <a:lnTo>
                  <a:pt x="2686" y="352833"/>
                </a:lnTo>
                <a:lnTo>
                  <a:pt x="0" y="399414"/>
                </a:lnTo>
                <a:lnTo>
                  <a:pt x="2686" y="445971"/>
                </a:lnTo>
                <a:lnTo>
                  <a:pt x="10548" y="490954"/>
                </a:lnTo>
                <a:lnTo>
                  <a:pt x="23283" y="534063"/>
                </a:lnTo>
                <a:lnTo>
                  <a:pt x="40592" y="574998"/>
                </a:lnTo>
                <a:lnTo>
                  <a:pt x="62176" y="613458"/>
                </a:lnTo>
                <a:lnTo>
                  <a:pt x="87734" y="649143"/>
                </a:lnTo>
                <a:lnTo>
                  <a:pt x="116966" y="681755"/>
                </a:lnTo>
                <a:lnTo>
                  <a:pt x="149574" y="710991"/>
                </a:lnTo>
                <a:lnTo>
                  <a:pt x="185255" y="736553"/>
                </a:lnTo>
                <a:lnTo>
                  <a:pt x="223712" y="758140"/>
                </a:lnTo>
                <a:lnTo>
                  <a:pt x="264643" y="775453"/>
                </a:lnTo>
                <a:lnTo>
                  <a:pt x="307750" y="788190"/>
                </a:lnTo>
                <a:lnTo>
                  <a:pt x="352731" y="796053"/>
                </a:lnTo>
                <a:lnTo>
                  <a:pt x="399288" y="798741"/>
                </a:lnTo>
                <a:lnTo>
                  <a:pt x="445869" y="796053"/>
                </a:lnTo>
                <a:lnTo>
                  <a:pt x="490872" y="788190"/>
                </a:lnTo>
                <a:lnTo>
                  <a:pt x="533997" y="775453"/>
                </a:lnTo>
                <a:lnTo>
                  <a:pt x="574944" y="758140"/>
                </a:lnTo>
                <a:lnTo>
                  <a:pt x="613413" y="736553"/>
                </a:lnTo>
                <a:lnTo>
                  <a:pt x="649105" y="710991"/>
                </a:lnTo>
                <a:lnTo>
                  <a:pt x="681720" y="681755"/>
                </a:lnTo>
                <a:lnTo>
                  <a:pt x="710958" y="649143"/>
                </a:lnTo>
                <a:lnTo>
                  <a:pt x="736520" y="613458"/>
                </a:lnTo>
                <a:lnTo>
                  <a:pt x="758107" y="574998"/>
                </a:lnTo>
                <a:lnTo>
                  <a:pt x="775418" y="534063"/>
                </a:lnTo>
                <a:lnTo>
                  <a:pt x="788154" y="490954"/>
                </a:lnTo>
                <a:lnTo>
                  <a:pt x="796015" y="445971"/>
                </a:lnTo>
                <a:lnTo>
                  <a:pt x="798702" y="399414"/>
                </a:lnTo>
                <a:lnTo>
                  <a:pt x="796015" y="352833"/>
                </a:lnTo>
                <a:lnTo>
                  <a:pt x="788154" y="307830"/>
                </a:lnTo>
                <a:lnTo>
                  <a:pt x="775418" y="264705"/>
                </a:lnTo>
                <a:lnTo>
                  <a:pt x="758107" y="223758"/>
                </a:lnTo>
                <a:lnTo>
                  <a:pt x="736520" y="185289"/>
                </a:lnTo>
                <a:lnTo>
                  <a:pt x="710958" y="149597"/>
                </a:lnTo>
                <a:lnTo>
                  <a:pt x="681720" y="116982"/>
                </a:lnTo>
                <a:lnTo>
                  <a:pt x="649105" y="87744"/>
                </a:lnTo>
                <a:lnTo>
                  <a:pt x="613413" y="62182"/>
                </a:lnTo>
                <a:lnTo>
                  <a:pt x="574944" y="40595"/>
                </a:lnTo>
                <a:lnTo>
                  <a:pt x="533997" y="23284"/>
                </a:lnTo>
                <a:lnTo>
                  <a:pt x="490872" y="10548"/>
                </a:lnTo>
                <a:lnTo>
                  <a:pt x="445869" y="2687"/>
                </a:lnTo>
                <a:lnTo>
                  <a:pt x="399288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239765" y="2336419"/>
            <a:ext cx="798830" cy="798830"/>
          </a:xfrm>
          <a:custGeom>
            <a:avLst/>
            <a:gdLst/>
            <a:ahLst/>
            <a:cxnLst/>
            <a:rect l="l" t="t" r="r" b="b"/>
            <a:pathLst>
              <a:path w="798829" h="798830">
                <a:moveTo>
                  <a:pt x="399414" y="0"/>
                </a:moveTo>
                <a:lnTo>
                  <a:pt x="352833" y="2686"/>
                </a:lnTo>
                <a:lnTo>
                  <a:pt x="307830" y="10548"/>
                </a:lnTo>
                <a:lnTo>
                  <a:pt x="264705" y="23283"/>
                </a:lnTo>
                <a:lnTo>
                  <a:pt x="223758" y="40592"/>
                </a:lnTo>
                <a:lnTo>
                  <a:pt x="185289" y="62176"/>
                </a:lnTo>
                <a:lnTo>
                  <a:pt x="149597" y="87734"/>
                </a:lnTo>
                <a:lnTo>
                  <a:pt x="116982" y="116967"/>
                </a:lnTo>
                <a:lnTo>
                  <a:pt x="87744" y="149574"/>
                </a:lnTo>
                <a:lnTo>
                  <a:pt x="62182" y="185255"/>
                </a:lnTo>
                <a:lnTo>
                  <a:pt x="40595" y="223712"/>
                </a:lnTo>
                <a:lnTo>
                  <a:pt x="23284" y="264643"/>
                </a:lnTo>
                <a:lnTo>
                  <a:pt x="10548" y="307750"/>
                </a:lnTo>
                <a:lnTo>
                  <a:pt x="2687" y="352731"/>
                </a:lnTo>
                <a:lnTo>
                  <a:pt x="0" y="399288"/>
                </a:lnTo>
                <a:lnTo>
                  <a:pt x="2687" y="445869"/>
                </a:lnTo>
                <a:lnTo>
                  <a:pt x="10548" y="490872"/>
                </a:lnTo>
                <a:lnTo>
                  <a:pt x="23284" y="533997"/>
                </a:lnTo>
                <a:lnTo>
                  <a:pt x="40595" y="574944"/>
                </a:lnTo>
                <a:lnTo>
                  <a:pt x="62182" y="613413"/>
                </a:lnTo>
                <a:lnTo>
                  <a:pt x="87744" y="649105"/>
                </a:lnTo>
                <a:lnTo>
                  <a:pt x="116982" y="681720"/>
                </a:lnTo>
                <a:lnTo>
                  <a:pt x="149597" y="710958"/>
                </a:lnTo>
                <a:lnTo>
                  <a:pt x="185289" y="736520"/>
                </a:lnTo>
                <a:lnTo>
                  <a:pt x="223758" y="758107"/>
                </a:lnTo>
                <a:lnTo>
                  <a:pt x="264705" y="775418"/>
                </a:lnTo>
                <a:lnTo>
                  <a:pt x="307830" y="788154"/>
                </a:lnTo>
                <a:lnTo>
                  <a:pt x="352833" y="796015"/>
                </a:lnTo>
                <a:lnTo>
                  <a:pt x="399414" y="798702"/>
                </a:lnTo>
                <a:lnTo>
                  <a:pt x="445971" y="796015"/>
                </a:lnTo>
                <a:lnTo>
                  <a:pt x="490952" y="788154"/>
                </a:lnTo>
                <a:lnTo>
                  <a:pt x="534059" y="775418"/>
                </a:lnTo>
                <a:lnTo>
                  <a:pt x="574990" y="758107"/>
                </a:lnTo>
                <a:lnTo>
                  <a:pt x="613447" y="736520"/>
                </a:lnTo>
                <a:lnTo>
                  <a:pt x="649128" y="710958"/>
                </a:lnTo>
                <a:lnTo>
                  <a:pt x="681736" y="681720"/>
                </a:lnTo>
                <a:lnTo>
                  <a:pt x="710968" y="649105"/>
                </a:lnTo>
                <a:lnTo>
                  <a:pt x="736526" y="613413"/>
                </a:lnTo>
                <a:lnTo>
                  <a:pt x="758110" y="574944"/>
                </a:lnTo>
                <a:lnTo>
                  <a:pt x="775419" y="533997"/>
                </a:lnTo>
                <a:lnTo>
                  <a:pt x="788154" y="490872"/>
                </a:lnTo>
                <a:lnTo>
                  <a:pt x="796016" y="445869"/>
                </a:lnTo>
                <a:lnTo>
                  <a:pt x="798703" y="399288"/>
                </a:lnTo>
                <a:lnTo>
                  <a:pt x="796016" y="352731"/>
                </a:lnTo>
                <a:lnTo>
                  <a:pt x="788154" y="307750"/>
                </a:lnTo>
                <a:lnTo>
                  <a:pt x="775419" y="264643"/>
                </a:lnTo>
                <a:lnTo>
                  <a:pt x="758110" y="223712"/>
                </a:lnTo>
                <a:lnTo>
                  <a:pt x="736526" y="185255"/>
                </a:lnTo>
                <a:lnTo>
                  <a:pt x="710968" y="149574"/>
                </a:lnTo>
                <a:lnTo>
                  <a:pt x="681736" y="116966"/>
                </a:lnTo>
                <a:lnTo>
                  <a:pt x="649128" y="87734"/>
                </a:lnTo>
                <a:lnTo>
                  <a:pt x="613447" y="62176"/>
                </a:lnTo>
                <a:lnTo>
                  <a:pt x="574990" y="40592"/>
                </a:lnTo>
                <a:lnTo>
                  <a:pt x="534059" y="23283"/>
                </a:lnTo>
                <a:lnTo>
                  <a:pt x="490952" y="10548"/>
                </a:lnTo>
                <a:lnTo>
                  <a:pt x="445971" y="2686"/>
                </a:lnTo>
                <a:lnTo>
                  <a:pt x="399414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5147564" y="4235830"/>
            <a:ext cx="798830" cy="798830"/>
            <a:chOff x="5147564" y="4235830"/>
            <a:chExt cx="798830" cy="798830"/>
          </a:xfrm>
        </p:grpSpPr>
        <p:sp>
          <p:nvSpPr>
            <p:cNvPr id="9" name="object 9"/>
            <p:cNvSpPr/>
            <p:nvPr/>
          </p:nvSpPr>
          <p:spPr>
            <a:xfrm>
              <a:off x="5147564" y="4235830"/>
              <a:ext cx="798830" cy="798830"/>
            </a:xfrm>
            <a:custGeom>
              <a:avLst/>
              <a:gdLst/>
              <a:ahLst/>
              <a:cxnLst/>
              <a:rect l="l" t="t" r="r" b="b"/>
              <a:pathLst>
                <a:path w="798829" h="798829">
                  <a:moveTo>
                    <a:pt x="399414" y="0"/>
                  </a:moveTo>
                  <a:lnTo>
                    <a:pt x="352833" y="2685"/>
                  </a:lnTo>
                  <a:lnTo>
                    <a:pt x="307830" y="10541"/>
                  </a:lnTo>
                  <a:lnTo>
                    <a:pt x="264705" y="23269"/>
                  </a:lnTo>
                  <a:lnTo>
                    <a:pt x="223758" y="40570"/>
                  </a:lnTo>
                  <a:lnTo>
                    <a:pt x="185289" y="62145"/>
                  </a:lnTo>
                  <a:lnTo>
                    <a:pt x="149597" y="87694"/>
                  </a:lnTo>
                  <a:lnTo>
                    <a:pt x="116982" y="116919"/>
                  </a:lnTo>
                  <a:lnTo>
                    <a:pt x="87744" y="149520"/>
                  </a:lnTo>
                  <a:lnTo>
                    <a:pt x="62182" y="185199"/>
                  </a:lnTo>
                  <a:lnTo>
                    <a:pt x="40595" y="223656"/>
                  </a:lnTo>
                  <a:lnTo>
                    <a:pt x="23284" y="264593"/>
                  </a:lnTo>
                  <a:lnTo>
                    <a:pt x="10548" y="307710"/>
                  </a:lnTo>
                  <a:lnTo>
                    <a:pt x="2687" y="352708"/>
                  </a:lnTo>
                  <a:lnTo>
                    <a:pt x="0" y="399288"/>
                  </a:lnTo>
                  <a:lnTo>
                    <a:pt x="2687" y="445869"/>
                  </a:lnTo>
                  <a:lnTo>
                    <a:pt x="10548" y="490872"/>
                  </a:lnTo>
                  <a:lnTo>
                    <a:pt x="23284" y="533997"/>
                  </a:lnTo>
                  <a:lnTo>
                    <a:pt x="40595" y="574944"/>
                  </a:lnTo>
                  <a:lnTo>
                    <a:pt x="62182" y="613413"/>
                  </a:lnTo>
                  <a:lnTo>
                    <a:pt x="87744" y="649105"/>
                  </a:lnTo>
                  <a:lnTo>
                    <a:pt x="116982" y="681720"/>
                  </a:lnTo>
                  <a:lnTo>
                    <a:pt x="149597" y="710958"/>
                  </a:lnTo>
                  <a:lnTo>
                    <a:pt x="185289" y="736520"/>
                  </a:lnTo>
                  <a:lnTo>
                    <a:pt x="223758" y="758107"/>
                  </a:lnTo>
                  <a:lnTo>
                    <a:pt x="264705" y="775418"/>
                  </a:lnTo>
                  <a:lnTo>
                    <a:pt x="307830" y="788154"/>
                  </a:lnTo>
                  <a:lnTo>
                    <a:pt x="352833" y="796015"/>
                  </a:lnTo>
                  <a:lnTo>
                    <a:pt x="399414" y="798703"/>
                  </a:lnTo>
                  <a:lnTo>
                    <a:pt x="445971" y="796015"/>
                  </a:lnTo>
                  <a:lnTo>
                    <a:pt x="490952" y="788154"/>
                  </a:lnTo>
                  <a:lnTo>
                    <a:pt x="534059" y="775418"/>
                  </a:lnTo>
                  <a:lnTo>
                    <a:pt x="574990" y="758107"/>
                  </a:lnTo>
                  <a:lnTo>
                    <a:pt x="613447" y="736520"/>
                  </a:lnTo>
                  <a:lnTo>
                    <a:pt x="649128" y="710958"/>
                  </a:lnTo>
                  <a:lnTo>
                    <a:pt x="681736" y="681720"/>
                  </a:lnTo>
                  <a:lnTo>
                    <a:pt x="710968" y="649105"/>
                  </a:lnTo>
                  <a:lnTo>
                    <a:pt x="736526" y="613413"/>
                  </a:lnTo>
                  <a:lnTo>
                    <a:pt x="758110" y="574944"/>
                  </a:lnTo>
                  <a:lnTo>
                    <a:pt x="775419" y="533997"/>
                  </a:lnTo>
                  <a:lnTo>
                    <a:pt x="788154" y="490872"/>
                  </a:lnTo>
                  <a:lnTo>
                    <a:pt x="796016" y="445869"/>
                  </a:lnTo>
                  <a:lnTo>
                    <a:pt x="798702" y="399288"/>
                  </a:lnTo>
                  <a:lnTo>
                    <a:pt x="796016" y="352708"/>
                  </a:lnTo>
                  <a:lnTo>
                    <a:pt x="788154" y="307710"/>
                  </a:lnTo>
                  <a:lnTo>
                    <a:pt x="775419" y="264593"/>
                  </a:lnTo>
                  <a:lnTo>
                    <a:pt x="758110" y="223656"/>
                  </a:lnTo>
                  <a:lnTo>
                    <a:pt x="736526" y="185199"/>
                  </a:lnTo>
                  <a:lnTo>
                    <a:pt x="710968" y="149520"/>
                  </a:lnTo>
                  <a:lnTo>
                    <a:pt x="681735" y="116919"/>
                  </a:lnTo>
                  <a:lnTo>
                    <a:pt x="649128" y="87694"/>
                  </a:lnTo>
                  <a:lnTo>
                    <a:pt x="613447" y="62145"/>
                  </a:lnTo>
                  <a:lnTo>
                    <a:pt x="574990" y="40570"/>
                  </a:lnTo>
                  <a:lnTo>
                    <a:pt x="534059" y="23269"/>
                  </a:lnTo>
                  <a:lnTo>
                    <a:pt x="490952" y="10541"/>
                  </a:lnTo>
                  <a:lnTo>
                    <a:pt x="445971" y="2685"/>
                  </a:lnTo>
                  <a:lnTo>
                    <a:pt x="399414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389372" y="4507864"/>
              <a:ext cx="314960" cy="314960"/>
            </a:xfrm>
            <a:custGeom>
              <a:avLst/>
              <a:gdLst/>
              <a:ahLst/>
              <a:cxnLst/>
              <a:rect l="l" t="t" r="r" b="b"/>
              <a:pathLst>
                <a:path w="314960" h="314960">
                  <a:moveTo>
                    <a:pt x="157225" y="41401"/>
                  </a:moveTo>
                  <a:lnTo>
                    <a:pt x="109499" y="51077"/>
                  </a:lnTo>
                  <a:lnTo>
                    <a:pt x="70500" y="77470"/>
                  </a:lnTo>
                  <a:lnTo>
                    <a:pt x="44194" y="116625"/>
                  </a:lnTo>
                  <a:lnTo>
                    <a:pt x="34543" y="164592"/>
                  </a:lnTo>
                  <a:lnTo>
                    <a:pt x="38473" y="195591"/>
                  </a:lnTo>
                  <a:lnTo>
                    <a:pt x="49593" y="223710"/>
                  </a:lnTo>
                  <a:lnTo>
                    <a:pt x="66905" y="247923"/>
                  </a:lnTo>
                  <a:lnTo>
                    <a:pt x="89407" y="267208"/>
                  </a:lnTo>
                  <a:lnTo>
                    <a:pt x="63373" y="314579"/>
                  </a:lnTo>
                  <a:lnTo>
                    <a:pt x="88391" y="314579"/>
                  </a:lnTo>
                  <a:lnTo>
                    <a:pt x="108712" y="277749"/>
                  </a:lnTo>
                  <a:lnTo>
                    <a:pt x="230865" y="277749"/>
                  </a:lnTo>
                  <a:lnTo>
                    <a:pt x="225464" y="267970"/>
                  </a:lnTo>
                  <a:lnTo>
                    <a:pt x="157225" y="267970"/>
                  </a:lnTo>
                  <a:lnTo>
                    <a:pt x="117203" y="259836"/>
                  </a:lnTo>
                  <a:lnTo>
                    <a:pt x="84502" y="237664"/>
                  </a:lnTo>
                  <a:lnTo>
                    <a:pt x="62446" y="204801"/>
                  </a:lnTo>
                  <a:lnTo>
                    <a:pt x="54355" y="164592"/>
                  </a:lnTo>
                  <a:lnTo>
                    <a:pt x="62446" y="124382"/>
                  </a:lnTo>
                  <a:lnTo>
                    <a:pt x="84502" y="91519"/>
                  </a:lnTo>
                  <a:lnTo>
                    <a:pt x="117203" y="69347"/>
                  </a:lnTo>
                  <a:lnTo>
                    <a:pt x="157225" y="61213"/>
                  </a:lnTo>
                  <a:lnTo>
                    <a:pt x="219981" y="61213"/>
                  </a:lnTo>
                  <a:lnTo>
                    <a:pt x="205005" y="51077"/>
                  </a:lnTo>
                  <a:lnTo>
                    <a:pt x="157225" y="41401"/>
                  </a:lnTo>
                  <a:close/>
                </a:path>
                <a:path w="314960" h="314960">
                  <a:moveTo>
                    <a:pt x="230865" y="277749"/>
                  </a:moveTo>
                  <a:lnTo>
                    <a:pt x="205739" y="277749"/>
                  </a:lnTo>
                  <a:lnTo>
                    <a:pt x="226060" y="314579"/>
                  </a:lnTo>
                  <a:lnTo>
                    <a:pt x="251205" y="314579"/>
                  </a:lnTo>
                  <a:lnTo>
                    <a:pt x="230865" y="277749"/>
                  </a:lnTo>
                  <a:close/>
                </a:path>
                <a:path w="314960" h="314960">
                  <a:moveTo>
                    <a:pt x="205739" y="277749"/>
                  </a:moveTo>
                  <a:lnTo>
                    <a:pt x="108712" y="277749"/>
                  </a:lnTo>
                  <a:lnTo>
                    <a:pt x="120149" y="282049"/>
                  </a:lnTo>
                  <a:lnTo>
                    <a:pt x="132111" y="285194"/>
                  </a:lnTo>
                  <a:lnTo>
                    <a:pt x="144502" y="287125"/>
                  </a:lnTo>
                  <a:lnTo>
                    <a:pt x="157225" y="287782"/>
                  </a:lnTo>
                  <a:lnTo>
                    <a:pt x="170003" y="287125"/>
                  </a:lnTo>
                  <a:lnTo>
                    <a:pt x="182387" y="285194"/>
                  </a:lnTo>
                  <a:lnTo>
                    <a:pt x="194319" y="282049"/>
                  </a:lnTo>
                  <a:lnTo>
                    <a:pt x="205739" y="277749"/>
                  </a:lnTo>
                  <a:close/>
                </a:path>
                <a:path w="314960" h="314960">
                  <a:moveTo>
                    <a:pt x="219981" y="61213"/>
                  </a:moveTo>
                  <a:lnTo>
                    <a:pt x="157225" y="61213"/>
                  </a:lnTo>
                  <a:lnTo>
                    <a:pt x="197302" y="69347"/>
                  </a:lnTo>
                  <a:lnTo>
                    <a:pt x="229996" y="91519"/>
                  </a:lnTo>
                  <a:lnTo>
                    <a:pt x="252023" y="124382"/>
                  </a:lnTo>
                  <a:lnTo>
                    <a:pt x="260095" y="164592"/>
                  </a:lnTo>
                  <a:lnTo>
                    <a:pt x="252023" y="204801"/>
                  </a:lnTo>
                  <a:lnTo>
                    <a:pt x="229996" y="237664"/>
                  </a:lnTo>
                  <a:lnTo>
                    <a:pt x="197302" y="259836"/>
                  </a:lnTo>
                  <a:lnTo>
                    <a:pt x="157225" y="267970"/>
                  </a:lnTo>
                  <a:lnTo>
                    <a:pt x="225464" y="267970"/>
                  </a:lnTo>
                  <a:lnTo>
                    <a:pt x="225043" y="267208"/>
                  </a:lnTo>
                  <a:lnTo>
                    <a:pt x="247600" y="247923"/>
                  </a:lnTo>
                  <a:lnTo>
                    <a:pt x="264906" y="223710"/>
                  </a:lnTo>
                  <a:lnTo>
                    <a:pt x="275996" y="195591"/>
                  </a:lnTo>
                  <a:lnTo>
                    <a:pt x="279907" y="164592"/>
                  </a:lnTo>
                  <a:lnTo>
                    <a:pt x="270275" y="116625"/>
                  </a:lnTo>
                  <a:lnTo>
                    <a:pt x="243998" y="77470"/>
                  </a:lnTo>
                  <a:lnTo>
                    <a:pt x="219981" y="61213"/>
                  </a:lnTo>
                  <a:close/>
                </a:path>
                <a:path w="314960" h="314960">
                  <a:moveTo>
                    <a:pt x="163449" y="101726"/>
                  </a:moveTo>
                  <a:lnTo>
                    <a:pt x="151002" y="101726"/>
                  </a:lnTo>
                  <a:lnTo>
                    <a:pt x="146050" y="106807"/>
                  </a:lnTo>
                  <a:lnTo>
                    <a:pt x="146173" y="176022"/>
                  </a:lnTo>
                  <a:lnTo>
                    <a:pt x="151126" y="181101"/>
                  </a:lnTo>
                  <a:lnTo>
                    <a:pt x="220472" y="181101"/>
                  </a:lnTo>
                  <a:lnTo>
                    <a:pt x="225551" y="176022"/>
                  </a:lnTo>
                  <a:lnTo>
                    <a:pt x="225551" y="163449"/>
                  </a:lnTo>
                  <a:lnTo>
                    <a:pt x="220472" y="158369"/>
                  </a:lnTo>
                  <a:lnTo>
                    <a:pt x="168528" y="158369"/>
                  </a:lnTo>
                  <a:lnTo>
                    <a:pt x="168528" y="106807"/>
                  </a:lnTo>
                  <a:lnTo>
                    <a:pt x="163449" y="101726"/>
                  </a:lnTo>
                  <a:close/>
                </a:path>
                <a:path w="314960" h="314960">
                  <a:moveTo>
                    <a:pt x="62356" y="11937"/>
                  </a:moveTo>
                  <a:lnTo>
                    <a:pt x="18287" y="30861"/>
                  </a:lnTo>
                  <a:lnTo>
                    <a:pt x="0" y="75437"/>
                  </a:lnTo>
                  <a:lnTo>
                    <a:pt x="4429" y="99119"/>
                  </a:lnTo>
                  <a:lnTo>
                    <a:pt x="17906" y="120014"/>
                  </a:lnTo>
                  <a:lnTo>
                    <a:pt x="106933" y="29590"/>
                  </a:lnTo>
                  <a:lnTo>
                    <a:pt x="96968" y="21724"/>
                  </a:lnTo>
                  <a:lnTo>
                    <a:pt x="85978" y="16192"/>
                  </a:lnTo>
                  <a:lnTo>
                    <a:pt x="74322" y="12946"/>
                  </a:lnTo>
                  <a:lnTo>
                    <a:pt x="62356" y="11937"/>
                  </a:lnTo>
                  <a:close/>
                </a:path>
                <a:path w="314960" h="314960">
                  <a:moveTo>
                    <a:pt x="252222" y="11937"/>
                  </a:moveTo>
                  <a:lnTo>
                    <a:pt x="240200" y="12946"/>
                  </a:lnTo>
                  <a:lnTo>
                    <a:pt x="228536" y="16192"/>
                  </a:lnTo>
                  <a:lnTo>
                    <a:pt x="217539" y="21724"/>
                  </a:lnTo>
                  <a:lnTo>
                    <a:pt x="207517" y="29590"/>
                  </a:lnTo>
                  <a:lnTo>
                    <a:pt x="296544" y="120014"/>
                  </a:lnTo>
                  <a:lnTo>
                    <a:pt x="310096" y="99119"/>
                  </a:lnTo>
                  <a:lnTo>
                    <a:pt x="314563" y="75437"/>
                  </a:lnTo>
                  <a:lnTo>
                    <a:pt x="309957" y="51756"/>
                  </a:lnTo>
                  <a:lnTo>
                    <a:pt x="275685" y="16875"/>
                  </a:lnTo>
                  <a:lnTo>
                    <a:pt x="252222" y="11937"/>
                  </a:lnTo>
                  <a:close/>
                </a:path>
                <a:path w="314960" h="314960">
                  <a:moveTo>
                    <a:pt x="174878" y="0"/>
                  </a:moveTo>
                  <a:lnTo>
                    <a:pt x="139700" y="0"/>
                  </a:lnTo>
                  <a:lnTo>
                    <a:pt x="133350" y="6350"/>
                  </a:lnTo>
                  <a:lnTo>
                    <a:pt x="133350" y="28194"/>
                  </a:lnTo>
                  <a:lnTo>
                    <a:pt x="181101" y="28194"/>
                  </a:lnTo>
                  <a:lnTo>
                    <a:pt x="181101" y="6350"/>
                  </a:lnTo>
                  <a:lnTo>
                    <a:pt x="17487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912865" y="6398767"/>
            <a:ext cx="374142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404040"/>
              </a:buClr>
              <a:buFont typeface="Arial MT"/>
              <a:buChar char="•"/>
              <a:tabLst>
                <a:tab pos="29908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主動輸出原理：促進詞彙內化記憶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15" dirty="0">
                <a:solidFill>
                  <a:srgbClr val="404040"/>
                </a:solidFill>
                <a:latin typeface="Microsoft JhengHei"/>
                <a:cs typeface="Microsoft JhengHei"/>
              </a:rPr>
              <a:t>即時回饋原理：立即理解修正錯誤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雙語支持原理：減輕學習認知壓力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漸進挑戰原理：逐步提高詞彙難度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46417" y="5957442"/>
            <a:ext cx="1244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5" dirty="0">
                <a:solidFill>
                  <a:srgbClr val="4471C4"/>
                </a:solidFill>
                <a:latin typeface="Microsoft JhengHei"/>
                <a:cs typeface="Microsoft JhengHei"/>
              </a:rPr>
              <a:t>設計原理</a:t>
            </a:r>
            <a:endParaRPr sz="2400">
              <a:latin typeface="Microsoft JhengHei"/>
              <a:cs typeface="Microsoft JhengHe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79930" y="4073440"/>
            <a:ext cx="3512820" cy="1250315"/>
          </a:xfrm>
          <a:prstGeom prst="rect">
            <a:avLst/>
          </a:prstGeom>
        </p:spPr>
        <p:txBody>
          <a:bodyPr vert="horz" wrap="square" lIns="0" tIns="189865" rIns="0" bIns="0" rtlCol="0">
            <a:spAutoFit/>
          </a:bodyPr>
          <a:lstStyle/>
          <a:p>
            <a:pPr marL="505459">
              <a:lnSpc>
                <a:spcPct val="100000"/>
              </a:lnSpc>
              <a:spcBef>
                <a:spcPts val="1495"/>
              </a:spcBef>
            </a:pPr>
            <a:r>
              <a:rPr sz="2400" b="1" spc="-10" dirty="0">
                <a:solidFill>
                  <a:srgbClr val="EC7C30"/>
                </a:solidFill>
                <a:latin typeface="Microsoft JhengHei"/>
                <a:cs typeface="Microsoft JhengHei"/>
              </a:rPr>
              <a:t>難度分級設計</a:t>
            </a:r>
            <a:endParaRPr sz="24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spcBef>
                <a:spcPts val="104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10" dirty="0">
                <a:solidFill>
                  <a:srgbClr val="404040"/>
                </a:solidFill>
                <a:latin typeface="Microsoft JhengHei"/>
                <a:cs typeface="Microsoft JhengHei"/>
              </a:rPr>
              <a:t>CEFR標準三級分類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15" dirty="0">
                <a:solidFill>
                  <a:srgbClr val="404040"/>
                </a:solidFill>
                <a:latin typeface="Microsoft JhengHei"/>
                <a:cs typeface="Microsoft JhengHei"/>
              </a:rPr>
              <a:t>差異化內容：詞彙定義範例調整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349867" y="4419853"/>
            <a:ext cx="276225" cy="275590"/>
          </a:xfrm>
          <a:custGeom>
            <a:avLst/>
            <a:gdLst/>
            <a:ahLst/>
            <a:cxnLst/>
            <a:rect l="l" t="t" r="r" b="b"/>
            <a:pathLst>
              <a:path w="276225" h="275589">
                <a:moveTo>
                  <a:pt x="15493" y="26035"/>
                </a:moveTo>
                <a:lnTo>
                  <a:pt x="0" y="26035"/>
                </a:lnTo>
                <a:lnTo>
                  <a:pt x="0" y="275082"/>
                </a:lnTo>
                <a:lnTo>
                  <a:pt x="275843" y="275082"/>
                </a:lnTo>
                <a:lnTo>
                  <a:pt x="275843" y="241935"/>
                </a:lnTo>
                <a:lnTo>
                  <a:pt x="57911" y="241935"/>
                </a:lnTo>
                <a:lnTo>
                  <a:pt x="55244" y="239268"/>
                </a:lnTo>
                <a:lnTo>
                  <a:pt x="55244" y="232537"/>
                </a:lnTo>
                <a:lnTo>
                  <a:pt x="57911" y="229743"/>
                </a:lnTo>
                <a:lnTo>
                  <a:pt x="275843" y="229743"/>
                </a:lnTo>
                <a:lnTo>
                  <a:pt x="275843" y="213741"/>
                </a:lnTo>
                <a:lnTo>
                  <a:pt x="57911" y="213741"/>
                </a:lnTo>
                <a:lnTo>
                  <a:pt x="55244" y="211074"/>
                </a:lnTo>
                <a:lnTo>
                  <a:pt x="55244" y="204216"/>
                </a:lnTo>
                <a:lnTo>
                  <a:pt x="57911" y="201549"/>
                </a:lnTo>
                <a:lnTo>
                  <a:pt x="275843" y="201549"/>
                </a:lnTo>
                <a:lnTo>
                  <a:pt x="275843" y="185547"/>
                </a:lnTo>
                <a:lnTo>
                  <a:pt x="57911" y="185547"/>
                </a:lnTo>
                <a:lnTo>
                  <a:pt x="55244" y="182880"/>
                </a:lnTo>
                <a:lnTo>
                  <a:pt x="55244" y="176022"/>
                </a:lnTo>
                <a:lnTo>
                  <a:pt x="57911" y="173355"/>
                </a:lnTo>
                <a:lnTo>
                  <a:pt x="275843" y="173355"/>
                </a:lnTo>
                <a:lnTo>
                  <a:pt x="275843" y="157353"/>
                </a:lnTo>
                <a:lnTo>
                  <a:pt x="57911" y="157353"/>
                </a:lnTo>
                <a:lnTo>
                  <a:pt x="55244" y="154686"/>
                </a:lnTo>
                <a:lnTo>
                  <a:pt x="55244" y="147828"/>
                </a:lnTo>
                <a:lnTo>
                  <a:pt x="57911" y="145161"/>
                </a:lnTo>
                <a:lnTo>
                  <a:pt x="275843" y="145161"/>
                </a:lnTo>
                <a:lnTo>
                  <a:pt x="275843" y="129159"/>
                </a:lnTo>
                <a:lnTo>
                  <a:pt x="57911" y="129159"/>
                </a:lnTo>
                <a:lnTo>
                  <a:pt x="55244" y="126492"/>
                </a:lnTo>
                <a:lnTo>
                  <a:pt x="55244" y="119634"/>
                </a:lnTo>
                <a:lnTo>
                  <a:pt x="57911" y="116967"/>
                </a:lnTo>
                <a:lnTo>
                  <a:pt x="275843" y="116967"/>
                </a:lnTo>
                <a:lnTo>
                  <a:pt x="275843" y="100965"/>
                </a:lnTo>
                <a:lnTo>
                  <a:pt x="57911" y="100965"/>
                </a:lnTo>
                <a:lnTo>
                  <a:pt x="55244" y="98298"/>
                </a:lnTo>
                <a:lnTo>
                  <a:pt x="55244" y="91440"/>
                </a:lnTo>
                <a:lnTo>
                  <a:pt x="57911" y="88773"/>
                </a:lnTo>
                <a:lnTo>
                  <a:pt x="275843" y="88773"/>
                </a:lnTo>
                <a:lnTo>
                  <a:pt x="275843" y="59944"/>
                </a:lnTo>
                <a:lnTo>
                  <a:pt x="35432" y="59944"/>
                </a:lnTo>
                <a:lnTo>
                  <a:pt x="27709" y="58382"/>
                </a:lnTo>
                <a:lnTo>
                  <a:pt x="21367" y="54117"/>
                </a:lnTo>
                <a:lnTo>
                  <a:pt x="17073" y="47781"/>
                </a:lnTo>
                <a:lnTo>
                  <a:pt x="15493" y="40005"/>
                </a:lnTo>
                <a:lnTo>
                  <a:pt x="15493" y="26035"/>
                </a:lnTo>
                <a:close/>
              </a:path>
              <a:path w="276225" h="275589">
                <a:moveTo>
                  <a:pt x="275843" y="229743"/>
                </a:moveTo>
                <a:lnTo>
                  <a:pt x="217931" y="229743"/>
                </a:lnTo>
                <a:lnTo>
                  <a:pt x="220725" y="232537"/>
                </a:lnTo>
                <a:lnTo>
                  <a:pt x="220725" y="239268"/>
                </a:lnTo>
                <a:lnTo>
                  <a:pt x="217931" y="241935"/>
                </a:lnTo>
                <a:lnTo>
                  <a:pt x="275843" y="241935"/>
                </a:lnTo>
                <a:lnTo>
                  <a:pt x="275843" y="229743"/>
                </a:lnTo>
                <a:close/>
              </a:path>
              <a:path w="276225" h="275589">
                <a:moveTo>
                  <a:pt x="275843" y="201549"/>
                </a:moveTo>
                <a:lnTo>
                  <a:pt x="217931" y="201549"/>
                </a:lnTo>
                <a:lnTo>
                  <a:pt x="220725" y="204216"/>
                </a:lnTo>
                <a:lnTo>
                  <a:pt x="220725" y="211074"/>
                </a:lnTo>
                <a:lnTo>
                  <a:pt x="217931" y="213741"/>
                </a:lnTo>
                <a:lnTo>
                  <a:pt x="275843" y="213741"/>
                </a:lnTo>
                <a:lnTo>
                  <a:pt x="275843" y="201549"/>
                </a:lnTo>
                <a:close/>
              </a:path>
              <a:path w="276225" h="275589">
                <a:moveTo>
                  <a:pt x="275843" y="173355"/>
                </a:moveTo>
                <a:lnTo>
                  <a:pt x="217931" y="173355"/>
                </a:lnTo>
                <a:lnTo>
                  <a:pt x="220725" y="176022"/>
                </a:lnTo>
                <a:lnTo>
                  <a:pt x="220725" y="182880"/>
                </a:lnTo>
                <a:lnTo>
                  <a:pt x="217931" y="185547"/>
                </a:lnTo>
                <a:lnTo>
                  <a:pt x="275843" y="185547"/>
                </a:lnTo>
                <a:lnTo>
                  <a:pt x="275843" y="173355"/>
                </a:lnTo>
                <a:close/>
              </a:path>
              <a:path w="276225" h="275589">
                <a:moveTo>
                  <a:pt x="275843" y="145161"/>
                </a:moveTo>
                <a:lnTo>
                  <a:pt x="217931" y="145161"/>
                </a:lnTo>
                <a:lnTo>
                  <a:pt x="220725" y="147828"/>
                </a:lnTo>
                <a:lnTo>
                  <a:pt x="220725" y="154686"/>
                </a:lnTo>
                <a:lnTo>
                  <a:pt x="217931" y="157353"/>
                </a:lnTo>
                <a:lnTo>
                  <a:pt x="275843" y="157353"/>
                </a:lnTo>
                <a:lnTo>
                  <a:pt x="275843" y="145161"/>
                </a:lnTo>
                <a:close/>
              </a:path>
              <a:path w="276225" h="275589">
                <a:moveTo>
                  <a:pt x="275843" y="116967"/>
                </a:moveTo>
                <a:lnTo>
                  <a:pt x="217931" y="116967"/>
                </a:lnTo>
                <a:lnTo>
                  <a:pt x="220725" y="119634"/>
                </a:lnTo>
                <a:lnTo>
                  <a:pt x="220725" y="126492"/>
                </a:lnTo>
                <a:lnTo>
                  <a:pt x="217931" y="129159"/>
                </a:lnTo>
                <a:lnTo>
                  <a:pt x="275843" y="129159"/>
                </a:lnTo>
                <a:lnTo>
                  <a:pt x="275843" y="116967"/>
                </a:lnTo>
                <a:close/>
              </a:path>
              <a:path w="276225" h="275589">
                <a:moveTo>
                  <a:pt x="275843" y="88773"/>
                </a:moveTo>
                <a:lnTo>
                  <a:pt x="217931" y="88773"/>
                </a:lnTo>
                <a:lnTo>
                  <a:pt x="220725" y="91440"/>
                </a:lnTo>
                <a:lnTo>
                  <a:pt x="220725" y="98298"/>
                </a:lnTo>
                <a:lnTo>
                  <a:pt x="217931" y="100965"/>
                </a:lnTo>
                <a:lnTo>
                  <a:pt x="275843" y="100965"/>
                </a:lnTo>
                <a:lnTo>
                  <a:pt x="275843" y="88773"/>
                </a:lnTo>
                <a:close/>
              </a:path>
              <a:path w="276225" h="275589">
                <a:moveTo>
                  <a:pt x="68325" y="26035"/>
                </a:moveTo>
                <a:lnTo>
                  <a:pt x="55372" y="26035"/>
                </a:lnTo>
                <a:lnTo>
                  <a:pt x="55372" y="40005"/>
                </a:lnTo>
                <a:lnTo>
                  <a:pt x="53892" y="47371"/>
                </a:lnTo>
                <a:lnTo>
                  <a:pt x="53810" y="47781"/>
                </a:lnTo>
                <a:lnTo>
                  <a:pt x="49545" y="54117"/>
                </a:lnTo>
                <a:lnTo>
                  <a:pt x="43209" y="58382"/>
                </a:lnTo>
                <a:lnTo>
                  <a:pt x="35432" y="59944"/>
                </a:lnTo>
                <a:lnTo>
                  <a:pt x="88264" y="59944"/>
                </a:lnTo>
                <a:lnTo>
                  <a:pt x="80488" y="58382"/>
                </a:lnTo>
                <a:lnTo>
                  <a:pt x="74152" y="54117"/>
                </a:lnTo>
                <a:lnTo>
                  <a:pt x="69887" y="47781"/>
                </a:lnTo>
                <a:lnTo>
                  <a:pt x="68325" y="40005"/>
                </a:lnTo>
                <a:lnTo>
                  <a:pt x="68325" y="26035"/>
                </a:lnTo>
                <a:close/>
              </a:path>
              <a:path w="276225" h="275589">
                <a:moveTo>
                  <a:pt x="121157" y="26035"/>
                </a:moveTo>
                <a:lnTo>
                  <a:pt x="108203" y="26035"/>
                </a:lnTo>
                <a:lnTo>
                  <a:pt x="108203" y="40005"/>
                </a:lnTo>
                <a:lnTo>
                  <a:pt x="106724" y="47371"/>
                </a:lnTo>
                <a:lnTo>
                  <a:pt x="106642" y="47781"/>
                </a:lnTo>
                <a:lnTo>
                  <a:pt x="102377" y="54117"/>
                </a:lnTo>
                <a:lnTo>
                  <a:pt x="96041" y="58382"/>
                </a:lnTo>
                <a:lnTo>
                  <a:pt x="88264" y="59944"/>
                </a:lnTo>
                <a:lnTo>
                  <a:pt x="141097" y="59944"/>
                </a:lnTo>
                <a:lnTo>
                  <a:pt x="133320" y="58382"/>
                </a:lnTo>
                <a:lnTo>
                  <a:pt x="126984" y="54117"/>
                </a:lnTo>
                <a:lnTo>
                  <a:pt x="122719" y="47781"/>
                </a:lnTo>
                <a:lnTo>
                  <a:pt x="121157" y="40005"/>
                </a:lnTo>
                <a:lnTo>
                  <a:pt x="121157" y="26035"/>
                </a:lnTo>
                <a:close/>
              </a:path>
              <a:path w="276225" h="275589">
                <a:moveTo>
                  <a:pt x="173989" y="26035"/>
                </a:moveTo>
                <a:lnTo>
                  <a:pt x="161035" y="26035"/>
                </a:lnTo>
                <a:lnTo>
                  <a:pt x="161035" y="40005"/>
                </a:lnTo>
                <a:lnTo>
                  <a:pt x="159556" y="47371"/>
                </a:lnTo>
                <a:lnTo>
                  <a:pt x="159474" y="47781"/>
                </a:lnTo>
                <a:lnTo>
                  <a:pt x="155209" y="54117"/>
                </a:lnTo>
                <a:lnTo>
                  <a:pt x="148873" y="58382"/>
                </a:lnTo>
                <a:lnTo>
                  <a:pt x="141097" y="59944"/>
                </a:lnTo>
                <a:lnTo>
                  <a:pt x="193928" y="59944"/>
                </a:lnTo>
                <a:lnTo>
                  <a:pt x="186152" y="58382"/>
                </a:lnTo>
                <a:lnTo>
                  <a:pt x="179816" y="54117"/>
                </a:lnTo>
                <a:lnTo>
                  <a:pt x="175551" y="47781"/>
                </a:lnTo>
                <a:lnTo>
                  <a:pt x="173989" y="40005"/>
                </a:lnTo>
                <a:lnTo>
                  <a:pt x="173989" y="26035"/>
                </a:lnTo>
                <a:close/>
              </a:path>
              <a:path w="276225" h="275589">
                <a:moveTo>
                  <a:pt x="226822" y="26035"/>
                </a:moveTo>
                <a:lnTo>
                  <a:pt x="213867" y="26035"/>
                </a:lnTo>
                <a:lnTo>
                  <a:pt x="213867" y="40005"/>
                </a:lnTo>
                <a:lnTo>
                  <a:pt x="212388" y="47371"/>
                </a:lnTo>
                <a:lnTo>
                  <a:pt x="212306" y="47781"/>
                </a:lnTo>
                <a:lnTo>
                  <a:pt x="208041" y="54117"/>
                </a:lnTo>
                <a:lnTo>
                  <a:pt x="201705" y="58382"/>
                </a:lnTo>
                <a:lnTo>
                  <a:pt x="193928" y="59944"/>
                </a:lnTo>
                <a:lnTo>
                  <a:pt x="246760" y="59944"/>
                </a:lnTo>
                <a:lnTo>
                  <a:pt x="238984" y="58382"/>
                </a:lnTo>
                <a:lnTo>
                  <a:pt x="232648" y="54117"/>
                </a:lnTo>
                <a:lnTo>
                  <a:pt x="228383" y="47781"/>
                </a:lnTo>
                <a:lnTo>
                  <a:pt x="226822" y="40005"/>
                </a:lnTo>
                <a:lnTo>
                  <a:pt x="226822" y="26035"/>
                </a:lnTo>
                <a:close/>
              </a:path>
              <a:path w="276225" h="275589">
                <a:moveTo>
                  <a:pt x="275843" y="26035"/>
                </a:moveTo>
                <a:lnTo>
                  <a:pt x="266700" y="26035"/>
                </a:lnTo>
                <a:lnTo>
                  <a:pt x="266700" y="40005"/>
                </a:lnTo>
                <a:lnTo>
                  <a:pt x="265203" y="47371"/>
                </a:lnTo>
                <a:lnTo>
                  <a:pt x="265120" y="47781"/>
                </a:lnTo>
                <a:lnTo>
                  <a:pt x="260826" y="54117"/>
                </a:lnTo>
                <a:lnTo>
                  <a:pt x="254484" y="58382"/>
                </a:lnTo>
                <a:lnTo>
                  <a:pt x="246760" y="59944"/>
                </a:lnTo>
                <a:lnTo>
                  <a:pt x="275843" y="59944"/>
                </a:lnTo>
                <a:lnTo>
                  <a:pt x="275843" y="26035"/>
                </a:lnTo>
                <a:close/>
              </a:path>
              <a:path w="276225" h="275589">
                <a:moveTo>
                  <a:pt x="41401" y="0"/>
                </a:moveTo>
                <a:lnTo>
                  <a:pt x="29590" y="0"/>
                </a:lnTo>
                <a:lnTo>
                  <a:pt x="24764" y="4825"/>
                </a:lnTo>
                <a:lnTo>
                  <a:pt x="24764" y="47371"/>
                </a:lnTo>
                <a:lnTo>
                  <a:pt x="29590" y="52197"/>
                </a:lnTo>
                <a:lnTo>
                  <a:pt x="41401" y="52197"/>
                </a:lnTo>
                <a:lnTo>
                  <a:pt x="46227" y="47371"/>
                </a:lnTo>
                <a:lnTo>
                  <a:pt x="46227" y="4825"/>
                </a:lnTo>
                <a:lnTo>
                  <a:pt x="41401" y="0"/>
                </a:lnTo>
                <a:close/>
              </a:path>
              <a:path w="276225" h="275589">
                <a:moveTo>
                  <a:pt x="94233" y="0"/>
                </a:moveTo>
                <a:lnTo>
                  <a:pt x="82296" y="0"/>
                </a:lnTo>
                <a:lnTo>
                  <a:pt x="77597" y="4825"/>
                </a:lnTo>
                <a:lnTo>
                  <a:pt x="77597" y="47371"/>
                </a:lnTo>
                <a:lnTo>
                  <a:pt x="82296" y="52197"/>
                </a:lnTo>
                <a:lnTo>
                  <a:pt x="94233" y="52197"/>
                </a:lnTo>
                <a:lnTo>
                  <a:pt x="99059" y="47371"/>
                </a:lnTo>
                <a:lnTo>
                  <a:pt x="99059" y="4825"/>
                </a:lnTo>
                <a:lnTo>
                  <a:pt x="94233" y="0"/>
                </a:lnTo>
                <a:close/>
              </a:path>
              <a:path w="276225" h="275589">
                <a:moveTo>
                  <a:pt x="147065" y="0"/>
                </a:moveTo>
                <a:lnTo>
                  <a:pt x="135127" y="0"/>
                </a:lnTo>
                <a:lnTo>
                  <a:pt x="130428" y="4825"/>
                </a:lnTo>
                <a:lnTo>
                  <a:pt x="130428" y="47371"/>
                </a:lnTo>
                <a:lnTo>
                  <a:pt x="135127" y="52197"/>
                </a:lnTo>
                <a:lnTo>
                  <a:pt x="147065" y="52197"/>
                </a:lnTo>
                <a:lnTo>
                  <a:pt x="151764" y="47371"/>
                </a:lnTo>
                <a:lnTo>
                  <a:pt x="151764" y="4825"/>
                </a:lnTo>
                <a:lnTo>
                  <a:pt x="147065" y="0"/>
                </a:lnTo>
                <a:close/>
              </a:path>
              <a:path w="276225" h="275589">
                <a:moveTo>
                  <a:pt x="199898" y="0"/>
                </a:moveTo>
                <a:lnTo>
                  <a:pt x="187959" y="0"/>
                </a:lnTo>
                <a:lnTo>
                  <a:pt x="183133" y="4825"/>
                </a:lnTo>
                <a:lnTo>
                  <a:pt x="183133" y="47371"/>
                </a:lnTo>
                <a:lnTo>
                  <a:pt x="187959" y="52197"/>
                </a:lnTo>
                <a:lnTo>
                  <a:pt x="199898" y="52197"/>
                </a:lnTo>
                <a:lnTo>
                  <a:pt x="204597" y="47371"/>
                </a:lnTo>
                <a:lnTo>
                  <a:pt x="204597" y="4825"/>
                </a:lnTo>
                <a:lnTo>
                  <a:pt x="199898" y="0"/>
                </a:lnTo>
                <a:close/>
              </a:path>
              <a:path w="276225" h="275589">
                <a:moveTo>
                  <a:pt x="252602" y="0"/>
                </a:moveTo>
                <a:lnTo>
                  <a:pt x="240791" y="0"/>
                </a:lnTo>
                <a:lnTo>
                  <a:pt x="235965" y="4825"/>
                </a:lnTo>
                <a:lnTo>
                  <a:pt x="235965" y="47371"/>
                </a:lnTo>
                <a:lnTo>
                  <a:pt x="240791" y="52197"/>
                </a:lnTo>
                <a:lnTo>
                  <a:pt x="252602" y="52197"/>
                </a:lnTo>
                <a:lnTo>
                  <a:pt x="257428" y="47371"/>
                </a:lnTo>
                <a:lnTo>
                  <a:pt x="257428" y="4825"/>
                </a:lnTo>
                <a:lnTo>
                  <a:pt x="2526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511419" y="2614041"/>
            <a:ext cx="280670" cy="280670"/>
          </a:xfrm>
          <a:custGeom>
            <a:avLst/>
            <a:gdLst/>
            <a:ahLst/>
            <a:cxnLst/>
            <a:rect l="l" t="t" r="r" b="b"/>
            <a:pathLst>
              <a:path w="280670" h="280669">
                <a:moveTo>
                  <a:pt x="280542" y="143383"/>
                </a:moveTo>
                <a:lnTo>
                  <a:pt x="143382" y="143383"/>
                </a:lnTo>
                <a:lnTo>
                  <a:pt x="143382" y="280543"/>
                </a:lnTo>
                <a:lnTo>
                  <a:pt x="233806" y="280543"/>
                </a:lnTo>
                <a:lnTo>
                  <a:pt x="251985" y="276865"/>
                </a:lnTo>
                <a:lnTo>
                  <a:pt x="266842" y="266842"/>
                </a:lnTo>
                <a:lnTo>
                  <a:pt x="276865" y="251985"/>
                </a:lnTo>
                <a:lnTo>
                  <a:pt x="278847" y="242188"/>
                </a:lnTo>
                <a:lnTo>
                  <a:pt x="174878" y="242188"/>
                </a:lnTo>
                <a:lnTo>
                  <a:pt x="174878" y="217424"/>
                </a:lnTo>
                <a:lnTo>
                  <a:pt x="280542" y="217424"/>
                </a:lnTo>
                <a:lnTo>
                  <a:pt x="280542" y="205105"/>
                </a:lnTo>
                <a:lnTo>
                  <a:pt x="174878" y="205105"/>
                </a:lnTo>
                <a:lnTo>
                  <a:pt x="174878" y="180212"/>
                </a:lnTo>
                <a:lnTo>
                  <a:pt x="280542" y="180212"/>
                </a:lnTo>
                <a:lnTo>
                  <a:pt x="280542" y="143383"/>
                </a:lnTo>
                <a:close/>
              </a:path>
              <a:path w="280670" h="280669">
                <a:moveTo>
                  <a:pt x="280542" y="217424"/>
                </a:moveTo>
                <a:lnTo>
                  <a:pt x="252348" y="217424"/>
                </a:lnTo>
                <a:lnTo>
                  <a:pt x="252348" y="242188"/>
                </a:lnTo>
                <a:lnTo>
                  <a:pt x="278847" y="242188"/>
                </a:lnTo>
                <a:lnTo>
                  <a:pt x="280542" y="233807"/>
                </a:lnTo>
                <a:lnTo>
                  <a:pt x="280542" y="217424"/>
                </a:lnTo>
                <a:close/>
              </a:path>
              <a:path w="280670" h="280669">
                <a:moveTo>
                  <a:pt x="280542" y="180212"/>
                </a:moveTo>
                <a:lnTo>
                  <a:pt x="252348" y="180212"/>
                </a:lnTo>
                <a:lnTo>
                  <a:pt x="252348" y="205105"/>
                </a:lnTo>
                <a:lnTo>
                  <a:pt x="280542" y="205105"/>
                </a:lnTo>
                <a:lnTo>
                  <a:pt x="280542" y="180212"/>
                </a:lnTo>
                <a:close/>
              </a:path>
              <a:path w="280670" h="280669">
                <a:moveTo>
                  <a:pt x="137159" y="143383"/>
                </a:moveTo>
                <a:lnTo>
                  <a:pt x="0" y="143383"/>
                </a:lnTo>
                <a:lnTo>
                  <a:pt x="0" y="233807"/>
                </a:lnTo>
                <a:lnTo>
                  <a:pt x="3677" y="251985"/>
                </a:lnTo>
                <a:lnTo>
                  <a:pt x="13700" y="266842"/>
                </a:lnTo>
                <a:lnTo>
                  <a:pt x="28557" y="276865"/>
                </a:lnTo>
                <a:lnTo>
                  <a:pt x="46735" y="280543"/>
                </a:lnTo>
                <a:lnTo>
                  <a:pt x="137159" y="280543"/>
                </a:lnTo>
                <a:lnTo>
                  <a:pt x="137159" y="247396"/>
                </a:lnTo>
                <a:lnTo>
                  <a:pt x="50291" y="247396"/>
                </a:lnTo>
                <a:lnTo>
                  <a:pt x="32765" y="229870"/>
                </a:lnTo>
                <a:lnTo>
                  <a:pt x="51434" y="211200"/>
                </a:lnTo>
                <a:lnTo>
                  <a:pt x="32765" y="192659"/>
                </a:lnTo>
                <a:lnTo>
                  <a:pt x="50291" y="175133"/>
                </a:lnTo>
                <a:lnTo>
                  <a:pt x="137159" y="175133"/>
                </a:lnTo>
                <a:lnTo>
                  <a:pt x="137159" y="143383"/>
                </a:lnTo>
                <a:close/>
              </a:path>
              <a:path w="280670" h="280669">
                <a:moveTo>
                  <a:pt x="68960" y="228726"/>
                </a:moveTo>
                <a:lnTo>
                  <a:pt x="50291" y="247396"/>
                </a:lnTo>
                <a:lnTo>
                  <a:pt x="87502" y="247396"/>
                </a:lnTo>
                <a:lnTo>
                  <a:pt x="68960" y="228726"/>
                </a:lnTo>
                <a:close/>
              </a:path>
              <a:path w="280670" h="280669">
                <a:moveTo>
                  <a:pt x="137159" y="175133"/>
                </a:moveTo>
                <a:lnTo>
                  <a:pt x="87502" y="175133"/>
                </a:lnTo>
                <a:lnTo>
                  <a:pt x="105028" y="192659"/>
                </a:lnTo>
                <a:lnTo>
                  <a:pt x="86486" y="211200"/>
                </a:lnTo>
                <a:lnTo>
                  <a:pt x="105028" y="229870"/>
                </a:lnTo>
                <a:lnTo>
                  <a:pt x="87502" y="247396"/>
                </a:lnTo>
                <a:lnTo>
                  <a:pt x="137159" y="247396"/>
                </a:lnTo>
                <a:lnTo>
                  <a:pt x="137159" y="175133"/>
                </a:lnTo>
                <a:close/>
              </a:path>
              <a:path w="280670" h="280669">
                <a:moveTo>
                  <a:pt x="87502" y="175133"/>
                </a:moveTo>
                <a:lnTo>
                  <a:pt x="50291" y="175133"/>
                </a:lnTo>
                <a:lnTo>
                  <a:pt x="68960" y="193675"/>
                </a:lnTo>
                <a:lnTo>
                  <a:pt x="87502" y="175133"/>
                </a:lnTo>
                <a:close/>
              </a:path>
              <a:path w="280670" h="280669">
                <a:moveTo>
                  <a:pt x="137159" y="0"/>
                </a:moveTo>
                <a:lnTo>
                  <a:pt x="46735" y="0"/>
                </a:lnTo>
                <a:lnTo>
                  <a:pt x="28557" y="3677"/>
                </a:lnTo>
                <a:lnTo>
                  <a:pt x="13700" y="13700"/>
                </a:lnTo>
                <a:lnTo>
                  <a:pt x="3677" y="28557"/>
                </a:lnTo>
                <a:lnTo>
                  <a:pt x="51" y="46482"/>
                </a:lnTo>
                <a:lnTo>
                  <a:pt x="0" y="137160"/>
                </a:lnTo>
                <a:lnTo>
                  <a:pt x="137159" y="137160"/>
                </a:lnTo>
                <a:lnTo>
                  <a:pt x="137159" y="106172"/>
                </a:lnTo>
                <a:lnTo>
                  <a:pt x="56514" y="106172"/>
                </a:lnTo>
                <a:lnTo>
                  <a:pt x="56514" y="79883"/>
                </a:lnTo>
                <a:lnTo>
                  <a:pt x="30225" y="79883"/>
                </a:lnTo>
                <a:lnTo>
                  <a:pt x="30225" y="55118"/>
                </a:lnTo>
                <a:lnTo>
                  <a:pt x="56514" y="55118"/>
                </a:lnTo>
                <a:lnTo>
                  <a:pt x="56514" y="28701"/>
                </a:lnTo>
                <a:lnTo>
                  <a:pt x="137159" y="28701"/>
                </a:lnTo>
                <a:lnTo>
                  <a:pt x="137159" y="0"/>
                </a:lnTo>
                <a:close/>
              </a:path>
              <a:path w="280670" h="280669">
                <a:moveTo>
                  <a:pt x="233806" y="0"/>
                </a:moveTo>
                <a:lnTo>
                  <a:pt x="143382" y="0"/>
                </a:lnTo>
                <a:lnTo>
                  <a:pt x="143382" y="137160"/>
                </a:lnTo>
                <a:lnTo>
                  <a:pt x="280542" y="137160"/>
                </a:lnTo>
                <a:lnTo>
                  <a:pt x="280542" y="107823"/>
                </a:lnTo>
                <a:lnTo>
                  <a:pt x="206755" y="107823"/>
                </a:lnTo>
                <a:lnTo>
                  <a:pt x="201294" y="102235"/>
                </a:lnTo>
                <a:lnTo>
                  <a:pt x="201294" y="88519"/>
                </a:lnTo>
                <a:lnTo>
                  <a:pt x="206755" y="82931"/>
                </a:lnTo>
                <a:lnTo>
                  <a:pt x="280542" y="82931"/>
                </a:lnTo>
                <a:lnTo>
                  <a:pt x="280542" y="79883"/>
                </a:lnTo>
                <a:lnTo>
                  <a:pt x="174878" y="79883"/>
                </a:lnTo>
                <a:lnTo>
                  <a:pt x="174878" y="55118"/>
                </a:lnTo>
                <a:lnTo>
                  <a:pt x="280542" y="55118"/>
                </a:lnTo>
                <a:lnTo>
                  <a:pt x="280542" y="51943"/>
                </a:lnTo>
                <a:lnTo>
                  <a:pt x="206755" y="51943"/>
                </a:lnTo>
                <a:lnTo>
                  <a:pt x="201294" y="46482"/>
                </a:lnTo>
                <a:lnTo>
                  <a:pt x="201294" y="32766"/>
                </a:lnTo>
                <a:lnTo>
                  <a:pt x="206755" y="27178"/>
                </a:lnTo>
                <a:lnTo>
                  <a:pt x="275935" y="27178"/>
                </a:lnTo>
                <a:lnTo>
                  <a:pt x="266842" y="13700"/>
                </a:lnTo>
                <a:lnTo>
                  <a:pt x="251985" y="3677"/>
                </a:lnTo>
                <a:lnTo>
                  <a:pt x="233806" y="0"/>
                </a:lnTo>
                <a:close/>
              </a:path>
              <a:path w="280670" h="280669">
                <a:moveTo>
                  <a:pt x="280542" y="82931"/>
                </a:moveTo>
                <a:lnTo>
                  <a:pt x="220471" y="82931"/>
                </a:lnTo>
                <a:lnTo>
                  <a:pt x="226059" y="88519"/>
                </a:lnTo>
                <a:lnTo>
                  <a:pt x="226059" y="102235"/>
                </a:lnTo>
                <a:lnTo>
                  <a:pt x="220471" y="107823"/>
                </a:lnTo>
                <a:lnTo>
                  <a:pt x="280542" y="107823"/>
                </a:lnTo>
                <a:lnTo>
                  <a:pt x="280542" y="82931"/>
                </a:lnTo>
                <a:close/>
              </a:path>
              <a:path w="280670" h="280669">
                <a:moveTo>
                  <a:pt x="137159" y="28701"/>
                </a:moveTo>
                <a:lnTo>
                  <a:pt x="81279" y="28701"/>
                </a:lnTo>
                <a:lnTo>
                  <a:pt x="81279" y="55118"/>
                </a:lnTo>
                <a:lnTo>
                  <a:pt x="107695" y="55118"/>
                </a:lnTo>
                <a:lnTo>
                  <a:pt x="107695" y="79883"/>
                </a:lnTo>
                <a:lnTo>
                  <a:pt x="81279" y="79883"/>
                </a:lnTo>
                <a:lnTo>
                  <a:pt x="81279" y="106172"/>
                </a:lnTo>
                <a:lnTo>
                  <a:pt x="137159" y="106172"/>
                </a:lnTo>
                <a:lnTo>
                  <a:pt x="137159" y="28701"/>
                </a:lnTo>
                <a:close/>
              </a:path>
              <a:path w="280670" h="280669">
                <a:moveTo>
                  <a:pt x="280542" y="55118"/>
                </a:moveTo>
                <a:lnTo>
                  <a:pt x="252348" y="55118"/>
                </a:lnTo>
                <a:lnTo>
                  <a:pt x="252348" y="79883"/>
                </a:lnTo>
                <a:lnTo>
                  <a:pt x="280542" y="79883"/>
                </a:lnTo>
                <a:lnTo>
                  <a:pt x="280542" y="55118"/>
                </a:lnTo>
                <a:close/>
              </a:path>
              <a:path w="280670" h="280669">
                <a:moveTo>
                  <a:pt x="275935" y="27178"/>
                </a:moveTo>
                <a:lnTo>
                  <a:pt x="220471" y="27178"/>
                </a:lnTo>
                <a:lnTo>
                  <a:pt x="226059" y="32766"/>
                </a:lnTo>
                <a:lnTo>
                  <a:pt x="226059" y="46482"/>
                </a:lnTo>
                <a:lnTo>
                  <a:pt x="220471" y="51943"/>
                </a:lnTo>
                <a:lnTo>
                  <a:pt x="280542" y="51943"/>
                </a:lnTo>
                <a:lnTo>
                  <a:pt x="280491" y="46482"/>
                </a:lnTo>
                <a:lnTo>
                  <a:pt x="276895" y="28701"/>
                </a:lnTo>
                <a:lnTo>
                  <a:pt x="276865" y="28557"/>
                </a:lnTo>
                <a:lnTo>
                  <a:pt x="275935" y="271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018404" y="6515227"/>
            <a:ext cx="299085" cy="299085"/>
          </a:xfrm>
          <a:custGeom>
            <a:avLst/>
            <a:gdLst/>
            <a:ahLst/>
            <a:cxnLst/>
            <a:rect l="l" t="t" r="r" b="b"/>
            <a:pathLst>
              <a:path w="299085" h="299084">
                <a:moveTo>
                  <a:pt x="298958" y="0"/>
                </a:moveTo>
                <a:lnTo>
                  <a:pt x="0" y="0"/>
                </a:lnTo>
                <a:lnTo>
                  <a:pt x="0" y="298831"/>
                </a:lnTo>
                <a:lnTo>
                  <a:pt x="298958" y="298831"/>
                </a:lnTo>
                <a:lnTo>
                  <a:pt x="298958" y="263271"/>
                </a:lnTo>
                <a:lnTo>
                  <a:pt x="35560" y="263271"/>
                </a:lnTo>
                <a:lnTo>
                  <a:pt x="35560" y="35433"/>
                </a:lnTo>
                <a:lnTo>
                  <a:pt x="38354" y="35433"/>
                </a:lnTo>
                <a:lnTo>
                  <a:pt x="38354" y="35052"/>
                </a:lnTo>
                <a:lnTo>
                  <a:pt x="298958" y="35052"/>
                </a:lnTo>
                <a:lnTo>
                  <a:pt x="298958" y="0"/>
                </a:lnTo>
                <a:close/>
              </a:path>
              <a:path w="299085" h="299084">
                <a:moveTo>
                  <a:pt x="55372" y="109220"/>
                </a:moveTo>
                <a:lnTo>
                  <a:pt x="40259" y="154305"/>
                </a:lnTo>
                <a:lnTo>
                  <a:pt x="74481" y="167705"/>
                </a:lnTo>
                <a:lnTo>
                  <a:pt x="101060" y="195786"/>
                </a:lnTo>
                <a:lnTo>
                  <a:pt x="122447" y="230368"/>
                </a:lnTo>
                <a:lnTo>
                  <a:pt x="141097" y="263271"/>
                </a:lnTo>
                <a:lnTo>
                  <a:pt x="145669" y="263271"/>
                </a:lnTo>
                <a:lnTo>
                  <a:pt x="164873" y="220895"/>
                </a:lnTo>
                <a:lnTo>
                  <a:pt x="185631" y="177419"/>
                </a:lnTo>
                <a:lnTo>
                  <a:pt x="142494" y="177419"/>
                </a:lnTo>
                <a:lnTo>
                  <a:pt x="125452" y="154511"/>
                </a:lnTo>
                <a:lnTo>
                  <a:pt x="108172" y="136461"/>
                </a:lnTo>
                <a:lnTo>
                  <a:pt x="86272" y="121840"/>
                </a:lnTo>
                <a:lnTo>
                  <a:pt x="55372" y="109220"/>
                </a:lnTo>
                <a:close/>
              </a:path>
              <a:path w="299085" h="299084">
                <a:moveTo>
                  <a:pt x="298958" y="35052"/>
                </a:moveTo>
                <a:lnTo>
                  <a:pt x="263779" y="35052"/>
                </a:lnTo>
                <a:lnTo>
                  <a:pt x="263779" y="54991"/>
                </a:lnTo>
                <a:lnTo>
                  <a:pt x="263398" y="54991"/>
                </a:lnTo>
                <a:lnTo>
                  <a:pt x="263398" y="263271"/>
                </a:lnTo>
                <a:lnTo>
                  <a:pt x="298958" y="263271"/>
                </a:lnTo>
                <a:lnTo>
                  <a:pt x="298958" y="35052"/>
                </a:lnTo>
                <a:close/>
              </a:path>
              <a:path w="299085" h="299084">
                <a:moveTo>
                  <a:pt x="255650" y="54991"/>
                </a:moveTo>
                <a:lnTo>
                  <a:pt x="206121" y="54991"/>
                </a:lnTo>
                <a:lnTo>
                  <a:pt x="187410" y="86193"/>
                </a:lnTo>
                <a:lnTo>
                  <a:pt x="172164" y="114395"/>
                </a:lnTo>
                <a:lnTo>
                  <a:pt x="157989" y="143502"/>
                </a:lnTo>
                <a:lnTo>
                  <a:pt x="142494" y="177419"/>
                </a:lnTo>
                <a:lnTo>
                  <a:pt x="185631" y="177419"/>
                </a:lnTo>
                <a:lnTo>
                  <a:pt x="185827" y="177008"/>
                </a:lnTo>
                <a:lnTo>
                  <a:pt x="208177" y="133481"/>
                </a:lnTo>
                <a:lnTo>
                  <a:pt x="231569" y="92184"/>
                </a:lnTo>
                <a:lnTo>
                  <a:pt x="255650" y="549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638540" y="2573654"/>
            <a:ext cx="351790" cy="351790"/>
          </a:xfrm>
          <a:custGeom>
            <a:avLst/>
            <a:gdLst/>
            <a:ahLst/>
            <a:cxnLst/>
            <a:rect l="l" t="t" r="r" b="b"/>
            <a:pathLst>
              <a:path w="351790" h="351789">
                <a:moveTo>
                  <a:pt x="175640" y="0"/>
                </a:moveTo>
                <a:lnTo>
                  <a:pt x="128940" y="6272"/>
                </a:lnTo>
                <a:lnTo>
                  <a:pt x="86980" y="23974"/>
                </a:lnTo>
                <a:lnTo>
                  <a:pt x="51435" y="51435"/>
                </a:lnTo>
                <a:lnTo>
                  <a:pt x="23974" y="86980"/>
                </a:lnTo>
                <a:lnTo>
                  <a:pt x="6272" y="128940"/>
                </a:lnTo>
                <a:lnTo>
                  <a:pt x="0" y="175641"/>
                </a:lnTo>
                <a:lnTo>
                  <a:pt x="6272" y="222351"/>
                </a:lnTo>
                <a:lnTo>
                  <a:pt x="23974" y="264334"/>
                </a:lnTo>
                <a:lnTo>
                  <a:pt x="51435" y="299910"/>
                </a:lnTo>
                <a:lnTo>
                  <a:pt x="86980" y="327401"/>
                </a:lnTo>
                <a:lnTo>
                  <a:pt x="128940" y="345127"/>
                </a:lnTo>
                <a:lnTo>
                  <a:pt x="175640" y="351409"/>
                </a:lnTo>
                <a:lnTo>
                  <a:pt x="222395" y="345127"/>
                </a:lnTo>
                <a:lnTo>
                  <a:pt x="264390" y="327401"/>
                </a:lnTo>
                <a:lnTo>
                  <a:pt x="281472" y="314198"/>
                </a:lnTo>
                <a:lnTo>
                  <a:pt x="175640" y="314198"/>
                </a:lnTo>
                <a:lnTo>
                  <a:pt x="131872" y="307139"/>
                </a:lnTo>
                <a:lnTo>
                  <a:pt x="93840" y="287481"/>
                </a:lnTo>
                <a:lnTo>
                  <a:pt x="63837" y="257496"/>
                </a:lnTo>
                <a:lnTo>
                  <a:pt x="44154" y="219458"/>
                </a:lnTo>
                <a:lnTo>
                  <a:pt x="37083" y="175641"/>
                </a:lnTo>
                <a:lnTo>
                  <a:pt x="44154" y="131872"/>
                </a:lnTo>
                <a:lnTo>
                  <a:pt x="63837" y="93840"/>
                </a:lnTo>
                <a:lnTo>
                  <a:pt x="93840" y="63837"/>
                </a:lnTo>
                <a:lnTo>
                  <a:pt x="131872" y="44154"/>
                </a:lnTo>
                <a:lnTo>
                  <a:pt x="175640" y="37084"/>
                </a:lnTo>
                <a:lnTo>
                  <a:pt x="281370" y="37084"/>
                </a:lnTo>
                <a:lnTo>
                  <a:pt x="264390" y="23974"/>
                </a:lnTo>
                <a:lnTo>
                  <a:pt x="222395" y="6272"/>
                </a:lnTo>
                <a:lnTo>
                  <a:pt x="175640" y="0"/>
                </a:lnTo>
                <a:close/>
              </a:path>
              <a:path w="351790" h="351789">
                <a:moveTo>
                  <a:pt x="281370" y="37084"/>
                </a:moveTo>
                <a:lnTo>
                  <a:pt x="175640" y="37084"/>
                </a:lnTo>
                <a:lnTo>
                  <a:pt x="219471" y="44154"/>
                </a:lnTo>
                <a:lnTo>
                  <a:pt x="257540" y="63837"/>
                </a:lnTo>
                <a:lnTo>
                  <a:pt x="287563" y="93840"/>
                </a:lnTo>
                <a:lnTo>
                  <a:pt x="307253" y="131872"/>
                </a:lnTo>
                <a:lnTo>
                  <a:pt x="314325" y="175641"/>
                </a:lnTo>
                <a:lnTo>
                  <a:pt x="307253" y="219458"/>
                </a:lnTo>
                <a:lnTo>
                  <a:pt x="287563" y="257496"/>
                </a:lnTo>
                <a:lnTo>
                  <a:pt x="257540" y="287481"/>
                </a:lnTo>
                <a:lnTo>
                  <a:pt x="219471" y="307139"/>
                </a:lnTo>
                <a:lnTo>
                  <a:pt x="175640" y="314198"/>
                </a:lnTo>
                <a:lnTo>
                  <a:pt x="281472" y="314198"/>
                </a:lnTo>
                <a:lnTo>
                  <a:pt x="299958" y="299910"/>
                </a:lnTo>
                <a:lnTo>
                  <a:pt x="327429" y="264334"/>
                </a:lnTo>
                <a:lnTo>
                  <a:pt x="345136" y="222351"/>
                </a:lnTo>
                <a:lnTo>
                  <a:pt x="351408" y="175641"/>
                </a:lnTo>
                <a:lnTo>
                  <a:pt x="345136" y="128940"/>
                </a:lnTo>
                <a:lnTo>
                  <a:pt x="327429" y="86980"/>
                </a:lnTo>
                <a:lnTo>
                  <a:pt x="299958" y="51435"/>
                </a:lnTo>
                <a:lnTo>
                  <a:pt x="281370" y="37084"/>
                </a:lnTo>
                <a:close/>
              </a:path>
              <a:path w="351790" h="351789">
                <a:moveTo>
                  <a:pt x="124967" y="100075"/>
                </a:moveTo>
                <a:lnTo>
                  <a:pt x="124967" y="251333"/>
                </a:lnTo>
                <a:lnTo>
                  <a:pt x="255396" y="175641"/>
                </a:lnTo>
                <a:lnTo>
                  <a:pt x="124967" y="1000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564504" y="6166611"/>
            <a:ext cx="173355" cy="377825"/>
          </a:xfrm>
          <a:custGeom>
            <a:avLst/>
            <a:gdLst/>
            <a:ahLst/>
            <a:cxnLst/>
            <a:rect l="l" t="t" r="r" b="b"/>
            <a:pathLst>
              <a:path w="173354" h="377825">
                <a:moveTo>
                  <a:pt x="16510" y="187451"/>
                </a:moveTo>
                <a:lnTo>
                  <a:pt x="0" y="188721"/>
                </a:lnTo>
                <a:lnTo>
                  <a:pt x="7794" y="218570"/>
                </a:lnTo>
                <a:lnTo>
                  <a:pt x="24828" y="243014"/>
                </a:lnTo>
                <a:lnTo>
                  <a:pt x="49006" y="260123"/>
                </a:lnTo>
                <a:lnTo>
                  <a:pt x="78705" y="268096"/>
                </a:lnTo>
                <a:lnTo>
                  <a:pt x="78232" y="268096"/>
                </a:lnTo>
                <a:lnTo>
                  <a:pt x="78232" y="323214"/>
                </a:lnTo>
                <a:lnTo>
                  <a:pt x="81851" y="323214"/>
                </a:lnTo>
                <a:lnTo>
                  <a:pt x="70993" y="323595"/>
                </a:lnTo>
                <a:lnTo>
                  <a:pt x="19669" y="346757"/>
                </a:lnTo>
                <a:lnTo>
                  <a:pt x="6731" y="377570"/>
                </a:lnTo>
                <a:lnTo>
                  <a:pt x="166243" y="375285"/>
                </a:lnTo>
                <a:lnTo>
                  <a:pt x="135507" y="333940"/>
                </a:lnTo>
                <a:lnTo>
                  <a:pt x="102171" y="323595"/>
                </a:lnTo>
                <a:lnTo>
                  <a:pt x="104647" y="323595"/>
                </a:lnTo>
                <a:lnTo>
                  <a:pt x="94742" y="323214"/>
                </a:lnTo>
                <a:lnTo>
                  <a:pt x="94742" y="268096"/>
                </a:lnTo>
                <a:lnTo>
                  <a:pt x="125630" y="259306"/>
                </a:lnTo>
                <a:lnTo>
                  <a:pt x="134968" y="252221"/>
                </a:lnTo>
                <a:lnTo>
                  <a:pt x="89154" y="252221"/>
                </a:lnTo>
                <a:lnTo>
                  <a:pt x="62355" y="247977"/>
                </a:lnTo>
                <a:lnTo>
                  <a:pt x="39830" y="234457"/>
                </a:lnTo>
                <a:lnTo>
                  <a:pt x="23806" y="213627"/>
                </a:lnTo>
                <a:lnTo>
                  <a:pt x="16510" y="187451"/>
                </a:lnTo>
                <a:close/>
              </a:path>
              <a:path w="173354" h="377825">
                <a:moveTo>
                  <a:pt x="173100" y="182118"/>
                </a:moveTo>
                <a:lnTo>
                  <a:pt x="156591" y="182118"/>
                </a:lnTo>
                <a:lnTo>
                  <a:pt x="151358" y="208716"/>
                </a:lnTo>
                <a:lnTo>
                  <a:pt x="137017" y="230695"/>
                </a:lnTo>
                <a:lnTo>
                  <a:pt x="115603" y="245911"/>
                </a:lnTo>
                <a:lnTo>
                  <a:pt x="89154" y="252221"/>
                </a:lnTo>
                <a:lnTo>
                  <a:pt x="134968" y="252221"/>
                </a:lnTo>
                <a:lnTo>
                  <a:pt x="150494" y="240442"/>
                </a:lnTo>
                <a:lnTo>
                  <a:pt x="167072" y="213911"/>
                </a:lnTo>
                <a:lnTo>
                  <a:pt x="172980" y="182752"/>
                </a:lnTo>
                <a:lnTo>
                  <a:pt x="173100" y="182118"/>
                </a:lnTo>
                <a:close/>
              </a:path>
              <a:path w="173354" h="377825">
                <a:moveTo>
                  <a:pt x="86487" y="0"/>
                </a:moveTo>
                <a:lnTo>
                  <a:pt x="66542" y="4032"/>
                </a:lnTo>
                <a:lnTo>
                  <a:pt x="50276" y="15017"/>
                </a:lnTo>
                <a:lnTo>
                  <a:pt x="39320" y="31289"/>
                </a:lnTo>
                <a:lnTo>
                  <a:pt x="35306" y="51181"/>
                </a:lnTo>
                <a:lnTo>
                  <a:pt x="35306" y="182752"/>
                </a:lnTo>
                <a:lnTo>
                  <a:pt x="39320" y="202644"/>
                </a:lnTo>
                <a:lnTo>
                  <a:pt x="50276" y="218916"/>
                </a:lnTo>
                <a:lnTo>
                  <a:pt x="66542" y="229901"/>
                </a:lnTo>
                <a:lnTo>
                  <a:pt x="86487" y="233933"/>
                </a:lnTo>
                <a:lnTo>
                  <a:pt x="106378" y="229901"/>
                </a:lnTo>
                <a:lnTo>
                  <a:pt x="122650" y="218916"/>
                </a:lnTo>
                <a:lnTo>
                  <a:pt x="133635" y="202644"/>
                </a:lnTo>
                <a:lnTo>
                  <a:pt x="137668" y="182752"/>
                </a:lnTo>
                <a:lnTo>
                  <a:pt x="137668" y="51181"/>
                </a:lnTo>
                <a:lnTo>
                  <a:pt x="133635" y="31289"/>
                </a:lnTo>
                <a:lnTo>
                  <a:pt x="122650" y="15017"/>
                </a:lnTo>
                <a:lnTo>
                  <a:pt x="106378" y="4032"/>
                </a:lnTo>
                <a:lnTo>
                  <a:pt x="864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510664" y="1838705"/>
            <a:ext cx="3741420" cy="1470660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945515">
              <a:lnSpc>
                <a:spcPct val="100000"/>
              </a:lnSpc>
              <a:spcBef>
                <a:spcPts val="1250"/>
              </a:spcBef>
            </a:pPr>
            <a:r>
              <a:rPr sz="2400" b="1" spc="-15" dirty="0">
                <a:solidFill>
                  <a:srgbClr val="4471C4"/>
                </a:solidFill>
                <a:latin typeface="Microsoft JhengHei"/>
                <a:cs typeface="Microsoft JhengHei"/>
              </a:rPr>
              <a:t>核心架構</a:t>
            </a:r>
            <a:endParaRPr sz="24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角色定位：有耐心英語教師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三步流程：介紹等待造句回饋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運作指南：適配鼓勵雙語支持原則</a:t>
            </a:r>
            <a:endParaRPr sz="1800">
              <a:latin typeface="Microsoft JhengHei"/>
              <a:cs typeface="Microsoft JhengHe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437753" y="4089146"/>
            <a:ext cx="798830" cy="798830"/>
            <a:chOff x="8437753" y="4089146"/>
            <a:chExt cx="798830" cy="798830"/>
          </a:xfrm>
        </p:grpSpPr>
        <p:sp>
          <p:nvSpPr>
            <p:cNvPr id="22" name="object 22"/>
            <p:cNvSpPr/>
            <p:nvPr/>
          </p:nvSpPr>
          <p:spPr>
            <a:xfrm>
              <a:off x="8437753" y="4089146"/>
              <a:ext cx="798830" cy="798830"/>
            </a:xfrm>
            <a:custGeom>
              <a:avLst/>
              <a:gdLst/>
              <a:ahLst/>
              <a:cxnLst/>
              <a:rect l="l" t="t" r="r" b="b"/>
              <a:pathLst>
                <a:path w="798829" h="798829">
                  <a:moveTo>
                    <a:pt x="399415" y="0"/>
                  </a:moveTo>
                  <a:lnTo>
                    <a:pt x="352833" y="2685"/>
                  </a:lnTo>
                  <a:lnTo>
                    <a:pt x="307830" y="10541"/>
                  </a:lnTo>
                  <a:lnTo>
                    <a:pt x="264705" y="23269"/>
                  </a:lnTo>
                  <a:lnTo>
                    <a:pt x="223758" y="40570"/>
                  </a:lnTo>
                  <a:lnTo>
                    <a:pt x="185289" y="62145"/>
                  </a:lnTo>
                  <a:lnTo>
                    <a:pt x="149597" y="87694"/>
                  </a:lnTo>
                  <a:lnTo>
                    <a:pt x="116982" y="116919"/>
                  </a:lnTo>
                  <a:lnTo>
                    <a:pt x="87744" y="149520"/>
                  </a:lnTo>
                  <a:lnTo>
                    <a:pt x="62182" y="185199"/>
                  </a:lnTo>
                  <a:lnTo>
                    <a:pt x="40595" y="223656"/>
                  </a:lnTo>
                  <a:lnTo>
                    <a:pt x="23284" y="264593"/>
                  </a:lnTo>
                  <a:lnTo>
                    <a:pt x="10548" y="307710"/>
                  </a:lnTo>
                  <a:lnTo>
                    <a:pt x="2687" y="352708"/>
                  </a:lnTo>
                  <a:lnTo>
                    <a:pt x="0" y="399288"/>
                  </a:lnTo>
                  <a:lnTo>
                    <a:pt x="2687" y="445869"/>
                  </a:lnTo>
                  <a:lnTo>
                    <a:pt x="10548" y="490872"/>
                  </a:lnTo>
                  <a:lnTo>
                    <a:pt x="23284" y="533997"/>
                  </a:lnTo>
                  <a:lnTo>
                    <a:pt x="40595" y="574944"/>
                  </a:lnTo>
                  <a:lnTo>
                    <a:pt x="62182" y="613413"/>
                  </a:lnTo>
                  <a:lnTo>
                    <a:pt x="87744" y="649105"/>
                  </a:lnTo>
                  <a:lnTo>
                    <a:pt x="116982" y="681720"/>
                  </a:lnTo>
                  <a:lnTo>
                    <a:pt x="149597" y="710958"/>
                  </a:lnTo>
                  <a:lnTo>
                    <a:pt x="185289" y="736520"/>
                  </a:lnTo>
                  <a:lnTo>
                    <a:pt x="223758" y="758107"/>
                  </a:lnTo>
                  <a:lnTo>
                    <a:pt x="264705" y="775418"/>
                  </a:lnTo>
                  <a:lnTo>
                    <a:pt x="307830" y="788154"/>
                  </a:lnTo>
                  <a:lnTo>
                    <a:pt x="352833" y="796015"/>
                  </a:lnTo>
                  <a:lnTo>
                    <a:pt x="399415" y="798702"/>
                  </a:lnTo>
                  <a:lnTo>
                    <a:pt x="445971" y="796015"/>
                  </a:lnTo>
                  <a:lnTo>
                    <a:pt x="490952" y="788154"/>
                  </a:lnTo>
                  <a:lnTo>
                    <a:pt x="534059" y="775418"/>
                  </a:lnTo>
                  <a:lnTo>
                    <a:pt x="574990" y="758107"/>
                  </a:lnTo>
                  <a:lnTo>
                    <a:pt x="613447" y="736520"/>
                  </a:lnTo>
                  <a:lnTo>
                    <a:pt x="649128" y="710958"/>
                  </a:lnTo>
                  <a:lnTo>
                    <a:pt x="681736" y="681720"/>
                  </a:lnTo>
                  <a:lnTo>
                    <a:pt x="710968" y="649105"/>
                  </a:lnTo>
                  <a:lnTo>
                    <a:pt x="736526" y="613413"/>
                  </a:lnTo>
                  <a:lnTo>
                    <a:pt x="758110" y="574944"/>
                  </a:lnTo>
                  <a:lnTo>
                    <a:pt x="775419" y="533997"/>
                  </a:lnTo>
                  <a:lnTo>
                    <a:pt x="788154" y="490872"/>
                  </a:lnTo>
                  <a:lnTo>
                    <a:pt x="796016" y="445869"/>
                  </a:lnTo>
                  <a:lnTo>
                    <a:pt x="798702" y="399288"/>
                  </a:lnTo>
                  <a:lnTo>
                    <a:pt x="796016" y="352708"/>
                  </a:lnTo>
                  <a:lnTo>
                    <a:pt x="788154" y="307710"/>
                  </a:lnTo>
                  <a:lnTo>
                    <a:pt x="775419" y="264593"/>
                  </a:lnTo>
                  <a:lnTo>
                    <a:pt x="758110" y="223656"/>
                  </a:lnTo>
                  <a:lnTo>
                    <a:pt x="736526" y="185199"/>
                  </a:lnTo>
                  <a:lnTo>
                    <a:pt x="710968" y="149520"/>
                  </a:lnTo>
                  <a:lnTo>
                    <a:pt x="681736" y="116919"/>
                  </a:lnTo>
                  <a:lnTo>
                    <a:pt x="649128" y="87694"/>
                  </a:lnTo>
                  <a:lnTo>
                    <a:pt x="613447" y="62145"/>
                  </a:lnTo>
                  <a:lnTo>
                    <a:pt x="574990" y="40570"/>
                  </a:lnTo>
                  <a:lnTo>
                    <a:pt x="534059" y="23269"/>
                  </a:lnTo>
                  <a:lnTo>
                    <a:pt x="490952" y="10541"/>
                  </a:lnTo>
                  <a:lnTo>
                    <a:pt x="445971" y="2685"/>
                  </a:lnTo>
                  <a:lnTo>
                    <a:pt x="399415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698103" y="4370324"/>
              <a:ext cx="276225" cy="275590"/>
            </a:xfrm>
            <a:custGeom>
              <a:avLst/>
              <a:gdLst/>
              <a:ahLst/>
              <a:cxnLst/>
              <a:rect l="l" t="t" r="r" b="b"/>
              <a:pathLst>
                <a:path w="276225" h="275589">
                  <a:moveTo>
                    <a:pt x="15494" y="26035"/>
                  </a:moveTo>
                  <a:lnTo>
                    <a:pt x="0" y="26035"/>
                  </a:lnTo>
                  <a:lnTo>
                    <a:pt x="0" y="275081"/>
                  </a:lnTo>
                  <a:lnTo>
                    <a:pt x="275844" y="275081"/>
                  </a:lnTo>
                  <a:lnTo>
                    <a:pt x="275844" y="241935"/>
                  </a:lnTo>
                  <a:lnTo>
                    <a:pt x="57912" y="241935"/>
                  </a:lnTo>
                  <a:lnTo>
                    <a:pt x="55118" y="239267"/>
                  </a:lnTo>
                  <a:lnTo>
                    <a:pt x="55118" y="232410"/>
                  </a:lnTo>
                  <a:lnTo>
                    <a:pt x="57912" y="229742"/>
                  </a:lnTo>
                  <a:lnTo>
                    <a:pt x="275844" y="229742"/>
                  </a:lnTo>
                  <a:lnTo>
                    <a:pt x="275844" y="213740"/>
                  </a:lnTo>
                  <a:lnTo>
                    <a:pt x="57912" y="213740"/>
                  </a:lnTo>
                  <a:lnTo>
                    <a:pt x="55118" y="211074"/>
                  </a:lnTo>
                  <a:lnTo>
                    <a:pt x="55118" y="204215"/>
                  </a:lnTo>
                  <a:lnTo>
                    <a:pt x="57912" y="201549"/>
                  </a:lnTo>
                  <a:lnTo>
                    <a:pt x="275844" y="201549"/>
                  </a:lnTo>
                  <a:lnTo>
                    <a:pt x="275844" y="185547"/>
                  </a:lnTo>
                  <a:lnTo>
                    <a:pt x="57912" y="185547"/>
                  </a:lnTo>
                  <a:lnTo>
                    <a:pt x="55118" y="182879"/>
                  </a:lnTo>
                  <a:lnTo>
                    <a:pt x="55118" y="176022"/>
                  </a:lnTo>
                  <a:lnTo>
                    <a:pt x="57912" y="173354"/>
                  </a:lnTo>
                  <a:lnTo>
                    <a:pt x="275844" y="173354"/>
                  </a:lnTo>
                  <a:lnTo>
                    <a:pt x="275844" y="157352"/>
                  </a:lnTo>
                  <a:lnTo>
                    <a:pt x="57912" y="157352"/>
                  </a:lnTo>
                  <a:lnTo>
                    <a:pt x="55118" y="154559"/>
                  </a:lnTo>
                  <a:lnTo>
                    <a:pt x="55118" y="147827"/>
                  </a:lnTo>
                  <a:lnTo>
                    <a:pt x="57912" y="145161"/>
                  </a:lnTo>
                  <a:lnTo>
                    <a:pt x="275844" y="145161"/>
                  </a:lnTo>
                  <a:lnTo>
                    <a:pt x="275844" y="129159"/>
                  </a:lnTo>
                  <a:lnTo>
                    <a:pt x="57912" y="129159"/>
                  </a:lnTo>
                  <a:lnTo>
                    <a:pt x="55118" y="126364"/>
                  </a:lnTo>
                  <a:lnTo>
                    <a:pt x="55118" y="119634"/>
                  </a:lnTo>
                  <a:lnTo>
                    <a:pt x="57912" y="116839"/>
                  </a:lnTo>
                  <a:lnTo>
                    <a:pt x="275844" y="116839"/>
                  </a:lnTo>
                  <a:lnTo>
                    <a:pt x="275844" y="100964"/>
                  </a:lnTo>
                  <a:lnTo>
                    <a:pt x="57912" y="100964"/>
                  </a:lnTo>
                  <a:lnTo>
                    <a:pt x="55118" y="98171"/>
                  </a:lnTo>
                  <a:lnTo>
                    <a:pt x="55118" y="91439"/>
                  </a:lnTo>
                  <a:lnTo>
                    <a:pt x="57912" y="88646"/>
                  </a:lnTo>
                  <a:lnTo>
                    <a:pt x="275844" y="88646"/>
                  </a:lnTo>
                  <a:lnTo>
                    <a:pt x="275844" y="59943"/>
                  </a:lnTo>
                  <a:lnTo>
                    <a:pt x="35432" y="59943"/>
                  </a:lnTo>
                  <a:lnTo>
                    <a:pt x="27656" y="58382"/>
                  </a:lnTo>
                  <a:lnTo>
                    <a:pt x="21320" y="54117"/>
                  </a:lnTo>
                  <a:lnTo>
                    <a:pt x="17055" y="47781"/>
                  </a:lnTo>
                  <a:lnTo>
                    <a:pt x="15494" y="40004"/>
                  </a:lnTo>
                  <a:lnTo>
                    <a:pt x="15494" y="26035"/>
                  </a:lnTo>
                  <a:close/>
                </a:path>
                <a:path w="276225" h="275589">
                  <a:moveTo>
                    <a:pt x="275844" y="229742"/>
                  </a:moveTo>
                  <a:lnTo>
                    <a:pt x="217931" y="229742"/>
                  </a:lnTo>
                  <a:lnTo>
                    <a:pt x="220599" y="232410"/>
                  </a:lnTo>
                  <a:lnTo>
                    <a:pt x="220599" y="239267"/>
                  </a:lnTo>
                  <a:lnTo>
                    <a:pt x="217931" y="241935"/>
                  </a:lnTo>
                  <a:lnTo>
                    <a:pt x="275844" y="241935"/>
                  </a:lnTo>
                  <a:lnTo>
                    <a:pt x="275844" y="229742"/>
                  </a:lnTo>
                  <a:close/>
                </a:path>
                <a:path w="276225" h="275589">
                  <a:moveTo>
                    <a:pt x="275844" y="201549"/>
                  </a:moveTo>
                  <a:lnTo>
                    <a:pt x="217931" y="201549"/>
                  </a:lnTo>
                  <a:lnTo>
                    <a:pt x="220599" y="204215"/>
                  </a:lnTo>
                  <a:lnTo>
                    <a:pt x="220599" y="211074"/>
                  </a:lnTo>
                  <a:lnTo>
                    <a:pt x="217931" y="213740"/>
                  </a:lnTo>
                  <a:lnTo>
                    <a:pt x="275844" y="213740"/>
                  </a:lnTo>
                  <a:lnTo>
                    <a:pt x="275844" y="201549"/>
                  </a:lnTo>
                  <a:close/>
                </a:path>
                <a:path w="276225" h="275589">
                  <a:moveTo>
                    <a:pt x="275844" y="173354"/>
                  </a:moveTo>
                  <a:lnTo>
                    <a:pt x="217931" y="173354"/>
                  </a:lnTo>
                  <a:lnTo>
                    <a:pt x="220599" y="176022"/>
                  </a:lnTo>
                  <a:lnTo>
                    <a:pt x="220599" y="182879"/>
                  </a:lnTo>
                  <a:lnTo>
                    <a:pt x="217931" y="185547"/>
                  </a:lnTo>
                  <a:lnTo>
                    <a:pt x="275844" y="185547"/>
                  </a:lnTo>
                  <a:lnTo>
                    <a:pt x="275844" y="173354"/>
                  </a:lnTo>
                  <a:close/>
                </a:path>
                <a:path w="276225" h="275589">
                  <a:moveTo>
                    <a:pt x="275844" y="145161"/>
                  </a:moveTo>
                  <a:lnTo>
                    <a:pt x="217931" y="145161"/>
                  </a:lnTo>
                  <a:lnTo>
                    <a:pt x="220599" y="147827"/>
                  </a:lnTo>
                  <a:lnTo>
                    <a:pt x="220599" y="154559"/>
                  </a:lnTo>
                  <a:lnTo>
                    <a:pt x="217931" y="157352"/>
                  </a:lnTo>
                  <a:lnTo>
                    <a:pt x="275844" y="157352"/>
                  </a:lnTo>
                  <a:lnTo>
                    <a:pt x="275844" y="145161"/>
                  </a:lnTo>
                  <a:close/>
                </a:path>
                <a:path w="276225" h="275589">
                  <a:moveTo>
                    <a:pt x="275844" y="116839"/>
                  </a:moveTo>
                  <a:lnTo>
                    <a:pt x="217931" y="116839"/>
                  </a:lnTo>
                  <a:lnTo>
                    <a:pt x="220599" y="119634"/>
                  </a:lnTo>
                  <a:lnTo>
                    <a:pt x="220599" y="126364"/>
                  </a:lnTo>
                  <a:lnTo>
                    <a:pt x="217931" y="129159"/>
                  </a:lnTo>
                  <a:lnTo>
                    <a:pt x="275844" y="129159"/>
                  </a:lnTo>
                  <a:lnTo>
                    <a:pt x="275844" y="116839"/>
                  </a:lnTo>
                  <a:close/>
                </a:path>
                <a:path w="276225" h="275589">
                  <a:moveTo>
                    <a:pt x="275844" y="88646"/>
                  </a:moveTo>
                  <a:lnTo>
                    <a:pt x="217931" y="88646"/>
                  </a:lnTo>
                  <a:lnTo>
                    <a:pt x="220599" y="91439"/>
                  </a:lnTo>
                  <a:lnTo>
                    <a:pt x="220599" y="98171"/>
                  </a:lnTo>
                  <a:lnTo>
                    <a:pt x="217931" y="100964"/>
                  </a:lnTo>
                  <a:lnTo>
                    <a:pt x="275844" y="100964"/>
                  </a:lnTo>
                  <a:lnTo>
                    <a:pt x="275844" y="88646"/>
                  </a:lnTo>
                  <a:close/>
                </a:path>
                <a:path w="276225" h="275589">
                  <a:moveTo>
                    <a:pt x="68325" y="26035"/>
                  </a:moveTo>
                  <a:lnTo>
                    <a:pt x="55372" y="26035"/>
                  </a:lnTo>
                  <a:lnTo>
                    <a:pt x="55372" y="40004"/>
                  </a:lnTo>
                  <a:lnTo>
                    <a:pt x="53901" y="47243"/>
                  </a:lnTo>
                  <a:lnTo>
                    <a:pt x="53792" y="47781"/>
                  </a:lnTo>
                  <a:lnTo>
                    <a:pt x="49498" y="54117"/>
                  </a:lnTo>
                  <a:lnTo>
                    <a:pt x="43156" y="58382"/>
                  </a:lnTo>
                  <a:lnTo>
                    <a:pt x="35432" y="59943"/>
                  </a:lnTo>
                  <a:lnTo>
                    <a:pt x="88265" y="59943"/>
                  </a:lnTo>
                  <a:lnTo>
                    <a:pt x="80488" y="58382"/>
                  </a:lnTo>
                  <a:lnTo>
                    <a:pt x="74152" y="54117"/>
                  </a:lnTo>
                  <a:lnTo>
                    <a:pt x="69887" y="47781"/>
                  </a:lnTo>
                  <a:lnTo>
                    <a:pt x="68325" y="40004"/>
                  </a:lnTo>
                  <a:lnTo>
                    <a:pt x="68325" y="26035"/>
                  </a:lnTo>
                  <a:close/>
                </a:path>
                <a:path w="276225" h="275589">
                  <a:moveTo>
                    <a:pt x="121157" y="26035"/>
                  </a:moveTo>
                  <a:lnTo>
                    <a:pt x="108076" y="26035"/>
                  </a:lnTo>
                  <a:lnTo>
                    <a:pt x="108076" y="40004"/>
                  </a:lnTo>
                  <a:lnTo>
                    <a:pt x="106625" y="47243"/>
                  </a:lnTo>
                  <a:lnTo>
                    <a:pt x="106517" y="47781"/>
                  </a:lnTo>
                  <a:lnTo>
                    <a:pt x="102266" y="54117"/>
                  </a:lnTo>
                  <a:lnTo>
                    <a:pt x="95968" y="58382"/>
                  </a:lnTo>
                  <a:lnTo>
                    <a:pt x="88265" y="59943"/>
                  </a:lnTo>
                  <a:lnTo>
                    <a:pt x="141097" y="59943"/>
                  </a:lnTo>
                  <a:lnTo>
                    <a:pt x="133320" y="58382"/>
                  </a:lnTo>
                  <a:lnTo>
                    <a:pt x="126984" y="54117"/>
                  </a:lnTo>
                  <a:lnTo>
                    <a:pt x="122719" y="47781"/>
                  </a:lnTo>
                  <a:lnTo>
                    <a:pt x="121157" y="40004"/>
                  </a:lnTo>
                  <a:lnTo>
                    <a:pt x="121157" y="26035"/>
                  </a:lnTo>
                  <a:close/>
                </a:path>
                <a:path w="276225" h="275589">
                  <a:moveTo>
                    <a:pt x="173990" y="26035"/>
                  </a:moveTo>
                  <a:lnTo>
                    <a:pt x="160908" y="26035"/>
                  </a:lnTo>
                  <a:lnTo>
                    <a:pt x="160908" y="40004"/>
                  </a:lnTo>
                  <a:lnTo>
                    <a:pt x="159457" y="47243"/>
                  </a:lnTo>
                  <a:lnTo>
                    <a:pt x="159349" y="47781"/>
                  </a:lnTo>
                  <a:lnTo>
                    <a:pt x="155098" y="54117"/>
                  </a:lnTo>
                  <a:lnTo>
                    <a:pt x="148800" y="58382"/>
                  </a:lnTo>
                  <a:lnTo>
                    <a:pt x="141097" y="59943"/>
                  </a:lnTo>
                  <a:lnTo>
                    <a:pt x="193801" y="59943"/>
                  </a:lnTo>
                  <a:lnTo>
                    <a:pt x="186098" y="58382"/>
                  </a:lnTo>
                  <a:lnTo>
                    <a:pt x="179800" y="54117"/>
                  </a:lnTo>
                  <a:lnTo>
                    <a:pt x="175549" y="47781"/>
                  </a:lnTo>
                  <a:lnTo>
                    <a:pt x="173990" y="40004"/>
                  </a:lnTo>
                  <a:lnTo>
                    <a:pt x="173990" y="26035"/>
                  </a:lnTo>
                  <a:close/>
                </a:path>
                <a:path w="276225" h="275589">
                  <a:moveTo>
                    <a:pt x="226695" y="26035"/>
                  </a:moveTo>
                  <a:lnTo>
                    <a:pt x="213741" y="26035"/>
                  </a:lnTo>
                  <a:lnTo>
                    <a:pt x="213741" y="40004"/>
                  </a:lnTo>
                  <a:lnTo>
                    <a:pt x="212287" y="47243"/>
                  </a:lnTo>
                  <a:lnTo>
                    <a:pt x="212179" y="47781"/>
                  </a:lnTo>
                  <a:lnTo>
                    <a:pt x="207914" y="54117"/>
                  </a:lnTo>
                  <a:lnTo>
                    <a:pt x="201578" y="58382"/>
                  </a:lnTo>
                  <a:lnTo>
                    <a:pt x="193801" y="59943"/>
                  </a:lnTo>
                  <a:lnTo>
                    <a:pt x="246633" y="59943"/>
                  </a:lnTo>
                  <a:lnTo>
                    <a:pt x="238910" y="58382"/>
                  </a:lnTo>
                  <a:lnTo>
                    <a:pt x="232568" y="54117"/>
                  </a:lnTo>
                  <a:lnTo>
                    <a:pt x="228274" y="47781"/>
                  </a:lnTo>
                  <a:lnTo>
                    <a:pt x="226695" y="40004"/>
                  </a:lnTo>
                  <a:lnTo>
                    <a:pt x="226695" y="26035"/>
                  </a:lnTo>
                  <a:close/>
                </a:path>
                <a:path w="276225" h="275589">
                  <a:moveTo>
                    <a:pt x="275844" y="26035"/>
                  </a:moveTo>
                  <a:lnTo>
                    <a:pt x="266573" y="26035"/>
                  </a:lnTo>
                  <a:lnTo>
                    <a:pt x="266573" y="40004"/>
                  </a:lnTo>
                  <a:lnTo>
                    <a:pt x="265119" y="47243"/>
                  </a:lnTo>
                  <a:lnTo>
                    <a:pt x="265011" y="47781"/>
                  </a:lnTo>
                  <a:lnTo>
                    <a:pt x="260746" y="54117"/>
                  </a:lnTo>
                  <a:lnTo>
                    <a:pt x="254410" y="58382"/>
                  </a:lnTo>
                  <a:lnTo>
                    <a:pt x="246633" y="59943"/>
                  </a:lnTo>
                  <a:lnTo>
                    <a:pt x="275844" y="59943"/>
                  </a:lnTo>
                  <a:lnTo>
                    <a:pt x="275844" y="26035"/>
                  </a:lnTo>
                  <a:close/>
                </a:path>
                <a:path w="276225" h="275589">
                  <a:moveTo>
                    <a:pt x="41275" y="0"/>
                  </a:moveTo>
                  <a:lnTo>
                    <a:pt x="29464" y="0"/>
                  </a:lnTo>
                  <a:lnTo>
                    <a:pt x="24638" y="4825"/>
                  </a:lnTo>
                  <a:lnTo>
                    <a:pt x="24638" y="47243"/>
                  </a:lnTo>
                  <a:lnTo>
                    <a:pt x="29464" y="52070"/>
                  </a:lnTo>
                  <a:lnTo>
                    <a:pt x="41275" y="52070"/>
                  </a:lnTo>
                  <a:lnTo>
                    <a:pt x="46100" y="47243"/>
                  </a:lnTo>
                  <a:lnTo>
                    <a:pt x="46100" y="4825"/>
                  </a:lnTo>
                  <a:lnTo>
                    <a:pt x="41275" y="0"/>
                  </a:lnTo>
                  <a:close/>
                </a:path>
                <a:path w="276225" h="275589">
                  <a:moveTo>
                    <a:pt x="94106" y="0"/>
                  </a:moveTo>
                  <a:lnTo>
                    <a:pt x="82296" y="0"/>
                  </a:lnTo>
                  <a:lnTo>
                    <a:pt x="77470" y="4825"/>
                  </a:lnTo>
                  <a:lnTo>
                    <a:pt x="77470" y="47243"/>
                  </a:lnTo>
                  <a:lnTo>
                    <a:pt x="82296" y="52070"/>
                  </a:lnTo>
                  <a:lnTo>
                    <a:pt x="94106" y="52070"/>
                  </a:lnTo>
                  <a:lnTo>
                    <a:pt x="98932" y="47243"/>
                  </a:lnTo>
                  <a:lnTo>
                    <a:pt x="98932" y="4825"/>
                  </a:lnTo>
                  <a:lnTo>
                    <a:pt x="94106" y="0"/>
                  </a:lnTo>
                  <a:close/>
                </a:path>
                <a:path w="276225" h="275589">
                  <a:moveTo>
                    <a:pt x="146939" y="0"/>
                  </a:moveTo>
                  <a:lnTo>
                    <a:pt x="135127" y="0"/>
                  </a:lnTo>
                  <a:lnTo>
                    <a:pt x="130301" y="4825"/>
                  </a:lnTo>
                  <a:lnTo>
                    <a:pt x="130301" y="47243"/>
                  </a:lnTo>
                  <a:lnTo>
                    <a:pt x="135127" y="52070"/>
                  </a:lnTo>
                  <a:lnTo>
                    <a:pt x="146939" y="52070"/>
                  </a:lnTo>
                  <a:lnTo>
                    <a:pt x="151765" y="47243"/>
                  </a:lnTo>
                  <a:lnTo>
                    <a:pt x="151765" y="4825"/>
                  </a:lnTo>
                  <a:lnTo>
                    <a:pt x="146939" y="0"/>
                  </a:lnTo>
                  <a:close/>
                </a:path>
                <a:path w="276225" h="275589">
                  <a:moveTo>
                    <a:pt x="199771" y="0"/>
                  </a:moveTo>
                  <a:lnTo>
                    <a:pt x="187960" y="0"/>
                  </a:lnTo>
                  <a:lnTo>
                    <a:pt x="183133" y="4825"/>
                  </a:lnTo>
                  <a:lnTo>
                    <a:pt x="183133" y="47243"/>
                  </a:lnTo>
                  <a:lnTo>
                    <a:pt x="187960" y="52070"/>
                  </a:lnTo>
                  <a:lnTo>
                    <a:pt x="199771" y="52070"/>
                  </a:lnTo>
                  <a:lnTo>
                    <a:pt x="204597" y="47243"/>
                  </a:lnTo>
                  <a:lnTo>
                    <a:pt x="204597" y="4825"/>
                  </a:lnTo>
                  <a:lnTo>
                    <a:pt x="199771" y="0"/>
                  </a:lnTo>
                  <a:close/>
                </a:path>
                <a:path w="276225" h="275589">
                  <a:moveTo>
                    <a:pt x="252602" y="0"/>
                  </a:moveTo>
                  <a:lnTo>
                    <a:pt x="240792" y="0"/>
                  </a:lnTo>
                  <a:lnTo>
                    <a:pt x="235966" y="4825"/>
                  </a:lnTo>
                  <a:lnTo>
                    <a:pt x="235966" y="47243"/>
                  </a:lnTo>
                  <a:lnTo>
                    <a:pt x="240792" y="52070"/>
                  </a:lnTo>
                  <a:lnTo>
                    <a:pt x="252602" y="52070"/>
                  </a:lnTo>
                  <a:lnTo>
                    <a:pt x="257428" y="47243"/>
                  </a:lnTo>
                  <a:lnTo>
                    <a:pt x="257428" y="4825"/>
                  </a:lnTo>
                  <a:lnTo>
                    <a:pt x="2526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9462896" y="1860930"/>
            <a:ext cx="3970020" cy="3442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72819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A4A4A4"/>
                </a:solidFill>
                <a:latin typeface="Microsoft JhengHei"/>
                <a:cs typeface="Microsoft JhengHei"/>
              </a:rPr>
              <a:t>雙語教學策略</a:t>
            </a:r>
            <a:endParaRPr sz="24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spcBef>
                <a:spcPts val="156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詞彙定義模式：英中雙語定義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範例與回饋分離：英文範例中文回饋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文化適應考量：文化差異表達習慣</a:t>
            </a:r>
            <a:endParaRPr sz="18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2740"/>
              </a:spcBef>
              <a:buClr>
                <a:srgbClr val="404040"/>
              </a:buClr>
              <a:buFont typeface="Arial MT"/>
              <a:buChar char="•"/>
            </a:pPr>
            <a:endParaRPr sz="1800">
              <a:latin typeface="Microsoft JhengHei"/>
              <a:cs typeface="Microsoft JhengHei"/>
            </a:endParaRPr>
          </a:p>
          <a:p>
            <a:pPr marL="1087120">
              <a:lnSpc>
                <a:spcPct val="100000"/>
              </a:lnSpc>
            </a:pPr>
            <a:r>
              <a:rPr sz="2400" b="1" spc="-10" dirty="0">
                <a:solidFill>
                  <a:srgbClr val="EC7C30"/>
                </a:solidFill>
                <a:latin typeface="Microsoft JhengHei"/>
                <a:cs typeface="Microsoft JhengHei"/>
              </a:rPr>
              <a:t>回饋機制設計</a:t>
            </a:r>
            <a:endParaRPr sz="2400">
              <a:latin typeface="Microsoft JhengHei"/>
              <a:cs typeface="Microsoft JhengHei"/>
            </a:endParaRPr>
          </a:p>
          <a:p>
            <a:pPr marL="422909" lvl="1" indent="-28638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422909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多維評估體系：全面評價體系</a:t>
            </a:r>
            <a:endParaRPr sz="1800">
              <a:latin typeface="Microsoft JhengHei"/>
              <a:cs typeface="Microsoft JhengHei"/>
            </a:endParaRPr>
          </a:p>
          <a:p>
            <a:pPr marL="422909" lvl="1" indent="-286385">
              <a:lnSpc>
                <a:spcPct val="100000"/>
              </a:lnSpc>
              <a:buFont typeface="Arial MT"/>
              <a:buChar char="•"/>
              <a:tabLst>
                <a:tab pos="422909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建設性回饋策略：鼓勵支持語言</a:t>
            </a:r>
            <a:endParaRPr sz="1800">
              <a:latin typeface="Microsoft JhengHei"/>
              <a:cs typeface="Microsoft JhengHei"/>
            </a:endParaRPr>
          </a:p>
          <a:p>
            <a:pPr marL="422909" lvl="1" indent="-286385">
              <a:lnSpc>
                <a:spcPct val="100000"/>
              </a:lnSpc>
              <a:buFont typeface="Arial MT"/>
              <a:buChar char="•"/>
              <a:tabLst>
                <a:tab pos="422909" algn="l"/>
              </a:tabLst>
            </a:pPr>
            <a:r>
              <a:rPr sz="1800" spc="-15" dirty="0">
                <a:solidFill>
                  <a:srgbClr val="404040"/>
                </a:solidFill>
                <a:latin typeface="Microsoft JhengHei"/>
                <a:cs typeface="Microsoft JhengHei"/>
              </a:rPr>
              <a:t>預設詞庫備份：確保學習連續性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29" name="Text Placeholder 1">
            <a:extLst>
              <a:ext uri="{FF2B5EF4-FFF2-40B4-BE49-F238E27FC236}">
                <a16:creationId xmlns:a16="http://schemas.microsoft.com/office/drawing/2014/main" id="{044A71DB-FAA5-5D49-833E-B7034D20A65D}"/>
              </a:ext>
            </a:extLst>
          </p:cNvPr>
          <p:cNvSpPr txBox="1">
            <a:spLocks/>
          </p:cNvSpPr>
          <p:nvPr/>
        </p:nvSpPr>
        <p:spPr>
          <a:xfrm>
            <a:off x="199691" y="281957"/>
            <a:ext cx="6622262" cy="86909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單字練習提示設計</a:t>
            </a:r>
            <a:endParaRPr lang="en-US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81700" y="2394204"/>
            <a:ext cx="2395220" cy="2741930"/>
            <a:chOff x="5981700" y="2394204"/>
            <a:chExt cx="2395220" cy="27419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81700" y="2394204"/>
              <a:ext cx="2394838" cy="262039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479667" y="2892678"/>
              <a:ext cx="1415415" cy="2243455"/>
            </a:xfrm>
            <a:custGeom>
              <a:avLst/>
              <a:gdLst/>
              <a:ahLst/>
              <a:cxnLst/>
              <a:rect l="l" t="t" r="r" b="b"/>
              <a:pathLst>
                <a:path w="1415415" h="2243454">
                  <a:moveTo>
                    <a:pt x="996188" y="2137156"/>
                  </a:moveTo>
                  <a:lnTo>
                    <a:pt x="418973" y="2137156"/>
                  </a:lnTo>
                  <a:lnTo>
                    <a:pt x="459498" y="2168144"/>
                  </a:lnTo>
                  <a:lnTo>
                    <a:pt x="503605" y="2194217"/>
                  </a:lnTo>
                  <a:lnTo>
                    <a:pt x="550875" y="2215057"/>
                  </a:lnTo>
                  <a:lnTo>
                    <a:pt x="600900" y="2230348"/>
                  </a:lnTo>
                  <a:lnTo>
                    <a:pt x="653300" y="2239746"/>
                  </a:lnTo>
                  <a:lnTo>
                    <a:pt x="707644" y="2242947"/>
                  </a:lnTo>
                  <a:lnTo>
                    <a:pt x="761923" y="2239746"/>
                  </a:lnTo>
                  <a:lnTo>
                    <a:pt x="814285" y="2230348"/>
                  </a:lnTo>
                  <a:lnTo>
                    <a:pt x="864298" y="2215057"/>
                  </a:lnTo>
                  <a:lnTo>
                    <a:pt x="911555" y="2194217"/>
                  </a:lnTo>
                  <a:lnTo>
                    <a:pt x="955649" y="2168144"/>
                  </a:lnTo>
                  <a:lnTo>
                    <a:pt x="996188" y="2137156"/>
                  </a:lnTo>
                  <a:close/>
                </a:path>
                <a:path w="1415415" h="2243454">
                  <a:moveTo>
                    <a:pt x="1061339" y="2002155"/>
                  </a:moveTo>
                  <a:lnTo>
                    <a:pt x="1055204" y="1971789"/>
                  </a:lnTo>
                  <a:lnTo>
                    <a:pt x="1038466" y="1946960"/>
                  </a:lnTo>
                  <a:lnTo>
                    <a:pt x="1013650" y="1930209"/>
                  </a:lnTo>
                  <a:lnTo>
                    <a:pt x="983234" y="1924050"/>
                  </a:lnTo>
                  <a:lnTo>
                    <a:pt x="431927" y="1924050"/>
                  </a:lnTo>
                  <a:lnTo>
                    <a:pt x="401497" y="1930209"/>
                  </a:lnTo>
                  <a:lnTo>
                    <a:pt x="376682" y="1946960"/>
                  </a:lnTo>
                  <a:lnTo>
                    <a:pt x="359943" y="1971789"/>
                  </a:lnTo>
                  <a:lnTo>
                    <a:pt x="353822" y="2002155"/>
                  </a:lnTo>
                  <a:lnTo>
                    <a:pt x="359943" y="2032584"/>
                  </a:lnTo>
                  <a:lnTo>
                    <a:pt x="376682" y="2057400"/>
                  </a:lnTo>
                  <a:lnTo>
                    <a:pt x="401497" y="2074138"/>
                  </a:lnTo>
                  <a:lnTo>
                    <a:pt x="431927" y="2080260"/>
                  </a:lnTo>
                  <a:lnTo>
                    <a:pt x="983234" y="2080260"/>
                  </a:lnTo>
                  <a:lnTo>
                    <a:pt x="1013650" y="2074138"/>
                  </a:lnTo>
                  <a:lnTo>
                    <a:pt x="1038466" y="2057400"/>
                  </a:lnTo>
                  <a:lnTo>
                    <a:pt x="1055204" y="2032584"/>
                  </a:lnTo>
                  <a:lnTo>
                    <a:pt x="1061339" y="2002155"/>
                  </a:lnTo>
                  <a:close/>
                </a:path>
                <a:path w="1415415" h="2243454">
                  <a:moveTo>
                    <a:pt x="1061339" y="1789176"/>
                  </a:moveTo>
                  <a:lnTo>
                    <a:pt x="1055204" y="1758759"/>
                  </a:lnTo>
                  <a:lnTo>
                    <a:pt x="1038466" y="1733931"/>
                  </a:lnTo>
                  <a:lnTo>
                    <a:pt x="1013650" y="1717205"/>
                  </a:lnTo>
                  <a:lnTo>
                    <a:pt x="983234" y="1711071"/>
                  </a:lnTo>
                  <a:lnTo>
                    <a:pt x="431927" y="1711071"/>
                  </a:lnTo>
                  <a:lnTo>
                    <a:pt x="401497" y="1717205"/>
                  </a:lnTo>
                  <a:lnTo>
                    <a:pt x="376682" y="1733931"/>
                  </a:lnTo>
                  <a:lnTo>
                    <a:pt x="359943" y="1758759"/>
                  </a:lnTo>
                  <a:lnTo>
                    <a:pt x="353822" y="1789176"/>
                  </a:lnTo>
                  <a:lnTo>
                    <a:pt x="359943" y="1819605"/>
                  </a:lnTo>
                  <a:lnTo>
                    <a:pt x="376682" y="1844433"/>
                  </a:lnTo>
                  <a:lnTo>
                    <a:pt x="401497" y="1861159"/>
                  </a:lnTo>
                  <a:lnTo>
                    <a:pt x="431927" y="1867281"/>
                  </a:lnTo>
                  <a:lnTo>
                    <a:pt x="983234" y="1867281"/>
                  </a:lnTo>
                  <a:lnTo>
                    <a:pt x="1013650" y="1861159"/>
                  </a:lnTo>
                  <a:lnTo>
                    <a:pt x="1038466" y="1844433"/>
                  </a:lnTo>
                  <a:lnTo>
                    <a:pt x="1055204" y="1819605"/>
                  </a:lnTo>
                  <a:lnTo>
                    <a:pt x="1061339" y="1789176"/>
                  </a:lnTo>
                  <a:close/>
                </a:path>
                <a:path w="1415415" h="2243454">
                  <a:moveTo>
                    <a:pt x="1415161" y="702818"/>
                  </a:moveTo>
                  <a:lnTo>
                    <a:pt x="1413522" y="654710"/>
                  </a:lnTo>
                  <a:lnTo>
                    <a:pt x="1408696" y="607466"/>
                  </a:lnTo>
                  <a:lnTo>
                    <a:pt x="1400784" y="561200"/>
                  </a:lnTo>
                  <a:lnTo>
                    <a:pt x="1389888" y="516001"/>
                  </a:lnTo>
                  <a:lnTo>
                    <a:pt x="1376108" y="471995"/>
                  </a:lnTo>
                  <a:lnTo>
                    <a:pt x="1359560" y="429272"/>
                  </a:lnTo>
                  <a:lnTo>
                    <a:pt x="1340345" y="387946"/>
                  </a:lnTo>
                  <a:lnTo>
                    <a:pt x="1318564" y="348119"/>
                  </a:lnTo>
                  <a:lnTo>
                    <a:pt x="1294333" y="309892"/>
                  </a:lnTo>
                  <a:lnTo>
                    <a:pt x="1267739" y="273367"/>
                  </a:lnTo>
                  <a:lnTo>
                    <a:pt x="1238910" y="238658"/>
                  </a:lnTo>
                  <a:lnTo>
                    <a:pt x="1207935" y="205879"/>
                  </a:lnTo>
                  <a:lnTo>
                    <a:pt x="1174927" y="175107"/>
                  </a:lnTo>
                  <a:lnTo>
                    <a:pt x="1139990" y="146456"/>
                  </a:lnTo>
                  <a:lnTo>
                    <a:pt x="1103223" y="120053"/>
                  </a:lnTo>
                  <a:lnTo>
                    <a:pt x="1064742" y="95973"/>
                  </a:lnTo>
                  <a:lnTo>
                    <a:pt x="1024648" y="74333"/>
                  </a:lnTo>
                  <a:lnTo>
                    <a:pt x="983043" y="55245"/>
                  </a:lnTo>
                  <a:lnTo>
                    <a:pt x="940041" y="38798"/>
                  </a:lnTo>
                  <a:lnTo>
                    <a:pt x="895731" y="25120"/>
                  </a:lnTo>
                  <a:lnTo>
                    <a:pt x="850239" y="14287"/>
                  </a:lnTo>
                  <a:lnTo>
                    <a:pt x="803643" y="6426"/>
                  </a:lnTo>
                  <a:lnTo>
                    <a:pt x="756081" y="1625"/>
                  </a:lnTo>
                  <a:lnTo>
                    <a:pt x="707644" y="0"/>
                  </a:lnTo>
                  <a:lnTo>
                    <a:pt x="659180" y="1625"/>
                  </a:lnTo>
                  <a:lnTo>
                    <a:pt x="611593" y="6426"/>
                  </a:lnTo>
                  <a:lnTo>
                    <a:pt x="564997" y="14287"/>
                  </a:lnTo>
                  <a:lnTo>
                    <a:pt x="519493" y="25120"/>
                  </a:lnTo>
                  <a:lnTo>
                    <a:pt x="475170" y="38798"/>
                  </a:lnTo>
                  <a:lnTo>
                    <a:pt x="432155" y="55245"/>
                  </a:lnTo>
                  <a:lnTo>
                    <a:pt x="390537" y="74333"/>
                  </a:lnTo>
                  <a:lnTo>
                    <a:pt x="350443" y="95973"/>
                  </a:lnTo>
                  <a:lnTo>
                    <a:pt x="311950" y="120053"/>
                  </a:lnTo>
                  <a:lnTo>
                    <a:pt x="275183" y="146456"/>
                  </a:lnTo>
                  <a:lnTo>
                    <a:pt x="240233" y="175107"/>
                  </a:lnTo>
                  <a:lnTo>
                    <a:pt x="207225" y="205867"/>
                  </a:lnTo>
                  <a:lnTo>
                    <a:pt x="176250" y="238658"/>
                  </a:lnTo>
                  <a:lnTo>
                    <a:pt x="147408" y="273367"/>
                  </a:lnTo>
                  <a:lnTo>
                    <a:pt x="120827" y="309892"/>
                  </a:lnTo>
                  <a:lnTo>
                    <a:pt x="96583" y="348119"/>
                  </a:lnTo>
                  <a:lnTo>
                    <a:pt x="74803" y="387946"/>
                  </a:lnTo>
                  <a:lnTo>
                    <a:pt x="55587" y="429272"/>
                  </a:lnTo>
                  <a:lnTo>
                    <a:pt x="39039" y="471995"/>
                  </a:lnTo>
                  <a:lnTo>
                    <a:pt x="25260" y="516001"/>
                  </a:lnTo>
                  <a:lnTo>
                    <a:pt x="14363" y="561200"/>
                  </a:lnTo>
                  <a:lnTo>
                    <a:pt x="6451" y="607466"/>
                  </a:lnTo>
                  <a:lnTo>
                    <a:pt x="1625" y="654710"/>
                  </a:lnTo>
                  <a:lnTo>
                    <a:pt x="0" y="702818"/>
                  </a:lnTo>
                  <a:lnTo>
                    <a:pt x="1816" y="753643"/>
                  </a:lnTo>
                  <a:lnTo>
                    <a:pt x="7200" y="803478"/>
                  </a:lnTo>
                  <a:lnTo>
                    <a:pt x="16052" y="852208"/>
                  </a:lnTo>
                  <a:lnTo>
                    <a:pt x="28232" y="899680"/>
                  </a:lnTo>
                  <a:lnTo>
                    <a:pt x="43662" y="945756"/>
                  </a:lnTo>
                  <a:lnTo>
                    <a:pt x="62217" y="990320"/>
                  </a:lnTo>
                  <a:lnTo>
                    <a:pt x="83781" y="1033233"/>
                  </a:lnTo>
                  <a:lnTo>
                    <a:pt x="108242" y="1074343"/>
                  </a:lnTo>
                  <a:lnTo>
                    <a:pt x="135509" y="1113536"/>
                  </a:lnTo>
                  <a:lnTo>
                    <a:pt x="133350" y="1113536"/>
                  </a:lnTo>
                  <a:lnTo>
                    <a:pt x="160858" y="1147965"/>
                  </a:lnTo>
                  <a:lnTo>
                    <a:pt x="187299" y="1184325"/>
                  </a:lnTo>
                  <a:lnTo>
                    <a:pt x="212623" y="1222552"/>
                  </a:lnTo>
                  <a:lnTo>
                    <a:pt x="236778" y="1262583"/>
                  </a:lnTo>
                  <a:lnTo>
                    <a:pt x="259715" y="1304353"/>
                  </a:lnTo>
                  <a:lnTo>
                    <a:pt x="281393" y="1347812"/>
                  </a:lnTo>
                  <a:lnTo>
                    <a:pt x="301764" y="1392872"/>
                  </a:lnTo>
                  <a:lnTo>
                    <a:pt x="320789" y="1439481"/>
                  </a:lnTo>
                  <a:lnTo>
                    <a:pt x="338404" y="1487576"/>
                  </a:lnTo>
                  <a:lnTo>
                    <a:pt x="354571" y="1537081"/>
                  </a:lnTo>
                  <a:lnTo>
                    <a:pt x="369252" y="1587931"/>
                  </a:lnTo>
                  <a:lnTo>
                    <a:pt x="382397" y="1640078"/>
                  </a:lnTo>
                  <a:lnTo>
                    <a:pt x="1032764" y="1640078"/>
                  </a:lnTo>
                  <a:lnTo>
                    <a:pt x="1045895" y="1587931"/>
                  </a:lnTo>
                  <a:lnTo>
                    <a:pt x="1060577" y="1537081"/>
                  </a:lnTo>
                  <a:lnTo>
                    <a:pt x="1076744" y="1487576"/>
                  </a:lnTo>
                  <a:lnTo>
                    <a:pt x="1094359" y="1439481"/>
                  </a:lnTo>
                  <a:lnTo>
                    <a:pt x="1113383" y="1392872"/>
                  </a:lnTo>
                  <a:lnTo>
                    <a:pt x="1133754" y="1347812"/>
                  </a:lnTo>
                  <a:lnTo>
                    <a:pt x="1155433" y="1304353"/>
                  </a:lnTo>
                  <a:lnTo>
                    <a:pt x="1178369" y="1262583"/>
                  </a:lnTo>
                  <a:lnTo>
                    <a:pt x="1202524" y="1222552"/>
                  </a:lnTo>
                  <a:lnTo>
                    <a:pt x="1227848" y="1184325"/>
                  </a:lnTo>
                  <a:lnTo>
                    <a:pt x="1254290" y="1147965"/>
                  </a:lnTo>
                  <a:lnTo>
                    <a:pt x="1281811" y="1113536"/>
                  </a:lnTo>
                  <a:lnTo>
                    <a:pt x="1279652" y="1113536"/>
                  </a:lnTo>
                  <a:lnTo>
                    <a:pt x="1306906" y="1074343"/>
                  </a:lnTo>
                  <a:lnTo>
                    <a:pt x="1331366" y="1033233"/>
                  </a:lnTo>
                  <a:lnTo>
                    <a:pt x="1352931" y="990320"/>
                  </a:lnTo>
                  <a:lnTo>
                    <a:pt x="1371485" y="945756"/>
                  </a:lnTo>
                  <a:lnTo>
                    <a:pt x="1386916" y="899680"/>
                  </a:lnTo>
                  <a:lnTo>
                    <a:pt x="1399095" y="852208"/>
                  </a:lnTo>
                  <a:lnTo>
                    <a:pt x="1407947" y="803478"/>
                  </a:lnTo>
                  <a:lnTo>
                    <a:pt x="1413332" y="753643"/>
                  </a:lnTo>
                  <a:lnTo>
                    <a:pt x="1415161" y="702818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421369" y="2338197"/>
            <a:ext cx="798830" cy="798830"/>
          </a:xfrm>
          <a:custGeom>
            <a:avLst/>
            <a:gdLst/>
            <a:ahLst/>
            <a:cxnLst/>
            <a:rect l="l" t="t" r="r" b="b"/>
            <a:pathLst>
              <a:path w="798829" h="798830">
                <a:moveTo>
                  <a:pt x="399414" y="0"/>
                </a:moveTo>
                <a:lnTo>
                  <a:pt x="352833" y="2685"/>
                </a:lnTo>
                <a:lnTo>
                  <a:pt x="307830" y="10541"/>
                </a:lnTo>
                <a:lnTo>
                  <a:pt x="264705" y="23269"/>
                </a:lnTo>
                <a:lnTo>
                  <a:pt x="223758" y="40570"/>
                </a:lnTo>
                <a:lnTo>
                  <a:pt x="185289" y="62145"/>
                </a:lnTo>
                <a:lnTo>
                  <a:pt x="149597" y="87694"/>
                </a:lnTo>
                <a:lnTo>
                  <a:pt x="116982" y="116919"/>
                </a:lnTo>
                <a:lnTo>
                  <a:pt x="87744" y="149520"/>
                </a:lnTo>
                <a:lnTo>
                  <a:pt x="62182" y="185199"/>
                </a:lnTo>
                <a:lnTo>
                  <a:pt x="40595" y="223656"/>
                </a:lnTo>
                <a:lnTo>
                  <a:pt x="23284" y="264593"/>
                </a:lnTo>
                <a:lnTo>
                  <a:pt x="10548" y="307710"/>
                </a:lnTo>
                <a:lnTo>
                  <a:pt x="2687" y="352708"/>
                </a:lnTo>
                <a:lnTo>
                  <a:pt x="0" y="399288"/>
                </a:lnTo>
                <a:lnTo>
                  <a:pt x="2687" y="445869"/>
                </a:lnTo>
                <a:lnTo>
                  <a:pt x="10548" y="490872"/>
                </a:lnTo>
                <a:lnTo>
                  <a:pt x="23284" y="533997"/>
                </a:lnTo>
                <a:lnTo>
                  <a:pt x="40595" y="574944"/>
                </a:lnTo>
                <a:lnTo>
                  <a:pt x="62182" y="613413"/>
                </a:lnTo>
                <a:lnTo>
                  <a:pt x="87744" y="649105"/>
                </a:lnTo>
                <a:lnTo>
                  <a:pt x="116982" y="681720"/>
                </a:lnTo>
                <a:lnTo>
                  <a:pt x="149597" y="710958"/>
                </a:lnTo>
                <a:lnTo>
                  <a:pt x="185289" y="736520"/>
                </a:lnTo>
                <a:lnTo>
                  <a:pt x="223758" y="758107"/>
                </a:lnTo>
                <a:lnTo>
                  <a:pt x="264705" y="775418"/>
                </a:lnTo>
                <a:lnTo>
                  <a:pt x="307830" y="788154"/>
                </a:lnTo>
                <a:lnTo>
                  <a:pt x="352833" y="796015"/>
                </a:lnTo>
                <a:lnTo>
                  <a:pt x="399414" y="798702"/>
                </a:lnTo>
                <a:lnTo>
                  <a:pt x="445971" y="796015"/>
                </a:lnTo>
                <a:lnTo>
                  <a:pt x="490952" y="788154"/>
                </a:lnTo>
                <a:lnTo>
                  <a:pt x="534059" y="775418"/>
                </a:lnTo>
                <a:lnTo>
                  <a:pt x="574990" y="758107"/>
                </a:lnTo>
                <a:lnTo>
                  <a:pt x="613447" y="736520"/>
                </a:lnTo>
                <a:lnTo>
                  <a:pt x="649128" y="710958"/>
                </a:lnTo>
                <a:lnTo>
                  <a:pt x="681736" y="681720"/>
                </a:lnTo>
                <a:lnTo>
                  <a:pt x="710968" y="649105"/>
                </a:lnTo>
                <a:lnTo>
                  <a:pt x="736526" y="613413"/>
                </a:lnTo>
                <a:lnTo>
                  <a:pt x="758110" y="574944"/>
                </a:lnTo>
                <a:lnTo>
                  <a:pt x="775419" y="533997"/>
                </a:lnTo>
                <a:lnTo>
                  <a:pt x="788154" y="490872"/>
                </a:lnTo>
                <a:lnTo>
                  <a:pt x="796016" y="445869"/>
                </a:lnTo>
                <a:lnTo>
                  <a:pt x="798702" y="399288"/>
                </a:lnTo>
                <a:lnTo>
                  <a:pt x="796016" y="352708"/>
                </a:lnTo>
                <a:lnTo>
                  <a:pt x="788154" y="307710"/>
                </a:lnTo>
                <a:lnTo>
                  <a:pt x="775419" y="264593"/>
                </a:lnTo>
                <a:lnTo>
                  <a:pt x="758110" y="223656"/>
                </a:lnTo>
                <a:lnTo>
                  <a:pt x="736526" y="185199"/>
                </a:lnTo>
                <a:lnTo>
                  <a:pt x="710968" y="149520"/>
                </a:lnTo>
                <a:lnTo>
                  <a:pt x="681736" y="116919"/>
                </a:lnTo>
                <a:lnTo>
                  <a:pt x="649128" y="87694"/>
                </a:lnTo>
                <a:lnTo>
                  <a:pt x="613447" y="62145"/>
                </a:lnTo>
                <a:lnTo>
                  <a:pt x="574990" y="40570"/>
                </a:lnTo>
                <a:lnTo>
                  <a:pt x="534059" y="23269"/>
                </a:lnTo>
                <a:lnTo>
                  <a:pt x="490952" y="10541"/>
                </a:lnTo>
                <a:lnTo>
                  <a:pt x="445971" y="2685"/>
                </a:lnTo>
                <a:lnTo>
                  <a:pt x="399414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774691" y="6301359"/>
            <a:ext cx="798830" cy="798830"/>
          </a:xfrm>
          <a:custGeom>
            <a:avLst/>
            <a:gdLst/>
            <a:ahLst/>
            <a:cxnLst/>
            <a:rect l="l" t="t" r="r" b="b"/>
            <a:pathLst>
              <a:path w="798829" h="798829">
                <a:moveTo>
                  <a:pt x="399288" y="0"/>
                </a:moveTo>
                <a:lnTo>
                  <a:pt x="352731" y="2687"/>
                </a:lnTo>
                <a:lnTo>
                  <a:pt x="307750" y="10548"/>
                </a:lnTo>
                <a:lnTo>
                  <a:pt x="264643" y="23284"/>
                </a:lnTo>
                <a:lnTo>
                  <a:pt x="223712" y="40595"/>
                </a:lnTo>
                <a:lnTo>
                  <a:pt x="185255" y="62182"/>
                </a:lnTo>
                <a:lnTo>
                  <a:pt x="149574" y="87744"/>
                </a:lnTo>
                <a:lnTo>
                  <a:pt x="116967" y="116982"/>
                </a:lnTo>
                <a:lnTo>
                  <a:pt x="87734" y="149597"/>
                </a:lnTo>
                <a:lnTo>
                  <a:pt x="62176" y="185289"/>
                </a:lnTo>
                <a:lnTo>
                  <a:pt x="40592" y="223758"/>
                </a:lnTo>
                <a:lnTo>
                  <a:pt x="23283" y="264705"/>
                </a:lnTo>
                <a:lnTo>
                  <a:pt x="10548" y="307830"/>
                </a:lnTo>
                <a:lnTo>
                  <a:pt x="2686" y="352833"/>
                </a:lnTo>
                <a:lnTo>
                  <a:pt x="0" y="399415"/>
                </a:lnTo>
                <a:lnTo>
                  <a:pt x="2686" y="445995"/>
                </a:lnTo>
                <a:lnTo>
                  <a:pt x="10548" y="490995"/>
                </a:lnTo>
                <a:lnTo>
                  <a:pt x="23283" y="534115"/>
                </a:lnTo>
                <a:lnTo>
                  <a:pt x="40592" y="575056"/>
                </a:lnTo>
                <a:lnTo>
                  <a:pt x="62176" y="613518"/>
                </a:lnTo>
                <a:lnTo>
                  <a:pt x="87734" y="649202"/>
                </a:lnTo>
                <a:lnTo>
                  <a:pt x="116967" y="681809"/>
                </a:lnTo>
                <a:lnTo>
                  <a:pt x="149574" y="711039"/>
                </a:lnTo>
                <a:lnTo>
                  <a:pt x="185255" y="736593"/>
                </a:lnTo>
                <a:lnTo>
                  <a:pt x="223712" y="758173"/>
                </a:lnTo>
                <a:lnTo>
                  <a:pt x="264643" y="775478"/>
                </a:lnTo>
                <a:lnTo>
                  <a:pt x="307750" y="788209"/>
                </a:lnTo>
                <a:lnTo>
                  <a:pt x="352731" y="796067"/>
                </a:lnTo>
                <a:lnTo>
                  <a:pt x="399288" y="798753"/>
                </a:lnTo>
                <a:lnTo>
                  <a:pt x="445869" y="796067"/>
                </a:lnTo>
                <a:lnTo>
                  <a:pt x="490872" y="788209"/>
                </a:lnTo>
                <a:lnTo>
                  <a:pt x="533997" y="775478"/>
                </a:lnTo>
                <a:lnTo>
                  <a:pt x="574944" y="758173"/>
                </a:lnTo>
                <a:lnTo>
                  <a:pt x="613413" y="736593"/>
                </a:lnTo>
                <a:lnTo>
                  <a:pt x="649105" y="711039"/>
                </a:lnTo>
                <a:lnTo>
                  <a:pt x="681720" y="681809"/>
                </a:lnTo>
                <a:lnTo>
                  <a:pt x="710958" y="649202"/>
                </a:lnTo>
                <a:lnTo>
                  <a:pt x="736520" y="613518"/>
                </a:lnTo>
                <a:lnTo>
                  <a:pt x="758107" y="575056"/>
                </a:lnTo>
                <a:lnTo>
                  <a:pt x="775418" y="534115"/>
                </a:lnTo>
                <a:lnTo>
                  <a:pt x="788154" y="490995"/>
                </a:lnTo>
                <a:lnTo>
                  <a:pt x="796015" y="445995"/>
                </a:lnTo>
                <a:lnTo>
                  <a:pt x="798703" y="399415"/>
                </a:lnTo>
                <a:lnTo>
                  <a:pt x="796015" y="352833"/>
                </a:lnTo>
                <a:lnTo>
                  <a:pt x="788154" y="307830"/>
                </a:lnTo>
                <a:lnTo>
                  <a:pt x="775418" y="264705"/>
                </a:lnTo>
                <a:lnTo>
                  <a:pt x="758107" y="223758"/>
                </a:lnTo>
                <a:lnTo>
                  <a:pt x="736520" y="185289"/>
                </a:lnTo>
                <a:lnTo>
                  <a:pt x="710958" y="149597"/>
                </a:lnTo>
                <a:lnTo>
                  <a:pt x="681720" y="116982"/>
                </a:lnTo>
                <a:lnTo>
                  <a:pt x="649105" y="87744"/>
                </a:lnTo>
                <a:lnTo>
                  <a:pt x="613413" y="62182"/>
                </a:lnTo>
                <a:lnTo>
                  <a:pt x="574944" y="40595"/>
                </a:lnTo>
                <a:lnTo>
                  <a:pt x="533997" y="23284"/>
                </a:lnTo>
                <a:lnTo>
                  <a:pt x="490872" y="10548"/>
                </a:lnTo>
                <a:lnTo>
                  <a:pt x="445869" y="2687"/>
                </a:lnTo>
                <a:lnTo>
                  <a:pt x="399288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239765" y="2336419"/>
            <a:ext cx="798830" cy="798830"/>
          </a:xfrm>
          <a:custGeom>
            <a:avLst/>
            <a:gdLst/>
            <a:ahLst/>
            <a:cxnLst/>
            <a:rect l="l" t="t" r="r" b="b"/>
            <a:pathLst>
              <a:path w="798829" h="798830">
                <a:moveTo>
                  <a:pt x="399414" y="0"/>
                </a:moveTo>
                <a:lnTo>
                  <a:pt x="352833" y="2686"/>
                </a:lnTo>
                <a:lnTo>
                  <a:pt x="307830" y="10548"/>
                </a:lnTo>
                <a:lnTo>
                  <a:pt x="264705" y="23283"/>
                </a:lnTo>
                <a:lnTo>
                  <a:pt x="223758" y="40592"/>
                </a:lnTo>
                <a:lnTo>
                  <a:pt x="185289" y="62176"/>
                </a:lnTo>
                <a:lnTo>
                  <a:pt x="149597" y="87734"/>
                </a:lnTo>
                <a:lnTo>
                  <a:pt x="116982" y="116967"/>
                </a:lnTo>
                <a:lnTo>
                  <a:pt x="87744" y="149574"/>
                </a:lnTo>
                <a:lnTo>
                  <a:pt x="62182" y="185255"/>
                </a:lnTo>
                <a:lnTo>
                  <a:pt x="40595" y="223712"/>
                </a:lnTo>
                <a:lnTo>
                  <a:pt x="23284" y="264643"/>
                </a:lnTo>
                <a:lnTo>
                  <a:pt x="10548" y="307750"/>
                </a:lnTo>
                <a:lnTo>
                  <a:pt x="2687" y="352731"/>
                </a:lnTo>
                <a:lnTo>
                  <a:pt x="0" y="399288"/>
                </a:lnTo>
                <a:lnTo>
                  <a:pt x="2687" y="445869"/>
                </a:lnTo>
                <a:lnTo>
                  <a:pt x="10548" y="490872"/>
                </a:lnTo>
                <a:lnTo>
                  <a:pt x="23284" y="533997"/>
                </a:lnTo>
                <a:lnTo>
                  <a:pt x="40595" y="574944"/>
                </a:lnTo>
                <a:lnTo>
                  <a:pt x="62182" y="613413"/>
                </a:lnTo>
                <a:lnTo>
                  <a:pt x="87744" y="649105"/>
                </a:lnTo>
                <a:lnTo>
                  <a:pt x="116982" y="681720"/>
                </a:lnTo>
                <a:lnTo>
                  <a:pt x="149597" y="710958"/>
                </a:lnTo>
                <a:lnTo>
                  <a:pt x="185289" y="736520"/>
                </a:lnTo>
                <a:lnTo>
                  <a:pt x="223758" y="758107"/>
                </a:lnTo>
                <a:lnTo>
                  <a:pt x="264705" y="775418"/>
                </a:lnTo>
                <a:lnTo>
                  <a:pt x="307830" y="788154"/>
                </a:lnTo>
                <a:lnTo>
                  <a:pt x="352833" y="796015"/>
                </a:lnTo>
                <a:lnTo>
                  <a:pt x="399414" y="798702"/>
                </a:lnTo>
                <a:lnTo>
                  <a:pt x="445971" y="796015"/>
                </a:lnTo>
                <a:lnTo>
                  <a:pt x="490952" y="788154"/>
                </a:lnTo>
                <a:lnTo>
                  <a:pt x="534059" y="775418"/>
                </a:lnTo>
                <a:lnTo>
                  <a:pt x="574990" y="758107"/>
                </a:lnTo>
                <a:lnTo>
                  <a:pt x="613447" y="736520"/>
                </a:lnTo>
                <a:lnTo>
                  <a:pt x="649128" y="710958"/>
                </a:lnTo>
                <a:lnTo>
                  <a:pt x="681736" y="681720"/>
                </a:lnTo>
                <a:lnTo>
                  <a:pt x="710968" y="649105"/>
                </a:lnTo>
                <a:lnTo>
                  <a:pt x="736526" y="613413"/>
                </a:lnTo>
                <a:lnTo>
                  <a:pt x="758110" y="574944"/>
                </a:lnTo>
                <a:lnTo>
                  <a:pt x="775419" y="533997"/>
                </a:lnTo>
                <a:lnTo>
                  <a:pt x="788154" y="490872"/>
                </a:lnTo>
                <a:lnTo>
                  <a:pt x="796016" y="445869"/>
                </a:lnTo>
                <a:lnTo>
                  <a:pt x="798703" y="399288"/>
                </a:lnTo>
                <a:lnTo>
                  <a:pt x="796016" y="352731"/>
                </a:lnTo>
                <a:lnTo>
                  <a:pt x="788154" y="307750"/>
                </a:lnTo>
                <a:lnTo>
                  <a:pt x="775419" y="264643"/>
                </a:lnTo>
                <a:lnTo>
                  <a:pt x="758110" y="223712"/>
                </a:lnTo>
                <a:lnTo>
                  <a:pt x="736526" y="185255"/>
                </a:lnTo>
                <a:lnTo>
                  <a:pt x="710968" y="149574"/>
                </a:lnTo>
                <a:lnTo>
                  <a:pt x="681736" y="116966"/>
                </a:lnTo>
                <a:lnTo>
                  <a:pt x="649128" y="87734"/>
                </a:lnTo>
                <a:lnTo>
                  <a:pt x="613447" y="62176"/>
                </a:lnTo>
                <a:lnTo>
                  <a:pt x="574990" y="40592"/>
                </a:lnTo>
                <a:lnTo>
                  <a:pt x="534059" y="23283"/>
                </a:lnTo>
                <a:lnTo>
                  <a:pt x="490952" y="10548"/>
                </a:lnTo>
                <a:lnTo>
                  <a:pt x="445971" y="2686"/>
                </a:lnTo>
                <a:lnTo>
                  <a:pt x="399414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5268848" y="4449698"/>
            <a:ext cx="798830" cy="798830"/>
            <a:chOff x="5268848" y="4449698"/>
            <a:chExt cx="798830" cy="798830"/>
          </a:xfrm>
        </p:grpSpPr>
        <p:sp>
          <p:nvSpPr>
            <p:cNvPr id="9" name="object 9"/>
            <p:cNvSpPr/>
            <p:nvPr/>
          </p:nvSpPr>
          <p:spPr>
            <a:xfrm>
              <a:off x="5268848" y="4449698"/>
              <a:ext cx="798830" cy="798830"/>
            </a:xfrm>
            <a:custGeom>
              <a:avLst/>
              <a:gdLst/>
              <a:ahLst/>
              <a:cxnLst/>
              <a:rect l="l" t="t" r="r" b="b"/>
              <a:pathLst>
                <a:path w="798829" h="798829">
                  <a:moveTo>
                    <a:pt x="399414" y="0"/>
                  </a:moveTo>
                  <a:lnTo>
                    <a:pt x="352833" y="2687"/>
                  </a:lnTo>
                  <a:lnTo>
                    <a:pt x="307830" y="10548"/>
                  </a:lnTo>
                  <a:lnTo>
                    <a:pt x="264705" y="23284"/>
                  </a:lnTo>
                  <a:lnTo>
                    <a:pt x="223758" y="40595"/>
                  </a:lnTo>
                  <a:lnTo>
                    <a:pt x="185289" y="62182"/>
                  </a:lnTo>
                  <a:lnTo>
                    <a:pt x="149597" y="87744"/>
                  </a:lnTo>
                  <a:lnTo>
                    <a:pt x="116982" y="116982"/>
                  </a:lnTo>
                  <a:lnTo>
                    <a:pt x="87744" y="149597"/>
                  </a:lnTo>
                  <a:lnTo>
                    <a:pt x="62182" y="185289"/>
                  </a:lnTo>
                  <a:lnTo>
                    <a:pt x="40595" y="223758"/>
                  </a:lnTo>
                  <a:lnTo>
                    <a:pt x="23284" y="264705"/>
                  </a:lnTo>
                  <a:lnTo>
                    <a:pt x="10548" y="307830"/>
                  </a:lnTo>
                  <a:lnTo>
                    <a:pt x="2687" y="352833"/>
                  </a:lnTo>
                  <a:lnTo>
                    <a:pt x="0" y="399414"/>
                  </a:lnTo>
                  <a:lnTo>
                    <a:pt x="2687" y="445971"/>
                  </a:lnTo>
                  <a:lnTo>
                    <a:pt x="10548" y="490952"/>
                  </a:lnTo>
                  <a:lnTo>
                    <a:pt x="23284" y="534059"/>
                  </a:lnTo>
                  <a:lnTo>
                    <a:pt x="40595" y="574990"/>
                  </a:lnTo>
                  <a:lnTo>
                    <a:pt x="62182" y="613447"/>
                  </a:lnTo>
                  <a:lnTo>
                    <a:pt x="87744" y="649128"/>
                  </a:lnTo>
                  <a:lnTo>
                    <a:pt x="116982" y="681735"/>
                  </a:lnTo>
                  <a:lnTo>
                    <a:pt x="149597" y="710968"/>
                  </a:lnTo>
                  <a:lnTo>
                    <a:pt x="185289" y="736526"/>
                  </a:lnTo>
                  <a:lnTo>
                    <a:pt x="223758" y="758110"/>
                  </a:lnTo>
                  <a:lnTo>
                    <a:pt x="264705" y="775419"/>
                  </a:lnTo>
                  <a:lnTo>
                    <a:pt x="307830" y="788154"/>
                  </a:lnTo>
                  <a:lnTo>
                    <a:pt x="352833" y="796016"/>
                  </a:lnTo>
                  <a:lnTo>
                    <a:pt x="399414" y="798702"/>
                  </a:lnTo>
                  <a:lnTo>
                    <a:pt x="445971" y="796016"/>
                  </a:lnTo>
                  <a:lnTo>
                    <a:pt x="490952" y="788154"/>
                  </a:lnTo>
                  <a:lnTo>
                    <a:pt x="534059" y="775419"/>
                  </a:lnTo>
                  <a:lnTo>
                    <a:pt x="574990" y="758110"/>
                  </a:lnTo>
                  <a:lnTo>
                    <a:pt x="613447" y="736526"/>
                  </a:lnTo>
                  <a:lnTo>
                    <a:pt x="649128" y="710968"/>
                  </a:lnTo>
                  <a:lnTo>
                    <a:pt x="681736" y="681736"/>
                  </a:lnTo>
                  <a:lnTo>
                    <a:pt x="710968" y="649128"/>
                  </a:lnTo>
                  <a:lnTo>
                    <a:pt x="736526" y="613447"/>
                  </a:lnTo>
                  <a:lnTo>
                    <a:pt x="758110" y="574990"/>
                  </a:lnTo>
                  <a:lnTo>
                    <a:pt x="775419" y="534059"/>
                  </a:lnTo>
                  <a:lnTo>
                    <a:pt x="788154" y="490952"/>
                  </a:lnTo>
                  <a:lnTo>
                    <a:pt x="796016" y="445971"/>
                  </a:lnTo>
                  <a:lnTo>
                    <a:pt x="798702" y="399414"/>
                  </a:lnTo>
                  <a:lnTo>
                    <a:pt x="796016" y="352833"/>
                  </a:lnTo>
                  <a:lnTo>
                    <a:pt x="788154" y="307830"/>
                  </a:lnTo>
                  <a:lnTo>
                    <a:pt x="775419" y="264705"/>
                  </a:lnTo>
                  <a:lnTo>
                    <a:pt x="758110" y="223758"/>
                  </a:lnTo>
                  <a:lnTo>
                    <a:pt x="736526" y="185289"/>
                  </a:lnTo>
                  <a:lnTo>
                    <a:pt x="710968" y="149597"/>
                  </a:lnTo>
                  <a:lnTo>
                    <a:pt x="681735" y="116982"/>
                  </a:lnTo>
                  <a:lnTo>
                    <a:pt x="649128" y="87744"/>
                  </a:lnTo>
                  <a:lnTo>
                    <a:pt x="613447" y="62182"/>
                  </a:lnTo>
                  <a:lnTo>
                    <a:pt x="574990" y="40595"/>
                  </a:lnTo>
                  <a:lnTo>
                    <a:pt x="534059" y="23284"/>
                  </a:lnTo>
                  <a:lnTo>
                    <a:pt x="490952" y="10548"/>
                  </a:lnTo>
                  <a:lnTo>
                    <a:pt x="445971" y="2687"/>
                  </a:lnTo>
                  <a:lnTo>
                    <a:pt x="399414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510672" y="4721732"/>
              <a:ext cx="314960" cy="314960"/>
            </a:xfrm>
            <a:custGeom>
              <a:avLst/>
              <a:gdLst/>
              <a:ahLst/>
              <a:cxnLst/>
              <a:rect l="l" t="t" r="r" b="b"/>
              <a:pathLst>
                <a:path w="314960" h="314960">
                  <a:moveTo>
                    <a:pt x="157210" y="41401"/>
                  </a:moveTo>
                  <a:lnTo>
                    <a:pt x="109503" y="51097"/>
                  </a:lnTo>
                  <a:lnTo>
                    <a:pt x="70548" y="77533"/>
                  </a:lnTo>
                  <a:lnTo>
                    <a:pt x="44285" y="116732"/>
                  </a:lnTo>
                  <a:lnTo>
                    <a:pt x="34655" y="164718"/>
                  </a:lnTo>
                  <a:lnTo>
                    <a:pt x="38564" y="195701"/>
                  </a:lnTo>
                  <a:lnTo>
                    <a:pt x="49641" y="223789"/>
                  </a:lnTo>
                  <a:lnTo>
                    <a:pt x="66909" y="247997"/>
                  </a:lnTo>
                  <a:lnTo>
                    <a:pt x="89392" y="267334"/>
                  </a:lnTo>
                  <a:lnTo>
                    <a:pt x="63357" y="314578"/>
                  </a:lnTo>
                  <a:lnTo>
                    <a:pt x="88503" y="314578"/>
                  </a:lnTo>
                  <a:lnTo>
                    <a:pt x="108696" y="277875"/>
                  </a:lnTo>
                  <a:lnTo>
                    <a:pt x="230964" y="277875"/>
                  </a:lnTo>
                  <a:lnTo>
                    <a:pt x="225505" y="267969"/>
                  </a:lnTo>
                  <a:lnTo>
                    <a:pt x="157210" y="267969"/>
                  </a:lnTo>
                  <a:lnTo>
                    <a:pt x="117207" y="259855"/>
                  </a:lnTo>
                  <a:lnTo>
                    <a:pt x="84550" y="237728"/>
                  </a:lnTo>
                  <a:lnTo>
                    <a:pt x="62537" y="204908"/>
                  </a:lnTo>
                  <a:lnTo>
                    <a:pt x="54467" y="164718"/>
                  </a:lnTo>
                  <a:lnTo>
                    <a:pt x="62537" y="124456"/>
                  </a:lnTo>
                  <a:lnTo>
                    <a:pt x="84550" y="91598"/>
                  </a:lnTo>
                  <a:lnTo>
                    <a:pt x="117207" y="69457"/>
                  </a:lnTo>
                  <a:lnTo>
                    <a:pt x="157210" y="61340"/>
                  </a:lnTo>
                  <a:lnTo>
                    <a:pt x="220098" y="61340"/>
                  </a:lnTo>
                  <a:lnTo>
                    <a:pt x="204989" y="51097"/>
                  </a:lnTo>
                  <a:lnTo>
                    <a:pt x="157210" y="41401"/>
                  </a:lnTo>
                  <a:close/>
                </a:path>
                <a:path w="314960" h="314960">
                  <a:moveTo>
                    <a:pt x="230964" y="277875"/>
                  </a:moveTo>
                  <a:lnTo>
                    <a:pt x="205724" y="277875"/>
                  </a:lnTo>
                  <a:lnTo>
                    <a:pt x="226044" y="314578"/>
                  </a:lnTo>
                  <a:lnTo>
                    <a:pt x="251190" y="314578"/>
                  </a:lnTo>
                  <a:lnTo>
                    <a:pt x="230964" y="277875"/>
                  </a:lnTo>
                  <a:close/>
                </a:path>
                <a:path w="314960" h="314960">
                  <a:moveTo>
                    <a:pt x="205724" y="277875"/>
                  </a:moveTo>
                  <a:lnTo>
                    <a:pt x="108696" y="277875"/>
                  </a:lnTo>
                  <a:lnTo>
                    <a:pt x="120187" y="282176"/>
                  </a:lnTo>
                  <a:lnTo>
                    <a:pt x="132143" y="285321"/>
                  </a:lnTo>
                  <a:lnTo>
                    <a:pt x="144504" y="287252"/>
                  </a:lnTo>
                  <a:lnTo>
                    <a:pt x="157210" y="287908"/>
                  </a:lnTo>
                  <a:lnTo>
                    <a:pt x="169987" y="287252"/>
                  </a:lnTo>
                  <a:lnTo>
                    <a:pt x="182371" y="285321"/>
                  </a:lnTo>
                  <a:lnTo>
                    <a:pt x="194304" y="282176"/>
                  </a:lnTo>
                  <a:lnTo>
                    <a:pt x="205724" y="277875"/>
                  </a:lnTo>
                  <a:close/>
                </a:path>
                <a:path w="314960" h="314960">
                  <a:moveTo>
                    <a:pt x="220098" y="61340"/>
                  </a:moveTo>
                  <a:lnTo>
                    <a:pt x="157210" y="61340"/>
                  </a:lnTo>
                  <a:lnTo>
                    <a:pt x="197286" y="69457"/>
                  </a:lnTo>
                  <a:lnTo>
                    <a:pt x="229981" y="91598"/>
                  </a:lnTo>
                  <a:lnTo>
                    <a:pt x="252007" y="124456"/>
                  </a:lnTo>
                  <a:lnTo>
                    <a:pt x="260080" y="164718"/>
                  </a:lnTo>
                  <a:lnTo>
                    <a:pt x="252007" y="204908"/>
                  </a:lnTo>
                  <a:lnTo>
                    <a:pt x="229981" y="237728"/>
                  </a:lnTo>
                  <a:lnTo>
                    <a:pt x="197286" y="259855"/>
                  </a:lnTo>
                  <a:lnTo>
                    <a:pt x="157210" y="267969"/>
                  </a:lnTo>
                  <a:lnTo>
                    <a:pt x="225505" y="267969"/>
                  </a:lnTo>
                  <a:lnTo>
                    <a:pt x="225155" y="267334"/>
                  </a:lnTo>
                  <a:lnTo>
                    <a:pt x="247638" y="247997"/>
                  </a:lnTo>
                  <a:lnTo>
                    <a:pt x="264906" y="223789"/>
                  </a:lnTo>
                  <a:lnTo>
                    <a:pt x="275982" y="195701"/>
                  </a:lnTo>
                  <a:lnTo>
                    <a:pt x="279892" y="164718"/>
                  </a:lnTo>
                  <a:lnTo>
                    <a:pt x="270259" y="116732"/>
                  </a:lnTo>
                  <a:lnTo>
                    <a:pt x="243982" y="77533"/>
                  </a:lnTo>
                  <a:lnTo>
                    <a:pt x="220098" y="61340"/>
                  </a:lnTo>
                  <a:close/>
                </a:path>
                <a:path w="314960" h="314960">
                  <a:moveTo>
                    <a:pt x="163433" y="101726"/>
                  </a:moveTo>
                  <a:lnTo>
                    <a:pt x="150987" y="101726"/>
                  </a:lnTo>
                  <a:lnTo>
                    <a:pt x="146034" y="106806"/>
                  </a:lnTo>
                  <a:lnTo>
                    <a:pt x="146034" y="176021"/>
                  </a:lnTo>
                  <a:lnTo>
                    <a:pt x="150987" y="181101"/>
                  </a:lnTo>
                  <a:lnTo>
                    <a:pt x="220456" y="181101"/>
                  </a:lnTo>
                  <a:lnTo>
                    <a:pt x="225536" y="176021"/>
                  </a:lnTo>
                  <a:lnTo>
                    <a:pt x="225536" y="163575"/>
                  </a:lnTo>
                  <a:lnTo>
                    <a:pt x="220456" y="158495"/>
                  </a:lnTo>
                  <a:lnTo>
                    <a:pt x="168513" y="158495"/>
                  </a:lnTo>
                  <a:lnTo>
                    <a:pt x="168513" y="106806"/>
                  </a:lnTo>
                  <a:lnTo>
                    <a:pt x="163433" y="101726"/>
                  </a:lnTo>
                  <a:close/>
                </a:path>
                <a:path w="314960" h="314960">
                  <a:moveTo>
                    <a:pt x="62341" y="12064"/>
                  </a:moveTo>
                  <a:lnTo>
                    <a:pt x="18272" y="30987"/>
                  </a:lnTo>
                  <a:lnTo>
                    <a:pt x="0" y="75469"/>
                  </a:lnTo>
                  <a:lnTo>
                    <a:pt x="4466" y="99175"/>
                  </a:lnTo>
                  <a:lnTo>
                    <a:pt x="18018" y="120141"/>
                  </a:lnTo>
                  <a:lnTo>
                    <a:pt x="107045" y="29590"/>
                  </a:lnTo>
                  <a:lnTo>
                    <a:pt x="97006" y="21780"/>
                  </a:lnTo>
                  <a:lnTo>
                    <a:pt x="85979" y="16255"/>
                  </a:lnTo>
                  <a:lnTo>
                    <a:pt x="74308" y="13017"/>
                  </a:lnTo>
                  <a:lnTo>
                    <a:pt x="62341" y="12064"/>
                  </a:lnTo>
                  <a:close/>
                </a:path>
                <a:path w="314960" h="314960">
                  <a:moveTo>
                    <a:pt x="252206" y="12064"/>
                  </a:moveTo>
                  <a:lnTo>
                    <a:pt x="240238" y="13017"/>
                  </a:lnTo>
                  <a:lnTo>
                    <a:pt x="228568" y="16255"/>
                  </a:lnTo>
                  <a:lnTo>
                    <a:pt x="217541" y="21780"/>
                  </a:lnTo>
                  <a:lnTo>
                    <a:pt x="207502" y="29590"/>
                  </a:lnTo>
                  <a:lnTo>
                    <a:pt x="296529" y="120141"/>
                  </a:lnTo>
                  <a:lnTo>
                    <a:pt x="310080" y="99175"/>
                  </a:lnTo>
                  <a:lnTo>
                    <a:pt x="314547" y="75469"/>
                  </a:lnTo>
                  <a:lnTo>
                    <a:pt x="309941" y="51812"/>
                  </a:lnTo>
                  <a:lnTo>
                    <a:pt x="275669" y="17002"/>
                  </a:lnTo>
                  <a:lnTo>
                    <a:pt x="252206" y="12064"/>
                  </a:lnTo>
                  <a:close/>
                </a:path>
                <a:path w="314960" h="314960">
                  <a:moveTo>
                    <a:pt x="174863" y="0"/>
                  </a:moveTo>
                  <a:lnTo>
                    <a:pt x="139684" y="0"/>
                  </a:lnTo>
                  <a:lnTo>
                    <a:pt x="133461" y="6350"/>
                  </a:lnTo>
                  <a:lnTo>
                    <a:pt x="133461" y="28193"/>
                  </a:lnTo>
                  <a:lnTo>
                    <a:pt x="181086" y="28193"/>
                  </a:lnTo>
                  <a:lnTo>
                    <a:pt x="181086" y="6350"/>
                  </a:lnTo>
                  <a:lnTo>
                    <a:pt x="1748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920485" y="6371082"/>
            <a:ext cx="397002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404040"/>
              </a:buClr>
              <a:buFont typeface="Arial MT"/>
              <a:buChar char="•"/>
              <a:tabLst>
                <a:tab pos="29908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模仿學習原理：跟讀技術培養發音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實用性優先原理：日常生活真實情境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漸進挑戰原理：架式教學理論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15" dirty="0">
                <a:solidFill>
                  <a:srgbClr val="404040"/>
                </a:solidFill>
                <a:latin typeface="Microsoft JhengHei"/>
                <a:cs typeface="Microsoft JhengHei"/>
              </a:rPr>
              <a:t>功能導向原理：語言交際功能培養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32091" y="5929629"/>
            <a:ext cx="1244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5" dirty="0">
                <a:solidFill>
                  <a:srgbClr val="4471C4"/>
                </a:solidFill>
                <a:latin typeface="Microsoft JhengHei"/>
                <a:cs typeface="Microsoft JhengHei"/>
              </a:rPr>
              <a:t>設計原理</a:t>
            </a:r>
            <a:endParaRPr sz="2400">
              <a:latin typeface="Microsoft JhengHei"/>
              <a:cs typeface="Microsoft JhengHe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462896" y="1860930"/>
            <a:ext cx="3970020" cy="1139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758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A4A4A4"/>
                </a:solidFill>
                <a:latin typeface="Microsoft JhengHei"/>
                <a:cs typeface="Microsoft JhengHei"/>
              </a:rPr>
              <a:t>難度調整機制</a:t>
            </a:r>
            <a:endParaRPr sz="24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spcBef>
                <a:spcPts val="156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語言複雜度調整：句型詞彙複雜度語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用功能深化：交際能力範圍擴展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349867" y="4419853"/>
            <a:ext cx="276225" cy="275590"/>
          </a:xfrm>
          <a:custGeom>
            <a:avLst/>
            <a:gdLst/>
            <a:ahLst/>
            <a:cxnLst/>
            <a:rect l="l" t="t" r="r" b="b"/>
            <a:pathLst>
              <a:path w="276225" h="275589">
                <a:moveTo>
                  <a:pt x="15493" y="26035"/>
                </a:moveTo>
                <a:lnTo>
                  <a:pt x="0" y="26035"/>
                </a:lnTo>
                <a:lnTo>
                  <a:pt x="0" y="275082"/>
                </a:lnTo>
                <a:lnTo>
                  <a:pt x="275843" y="275082"/>
                </a:lnTo>
                <a:lnTo>
                  <a:pt x="275843" y="241935"/>
                </a:lnTo>
                <a:lnTo>
                  <a:pt x="57911" y="241935"/>
                </a:lnTo>
                <a:lnTo>
                  <a:pt x="55244" y="239268"/>
                </a:lnTo>
                <a:lnTo>
                  <a:pt x="55244" y="232537"/>
                </a:lnTo>
                <a:lnTo>
                  <a:pt x="57911" y="229743"/>
                </a:lnTo>
                <a:lnTo>
                  <a:pt x="275843" y="229743"/>
                </a:lnTo>
                <a:lnTo>
                  <a:pt x="275843" y="213741"/>
                </a:lnTo>
                <a:lnTo>
                  <a:pt x="57911" y="213741"/>
                </a:lnTo>
                <a:lnTo>
                  <a:pt x="55244" y="211074"/>
                </a:lnTo>
                <a:lnTo>
                  <a:pt x="55244" y="204216"/>
                </a:lnTo>
                <a:lnTo>
                  <a:pt x="57911" y="201549"/>
                </a:lnTo>
                <a:lnTo>
                  <a:pt x="275843" y="201549"/>
                </a:lnTo>
                <a:lnTo>
                  <a:pt x="275843" y="185547"/>
                </a:lnTo>
                <a:lnTo>
                  <a:pt x="57911" y="185547"/>
                </a:lnTo>
                <a:lnTo>
                  <a:pt x="55244" y="182880"/>
                </a:lnTo>
                <a:lnTo>
                  <a:pt x="55244" y="176022"/>
                </a:lnTo>
                <a:lnTo>
                  <a:pt x="57911" y="173355"/>
                </a:lnTo>
                <a:lnTo>
                  <a:pt x="275843" y="173355"/>
                </a:lnTo>
                <a:lnTo>
                  <a:pt x="275843" y="157353"/>
                </a:lnTo>
                <a:lnTo>
                  <a:pt x="57911" y="157353"/>
                </a:lnTo>
                <a:lnTo>
                  <a:pt x="55244" y="154686"/>
                </a:lnTo>
                <a:lnTo>
                  <a:pt x="55244" y="147828"/>
                </a:lnTo>
                <a:lnTo>
                  <a:pt x="57911" y="145161"/>
                </a:lnTo>
                <a:lnTo>
                  <a:pt x="275843" y="145161"/>
                </a:lnTo>
                <a:lnTo>
                  <a:pt x="275843" y="129159"/>
                </a:lnTo>
                <a:lnTo>
                  <a:pt x="57911" y="129159"/>
                </a:lnTo>
                <a:lnTo>
                  <a:pt x="55244" y="126492"/>
                </a:lnTo>
                <a:lnTo>
                  <a:pt x="55244" y="119634"/>
                </a:lnTo>
                <a:lnTo>
                  <a:pt x="57911" y="116967"/>
                </a:lnTo>
                <a:lnTo>
                  <a:pt x="275843" y="116967"/>
                </a:lnTo>
                <a:lnTo>
                  <a:pt x="275843" y="100965"/>
                </a:lnTo>
                <a:lnTo>
                  <a:pt x="57911" y="100965"/>
                </a:lnTo>
                <a:lnTo>
                  <a:pt x="55244" y="98298"/>
                </a:lnTo>
                <a:lnTo>
                  <a:pt x="55244" y="91440"/>
                </a:lnTo>
                <a:lnTo>
                  <a:pt x="57911" y="88773"/>
                </a:lnTo>
                <a:lnTo>
                  <a:pt x="275843" y="88773"/>
                </a:lnTo>
                <a:lnTo>
                  <a:pt x="275843" y="59944"/>
                </a:lnTo>
                <a:lnTo>
                  <a:pt x="35432" y="59944"/>
                </a:lnTo>
                <a:lnTo>
                  <a:pt x="27709" y="58382"/>
                </a:lnTo>
                <a:lnTo>
                  <a:pt x="21367" y="54117"/>
                </a:lnTo>
                <a:lnTo>
                  <a:pt x="17073" y="47781"/>
                </a:lnTo>
                <a:lnTo>
                  <a:pt x="15493" y="40005"/>
                </a:lnTo>
                <a:lnTo>
                  <a:pt x="15493" y="26035"/>
                </a:lnTo>
                <a:close/>
              </a:path>
              <a:path w="276225" h="275589">
                <a:moveTo>
                  <a:pt x="275843" y="229743"/>
                </a:moveTo>
                <a:lnTo>
                  <a:pt x="217931" y="229743"/>
                </a:lnTo>
                <a:lnTo>
                  <a:pt x="220725" y="232537"/>
                </a:lnTo>
                <a:lnTo>
                  <a:pt x="220725" y="239268"/>
                </a:lnTo>
                <a:lnTo>
                  <a:pt x="217931" y="241935"/>
                </a:lnTo>
                <a:lnTo>
                  <a:pt x="275843" y="241935"/>
                </a:lnTo>
                <a:lnTo>
                  <a:pt x="275843" y="229743"/>
                </a:lnTo>
                <a:close/>
              </a:path>
              <a:path w="276225" h="275589">
                <a:moveTo>
                  <a:pt x="275843" y="201549"/>
                </a:moveTo>
                <a:lnTo>
                  <a:pt x="217931" y="201549"/>
                </a:lnTo>
                <a:lnTo>
                  <a:pt x="220725" y="204216"/>
                </a:lnTo>
                <a:lnTo>
                  <a:pt x="220725" y="211074"/>
                </a:lnTo>
                <a:lnTo>
                  <a:pt x="217931" y="213741"/>
                </a:lnTo>
                <a:lnTo>
                  <a:pt x="275843" y="213741"/>
                </a:lnTo>
                <a:lnTo>
                  <a:pt x="275843" y="201549"/>
                </a:lnTo>
                <a:close/>
              </a:path>
              <a:path w="276225" h="275589">
                <a:moveTo>
                  <a:pt x="275843" y="173355"/>
                </a:moveTo>
                <a:lnTo>
                  <a:pt x="217931" y="173355"/>
                </a:lnTo>
                <a:lnTo>
                  <a:pt x="220725" y="176022"/>
                </a:lnTo>
                <a:lnTo>
                  <a:pt x="220725" y="182880"/>
                </a:lnTo>
                <a:lnTo>
                  <a:pt x="217931" y="185547"/>
                </a:lnTo>
                <a:lnTo>
                  <a:pt x="275843" y="185547"/>
                </a:lnTo>
                <a:lnTo>
                  <a:pt x="275843" y="173355"/>
                </a:lnTo>
                <a:close/>
              </a:path>
              <a:path w="276225" h="275589">
                <a:moveTo>
                  <a:pt x="275843" y="145161"/>
                </a:moveTo>
                <a:lnTo>
                  <a:pt x="217931" y="145161"/>
                </a:lnTo>
                <a:lnTo>
                  <a:pt x="220725" y="147828"/>
                </a:lnTo>
                <a:lnTo>
                  <a:pt x="220725" y="154686"/>
                </a:lnTo>
                <a:lnTo>
                  <a:pt x="217931" y="157353"/>
                </a:lnTo>
                <a:lnTo>
                  <a:pt x="275843" y="157353"/>
                </a:lnTo>
                <a:lnTo>
                  <a:pt x="275843" y="145161"/>
                </a:lnTo>
                <a:close/>
              </a:path>
              <a:path w="276225" h="275589">
                <a:moveTo>
                  <a:pt x="275843" y="116967"/>
                </a:moveTo>
                <a:lnTo>
                  <a:pt x="217931" y="116967"/>
                </a:lnTo>
                <a:lnTo>
                  <a:pt x="220725" y="119634"/>
                </a:lnTo>
                <a:lnTo>
                  <a:pt x="220725" y="126492"/>
                </a:lnTo>
                <a:lnTo>
                  <a:pt x="217931" y="129159"/>
                </a:lnTo>
                <a:lnTo>
                  <a:pt x="275843" y="129159"/>
                </a:lnTo>
                <a:lnTo>
                  <a:pt x="275843" y="116967"/>
                </a:lnTo>
                <a:close/>
              </a:path>
              <a:path w="276225" h="275589">
                <a:moveTo>
                  <a:pt x="275843" y="88773"/>
                </a:moveTo>
                <a:lnTo>
                  <a:pt x="217931" y="88773"/>
                </a:lnTo>
                <a:lnTo>
                  <a:pt x="220725" y="91440"/>
                </a:lnTo>
                <a:lnTo>
                  <a:pt x="220725" y="98298"/>
                </a:lnTo>
                <a:lnTo>
                  <a:pt x="217931" y="100965"/>
                </a:lnTo>
                <a:lnTo>
                  <a:pt x="275843" y="100965"/>
                </a:lnTo>
                <a:lnTo>
                  <a:pt x="275843" y="88773"/>
                </a:lnTo>
                <a:close/>
              </a:path>
              <a:path w="276225" h="275589">
                <a:moveTo>
                  <a:pt x="68325" y="26035"/>
                </a:moveTo>
                <a:lnTo>
                  <a:pt x="55372" y="26035"/>
                </a:lnTo>
                <a:lnTo>
                  <a:pt x="55372" y="40005"/>
                </a:lnTo>
                <a:lnTo>
                  <a:pt x="53892" y="47371"/>
                </a:lnTo>
                <a:lnTo>
                  <a:pt x="53810" y="47781"/>
                </a:lnTo>
                <a:lnTo>
                  <a:pt x="49545" y="54117"/>
                </a:lnTo>
                <a:lnTo>
                  <a:pt x="43209" y="58382"/>
                </a:lnTo>
                <a:lnTo>
                  <a:pt x="35432" y="59944"/>
                </a:lnTo>
                <a:lnTo>
                  <a:pt x="88264" y="59944"/>
                </a:lnTo>
                <a:lnTo>
                  <a:pt x="80488" y="58382"/>
                </a:lnTo>
                <a:lnTo>
                  <a:pt x="74152" y="54117"/>
                </a:lnTo>
                <a:lnTo>
                  <a:pt x="69887" y="47781"/>
                </a:lnTo>
                <a:lnTo>
                  <a:pt x="68325" y="40005"/>
                </a:lnTo>
                <a:lnTo>
                  <a:pt x="68325" y="26035"/>
                </a:lnTo>
                <a:close/>
              </a:path>
              <a:path w="276225" h="275589">
                <a:moveTo>
                  <a:pt x="121157" y="26035"/>
                </a:moveTo>
                <a:lnTo>
                  <a:pt x="108203" y="26035"/>
                </a:lnTo>
                <a:lnTo>
                  <a:pt x="108203" y="40005"/>
                </a:lnTo>
                <a:lnTo>
                  <a:pt x="106724" y="47371"/>
                </a:lnTo>
                <a:lnTo>
                  <a:pt x="106642" y="47781"/>
                </a:lnTo>
                <a:lnTo>
                  <a:pt x="102377" y="54117"/>
                </a:lnTo>
                <a:lnTo>
                  <a:pt x="96041" y="58382"/>
                </a:lnTo>
                <a:lnTo>
                  <a:pt x="88264" y="59944"/>
                </a:lnTo>
                <a:lnTo>
                  <a:pt x="141097" y="59944"/>
                </a:lnTo>
                <a:lnTo>
                  <a:pt x="133320" y="58382"/>
                </a:lnTo>
                <a:lnTo>
                  <a:pt x="126984" y="54117"/>
                </a:lnTo>
                <a:lnTo>
                  <a:pt x="122719" y="47781"/>
                </a:lnTo>
                <a:lnTo>
                  <a:pt x="121157" y="40005"/>
                </a:lnTo>
                <a:lnTo>
                  <a:pt x="121157" y="26035"/>
                </a:lnTo>
                <a:close/>
              </a:path>
              <a:path w="276225" h="275589">
                <a:moveTo>
                  <a:pt x="173989" y="26035"/>
                </a:moveTo>
                <a:lnTo>
                  <a:pt x="161035" y="26035"/>
                </a:lnTo>
                <a:lnTo>
                  <a:pt x="161035" y="40005"/>
                </a:lnTo>
                <a:lnTo>
                  <a:pt x="159556" y="47371"/>
                </a:lnTo>
                <a:lnTo>
                  <a:pt x="159474" y="47781"/>
                </a:lnTo>
                <a:lnTo>
                  <a:pt x="155209" y="54117"/>
                </a:lnTo>
                <a:lnTo>
                  <a:pt x="148873" y="58382"/>
                </a:lnTo>
                <a:lnTo>
                  <a:pt x="141097" y="59944"/>
                </a:lnTo>
                <a:lnTo>
                  <a:pt x="193928" y="59944"/>
                </a:lnTo>
                <a:lnTo>
                  <a:pt x="186152" y="58382"/>
                </a:lnTo>
                <a:lnTo>
                  <a:pt x="179816" y="54117"/>
                </a:lnTo>
                <a:lnTo>
                  <a:pt x="175551" y="47781"/>
                </a:lnTo>
                <a:lnTo>
                  <a:pt x="173989" y="40005"/>
                </a:lnTo>
                <a:lnTo>
                  <a:pt x="173989" y="26035"/>
                </a:lnTo>
                <a:close/>
              </a:path>
              <a:path w="276225" h="275589">
                <a:moveTo>
                  <a:pt x="226822" y="26035"/>
                </a:moveTo>
                <a:lnTo>
                  <a:pt x="213867" y="26035"/>
                </a:lnTo>
                <a:lnTo>
                  <a:pt x="213867" y="40005"/>
                </a:lnTo>
                <a:lnTo>
                  <a:pt x="212388" y="47371"/>
                </a:lnTo>
                <a:lnTo>
                  <a:pt x="212306" y="47781"/>
                </a:lnTo>
                <a:lnTo>
                  <a:pt x="208041" y="54117"/>
                </a:lnTo>
                <a:lnTo>
                  <a:pt x="201705" y="58382"/>
                </a:lnTo>
                <a:lnTo>
                  <a:pt x="193928" y="59944"/>
                </a:lnTo>
                <a:lnTo>
                  <a:pt x="246760" y="59944"/>
                </a:lnTo>
                <a:lnTo>
                  <a:pt x="238984" y="58382"/>
                </a:lnTo>
                <a:lnTo>
                  <a:pt x="232648" y="54117"/>
                </a:lnTo>
                <a:lnTo>
                  <a:pt x="228383" y="47781"/>
                </a:lnTo>
                <a:lnTo>
                  <a:pt x="226822" y="40005"/>
                </a:lnTo>
                <a:lnTo>
                  <a:pt x="226822" y="26035"/>
                </a:lnTo>
                <a:close/>
              </a:path>
              <a:path w="276225" h="275589">
                <a:moveTo>
                  <a:pt x="275843" y="26035"/>
                </a:moveTo>
                <a:lnTo>
                  <a:pt x="266700" y="26035"/>
                </a:lnTo>
                <a:lnTo>
                  <a:pt x="266700" y="40005"/>
                </a:lnTo>
                <a:lnTo>
                  <a:pt x="265203" y="47371"/>
                </a:lnTo>
                <a:lnTo>
                  <a:pt x="265120" y="47781"/>
                </a:lnTo>
                <a:lnTo>
                  <a:pt x="260826" y="54117"/>
                </a:lnTo>
                <a:lnTo>
                  <a:pt x="254484" y="58382"/>
                </a:lnTo>
                <a:lnTo>
                  <a:pt x="246760" y="59944"/>
                </a:lnTo>
                <a:lnTo>
                  <a:pt x="275843" y="59944"/>
                </a:lnTo>
                <a:lnTo>
                  <a:pt x="275843" y="26035"/>
                </a:lnTo>
                <a:close/>
              </a:path>
              <a:path w="276225" h="275589">
                <a:moveTo>
                  <a:pt x="41401" y="0"/>
                </a:moveTo>
                <a:lnTo>
                  <a:pt x="29590" y="0"/>
                </a:lnTo>
                <a:lnTo>
                  <a:pt x="24764" y="4825"/>
                </a:lnTo>
                <a:lnTo>
                  <a:pt x="24764" y="47371"/>
                </a:lnTo>
                <a:lnTo>
                  <a:pt x="29590" y="52197"/>
                </a:lnTo>
                <a:lnTo>
                  <a:pt x="41401" y="52197"/>
                </a:lnTo>
                <a:lnTo>
                  <a:pt x="46227" y="47371"/>
                </a:lnTo>
                <a:lnTo>
                  <a:pt x="46227" y="4825"/>
                </a:lnTo>
                <a:lnTo>
                  <a:pt x="41401" y="0"/>
                </a:lnTo>
                <a:close/>
              </a:path>
              <a:path w="276225" h="275589">
                <a:moveTo>
                  <a:pt x="94233" y="0"/>
                </a:moveTo>
                <a:lnTo>
                  <a:pt x="82296" y="0"/>
                </a:lnTo>
                <a:lnTo>
                  <a:pt x="77597" y="4825"/>
                </a:lnTo>
                <a:lnTo>
                  <a:pt x="77597" y="47371"/>
                </a:lnTo>
                <a:lnTo>
                  <a:pt x="82296" y="52197"/>
                </a:lnTo>
                <a:lnTo>
                  <a:pt x="94233" y="52197"/>
                </a:lnTo>
                <a:lnTo>
                  <a:pt x="99059" y="47371"/>
                </a:lnTo>
                <a:lnTo>
                  <a:pt x="99059" y="4825"/>
                </a:lnTo>
                <a:lnTo>
                  <a:pt x="94233" y="0"/>
                </a:lnTo>
                <a:close/>
              </a:path>
              <a:path w="276225" h="275589">
                <a:moveTo>
                  <a:pt x="147065" y="0"/>
                </a:moveTo>
                <a:lnTo>
                  <a:pt x="135127" y="0"/>
                </a:lnTo>
                <a:lnTo>
                  <a:pt x="130428" y="4825"/>
                </a:lnTo>
                <a:lnTo>
                  <a:pt x="130428" y="47371"/>
                </a:lnTo>
                <a:lnTo>
                  <a:pt x="135127" y="52197"/>
                </a:lnTo>
                <a:lnTo>
                  <a:pt x="147065" y="52197"/>
                </a:lnTo>
                <a:lnTo>
                  <a:pt x="151764" y="47371"/>
                </a:lnTo>
                <a:lnTo>
                  <a:pt x="151764" y="4825"/>
                </a:lnTo>
                <a:lnTo>
                  <a:pt x="147065" y="0"/>
                </a:lnTo>
                <a:close/>
              </a:path>
              <a:path w="276225" h="275589">
                <a:moveTo>
                  <a:pt x="199898" y="0"/>
                </a:moveTo>
                <a:lnTo>
                  <a:pt x="187959" y="0"/>
                </a:lnTo>
                <a:lnTo>
                  <a:pt x="183133" y="4825"/>
                </a:lnTo>
                <a:lnTo>
                  <a:pt x="183133" y="47371"/>
                </a:lnTo>
                <a:lnTo>
                  <a:pt x="187959" y="52197"/>
                </a:lnTo>
                <a:lnTo>
                  <a:pt x="199898" y="52197"/>
                </a:lnTo>
                <a:lnTo>
                  <a:pt x="204597" y="47371"/>
                </a:lnTo>
                <a:lnTo>
                  <a:pt x="204597" y="4825"/>
                </a:lnTo>
                <a:lnTo>
                  <a:pt x="199898" y="0"/>
                </a:lnTo>
                <a:close/>
              </a:path>
              <a:path w="276225" h="275589">
                <a:moveTo>
                  <a:pt x="252602" y="0"/>
                </a:moveTo>
                <a:lnTo>
                  <a:pt x="240791" y="0"/>
                </a:lnTo>
                <a:lnTo>
                  <a:pt x="235965" y="4825"/>
                </a:lnTo>
                <a:lnTo>
                  <a:pt x="235965" y="47371"/>
                </a:lnTo>
                <a:lnTo>
                  <a:pt x="240791" y="52197"/>
                </a:lnTo>
                <a:lnTo>
                  <a:pt x="252602" y="52197"/>
                </a:lnTo>
                <a:lnTo>
                  <a:pt x="257428" y="47371"/>
                </a:lnTo>
                <a:lnTo>
                  <a:pt x="257428" y="4825"/>
                </a:lnTo>
                <a:lnTo>
                  <a:pt x="2526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511419" y="2614041"/>
            <a:ext cx="280670" cy="280670"/>
          </a:xfrm>
          <a:custGeom>
            <a:avLst/>
            <a:gdLst/>
            <a:ahLst/>
            <a:cxnLst/>
            <a:rect l="l" t="t" r="r" b="b"/>
            <a:pathLst>
              <a:path w="280670" h="280669">
                <a:moveTo>
                  <a:pt x="280542" y="143383"/>
                </a:moveTo>
                <a:lnTo>
                  <a:pt x="143382" y="143383"/>
                </a:lnTo>
                <a:lnTo>
                  <a:pt x="143382" y="280543"/>
                </a:lnTo>
                <a:lnTo>
                  <a:pt x="233806" y="280543"/>
                </a:lnTo>
                <a:lnTo>
                  <a:pt x="251985" y="276865"/>
                </a:lnTo>
                <a:lnTo>
                  <a:pt x="266842" y="266842"/>
                </a:lnTo>
                <a:lnTo>
                  <a:pt x="276865" y="251985"/>
                </a:lnTo>
                <a:lnTo>
                  <a:pt x="278847" y="242188"/>
                </a:lnTo>
                <a:lnTo>
                  <a:pt x="174878" y="242188"/>
                </a:lnTo>
                <a:lnTo>
                  <a:pt x="174878" y="217424"/>
                </a:lnTo>
                <a:lnTo>
                  <a:pt x="280542" y="217424"/>
                </a:lnTo>
                <a:lnTo>
                  <a:pt x="280542" y="205105"/>
                </a:lnTo>
                <a:lnTo>
                  <a:pt x="174878" y="205105"/>
                </a:lnTo>
                <a:lnTo>
                  <a:pt x="174878" y="180212"/>
                </a:lnTo>
                <a:lnTo>
                  <a:pt x="280542" y="180212"/>
                </a:lnTo>
                <a:lnTo>
                  <a:pt x="280542" y="143383"/>
                </a:lnTo>
                <a:close/>
              </a:path>
              <a:path w="280670" h="280669">
                <a:moveTo>
                  <a:pt x="280542" y="217424"/>
                </a:moveTo>
                <a:lnTo>
                  <a:pt x="252348" y="217424"/>
                </a:lnTo>
                <a:lnTo>
                  <a:pt x="252348" y="242188"/>
                </a:lnTo>
                <a:lnTo>
                  <a:pt x="278847" y="242188"/>
                </a:lnTo>
                <a:lnTo>
                  <a:pt x="280542" y="233807"/>
                </a:lnTo>
                <a:lnTo>
                  <a:pt x="280542" y="217424"/>
                </a:lnTo>
                <a:close/>
              </a:path>
              <a:path w="280670" h="280669">
                <a:moveTo>
                  <a:pt x="280542" y="180212"/>
                </a:moveTo>
                <a:lnTo>
                  <a:pt x="252348" y="180212"/>
                </a:lnTo>
                <a:lnTo>
                  <a:pt x="252348" y="205105"/>
                </a:lnTo>
                <a:lnTo>
                  <a:pt x="280542" y="205105"/>
                </a:lnTo>
                <a:lnTo>
                  <a:pt x="280542" y="180212"/>
                </a:lnTo>
                <a:close/>
              </a:path>
              <a:path w="280670" h="280669">
                <a:moveTo>
                  <a:pt x="137159" y="143383"/>
                </a:moveTo>
                <a:lnTo>
                  <a:pt x="0" y="143383"/>
                </a:lnTo>
                <a:lnTo>
                  <a:pt x="0" y="233807"/>
                </a:lnTo>
                <a:lnTo>
                  <a:pt x="3677" y="251985"/>
                </a:lnTo>
                <a:lnTo>
                  <a:pt x="13700" y="266842"/>
                </a:lnTo>
                <a:lnTo>
                  <a:pt x="28557" y="276865"/>
                </a:lnTo>
                <a:lnTo>
                  <a:pt x="46735" y="280543"/>
                </a:lnTo>
                <a:lnTo>
                  <a:pt x="137159" y="280543"/>
                </a:lnTo>
                <a:lnTo>
                  <a:pt x="137159" y="247396"/>
                </a:lnTo>
                <a:lnTo>
                  <a:pt x="50291" y="247396"/>
                </a:lnTo>
                <a:lnTo>
                  <a:pt x="32765" y="229870"/>
                </a:lnTo>
                <a:lnTo>
                  <a:pt x="51434" y="211200"/>
                </a:lnTo>
                <a:lnTo>
                  <a:pt x="32765" y="192659"/>
                </a:lnTo>
                <a:lnTo>
                  <a:pt x="50291" y="175133"/>
                </a:lnTo>
                <a:lnTo>
                  <a:pt x="137159" y="175133"/>
                </a:lnTo>
                <a:lnTo>
                  <a:pt x="137159" y="143383"/>
                </a:lnTo>
                <a:close/>
              </a:path>
              <a:path w="280670" h="280669">
                <a:moveTo>
                  <a:pt x="68960" y="228726"/>
                </a:moveTo>
                <a:lnTo>
                  <a:pt x="50291" y="247396"/>
                </a:lnTo>
                <a:lnTo>
                  <a:pt x="87502" y="247396"/>
                </a:lnTo>
                <a:lnTo>
                  <a:pt x="68960" y="228726"/>
                </a:lnTo>
                <a:close/>
              </a:path>
              <a:path w="280670" h="280669">
                <a:moveTo>
                  <a:pt x="137159" y="175133"/>
                </a:moveTo>
                <a:lnTo>
                  <a:pt x="87502" y="175133"/>
                </a:lnTo>
                <a:lnTo>
                  <a:pt x="105028" y="192659"/>
                </a:lnTo>
                <a:lnTo>
                  <a:pt x="86486" y="211200"/>
                </a:lnTo>
                <a:lnTo>
                  <a:pt x="105028" y="229870"/>
                </a:lnTo>
                <a:lnTo>
                  <a:pt x="87502" y="247396"/>
                </a:lnTo>
                <a:lnTo>
                  <a:pt x="137159" y="247396"/>
                </a:lnTo>
                <a:lnTo>
                  <a:pt x="137159" y="175133"/>
                </a:lnTo>
                <a:close/>
              </a:path>
              <a:path w="280670" h="280669">
                <a:moveTo>
                  <a:pt x="87502" y="175133"/>
                </a:moveTo>
                <a:lnTo>
                  <a:pt x="50291" y="175133"/>
                </a:lnTo>
                <a:lnTo>
                  <a:pt x="68960" y="193675"/>
                </a:lnTo>
                <a:lnTo>
                  <a:pt x="87502" y="175133"/>
                </a:lnTo>
                <a:close/>
              </a:path>
              <a:path w="280670" h="280669">
                <a:moveTo>
                  <a:pt x="137159" y="0"/>
                </a:moveTo>
                <a:lnTo>
                  <a:pt x="46735" y="0"/>
                </a:lnTo>
                <a:lnTo>
                  <a:pt x="28557" y="3677"/>
                </a:lnTo>
                <a:lnTo>
                  <a:pt x="13700" y="13700"/>
                </a:lnTo>
                <a:lnTo>
                  <a:pt x="3677" y="28557"/>
                </a:lnTo>
                <a:lnTo>
                  <a:pt x="51" y="46482"/>
                </a:lnTo>
                <a:lnTo>
                  <a:pt x="0" y="137160"/>
                </a:lnTo>
                <a:lnTo>
                  <a:pt x="137159" y="137160"/>
                </a:lnTo>
                <a:lnTo>
                  <a:pt x="137159" y="106172"/>
                </a:lnTo>
                <a:lnTo>
                  <a:pt x="56514" y="106172"/>
                </a:lnTo>
                <a:lnTo>
                  <a:pt x="56514" y="79883"/>
                </a:lnTo>
                <a:lnTo>
                  <a:pt x="30225" y="79883"/>
                </a:lnTo>
                <a:lnTo>
                  <a:pt x="30225" y="55118"/>
                </a:lnTo>
                <a:lnTo>
                  <a:pt x="56514" y="55118"/>
                </a:lnTo>
                <a:lnTo>
                  <a:pt x="56514" y="28701"/>
                </a:lnTo>
                <a:lnTo>
                  <a:pt x="137159" y="28701"/>
                </a:lnTo>
                <a:lnTo>
                  <a:pt x="137159" y="0"/>
                </a:lnTo>
                <a:close/>
              </a:path>
              <a:path w="280670" h="280669">
                <a:moveTo>
                  <a:pt x="233806" y="0"/>
                </a:moveTo>
                <a:lnTo>
                  <a:pt x="143382" y="0"/>
                </a:lnTo>
                <a:lnTo>
                  <a:pt x="143382" y="137160"/>
                </a:lnTo>
                <a:lnTo>
                  <a:pt x="280542" y="137160"/>
                </a:lnTo>
                <a:lnTo>
                  <a:pt x="280542" y="107823"/>
                </a:lnTo>
                <a:lnTo>
                  <a:pt x="206755" y="107823"/>
                </a:lnTo>
                <a:lnTo>
                  <a:pt x="201294" y="102235"/>
                </a:lnTo>
                <a:lnTo>
                  <a:pt x="201294" y="88519"/>
                </a:lnTo>
                <a:lnTo>
                  <a:pt x="206755" y="82931"/>
                </a:lnTo>
                <a:lnTo>
                  <a:pt x="280542" y="82931"/>
                </a:lnTo>
                <a:lnTo>
                  <a:pt x="280542" y="79883"/>
                </a:lnTo>
                <a:lnTo>
                  <a:pt x="174878" y="79883"/>
                </a:lnTo>
                <a:lnTo>
                  <a:pt x="174878" y="55118"/>
                </a:lnTo>
                <a:lnTo>
                  <a:pt x="280542" y="55118"/>
                </a:lnTo>
                <a:lnTo>
                  <a:pt x="280542" y="51943"/>
                </a:lnTo>
                <a:lnTo>
                  <a:pt x="206755" y="51943"/>
                </a:lnTo>
                <a:lnTo>
                  <a:pt x="201294" y="46482"/>
                </a:lnTo>
                <a:lnTo>
                  <a:pt x="201294" y="32766"/>
                </a:lnTo>
                <a:lnTo>
                  <a:pt x="206755" y="27178"/>
                </a:lnTo>
                <a:lnTo>
                  <a:pt x="275935" y="27178"/>
                </a:lnTo>
                <a:lnTo>
                  <a:pt x="266842" y="13700"/>
                </a:lnTo>
                <a:lnTo>
                  <a:pt x="251985" y="3677"/>
                </a:lnTo>
                <a:lnTo>
                  <a:pt x="233806" y="0"/>
                </a:lnTo>
                <a:close/>
              </a:path>
              <a:path w="280670" h="280669">
                <a:moveTo>
                  <a:pt x="280542" y="82931"/>
                </a:moveTo>
                <a:lnTo>
                  <a:pt x="220471" y="82931"/>
                </a:lnTo>
                <a:lnTo>
                  <a:pt x="226059" y="88519"/>
                </a:lnTo>
                <a:lnTo>
                  <a:pt x="226059" y="102235"/>
                </a:lnTo>
                <a:lnTo>
                  <a:pt x="220471" y="107823"/>
                </a:lnTo>
                <a:lnTo>
                  <a:pt x="280542" y="107823"/>
                </a:lnTo>
                <a:lnTo>
                  <a:pt x="280542" y="82931"/>
                </a:lnTo>
                <a:close/>
              </a:path>
              <a:path w="280670" h="280669">
                <a:moveTo>
                  <a:pt x="137159" y="28701"/>
                </a:moveTo>
                <a:lnTo>
                  <a:pt x="81279" y="28701"/>
                </a:lnTo>
                <a:lnTo>
                  <a:pt x="81279" y="55118"/>
                </a:lnTo>
                <a:lnTo>
                  <a:pt x="107695" y="55118"/>
                </a:lnTo>
                <a:lnTo>
                  <a:pt x="107695" y="79883"/>
                </a:lnTo>
                <a:lnTo>
                  <a:pt x="81279" y="79883"/>
                </a:lnTo>
                <a:lnTo>
                  <a:pt x="81279" y="106172"/>
                </a:lnTo>
                <a:lnTo>
                  <a:pt x="137159" y="106172"/>
                </a:lnTo>
                <a:lnTo>
                  <a:pt x="137159" y="28701"/>
                </a:lnTo>
                <a:close/>
              </a:path>
              <a:path w="280670" h="280669">
                <a:moveTo>
                  <a:pt x="280542" y="55118"/>
                </a:moveTo>
                <a:lnTo>
                  <a:pt x="252348" y="55118"/>
                </a:lnTo>
                <a:lnTo>
                  <a:pt x="252348" y="79883"/>
                </a:lnTo>
                <a:lnTo>
                  <a:pt x="280542" y="79883"/>
                </a:lnTo>
                <a:lnTo>
                  <a:pt x="280542" y="55118"/>
                </a:lnTo>
                <a:close/>
              </a:path>
              <a:path w="280670" h="280669">
                <a:moveTo>
                  <a:pt x="275935" y="27178"/>
                </a:moveTo>
                <a:lnTo>
                  <a:pt x="220471" y="27178"/>
                </a:lnTo>
                <a:lnTo>
                  <a:pt x="226059" y="32766"/>
                </a:lnTo>
                <a:lnTo>
                  <a:pt x="226059" y="46482"/>
                </a:lnTo>
                <a:lnTo>
                  <a:pt x="220471" y="51943"/>
                </a:lnTo>
                <a:lnTo>
                  <a:pt x="280542" y="51943"/>
                </a:lnTo>
                <a:lnTo>
                  <a:pt x="280491" y="46482"/>
                </a:lnTo>
                <a:lnTo>
                  <a:pt x="276895" y="28701"/>
                </a:lnTo>
                <a:lnTo>
                  <a:pt x="276865" y="28557"/>
                </a:lnTo>
                <a:lnTo>
                  <a:pt x="275935" y="271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025771" y="6562217"/>
            <a:ext cx="299085" cy="299085"/>
          </a:xfrm>
          <a:custGeom>
            <a:avLst/>
            <a:gdLst/>
            <a:ahLst/>
            <a:cxnLst/>
            <a:rect l="l" t="t" r="r" b="b"/>
            <a:pathLst>
              <a:path w="299085" h="299084">
                <a:moveTo>
                  <a:pt x="298957" y="0"/>
                </a:moveTo>
                <a:lnTo>
                  <a:pt x="0" y="0"/>
                </a:lnTo>
                <a:lnTo>
                  <a:pt x="0" y="298830"/>
                </a:lnTo>
                <a:lnTo>
                  <a:pt x="298957" y="298830"/>
                </a:lnTo>
                <a:lnTo>
                  <a:pt x="298957" y="263270"/>
                </a:lnTo>
                <a:lnTo>
                  <a:pt x="35559" y="263270"/>
                </a:lnTo>
                <a:lnTo>
                  <a:pt x="35559" y="35559"/>
                </a:lnTo>
                <a:lnTo>
                  <a:pt x="38353" y="35559"/>
                </a:lnTo>
                <a:lnTo>
                  <a:pt x="38353" y="35051"/>
                </a:lnTo>
                <a:lnTo>
                  <a:pt x="298957" y="35051"/>
                </a:lnTo>
                <a:lnTo>
                  <a:pt x="298957" y="0"/>
                </a:lnTo>
                <a:close/>
              </a:path>
              <a:path w="299085" h="299084">
                <a:moveTo>
                  <a:pt x="55371" y="109346"/>
                </a:moveTo>
                <a:lnTo>
                  <a:pt x="40258" y="154304"/>
                </a:lnTo>
                <a:lnTo>
                  <a:pt x="74481" y="167705"/>
                </a:lnTo>
                <a:lnTo>
                  <a:pt x="101060" y="195786"/>
                </a:lnTo>
                <a:lnTo>
                  <a:pt x="122447" y="230368"/>
                </a:lnTo>
                <a:lnTo>
                  <a:pt x="141096" y="263270"/>
                </a:lnTo>
                <a:lnTo>
                  <a:pt x="145668" y="263270"/>
                </a:lnTo>
                <a:lnTo>
                  <a:pt x="164873" y="220895"/>
                </a:lnTo>
                <a:lnTo>
                  <a:pt x="185631" y="177418"/>
                </a:lnTo>
                <a:lnTo>
                  <a:pt x="142493" y="177418"/>
                </a:lnTo>
                <a:lnTo>
                  <a:pt x="125452" y="154513"/>
                </a:lnTo>
                <a:lnTo>
                  <a:pt x="108172" y="136477"/>
                </a:lnTo>
                <a:lnTo>
                  <a:pt x="86272" y="121894"/>
                </a:lnTo>
                <a:lnTo>
                  <a:pt x="55371" y="109346"/>
                </a:lnTo>
                <a:close/>
              </a:path>
              <a:path w="299085" h="299084">
                <a:moveTo>
                  <a:pt x="298957" y="35051"/>
                </a:moveTo>
                <a:lnTo>
                  <a:pt x="263778" y="35051"/>
                </a:lnTo>
                <a:lnTo>
                  <a:pt x="263778" y="54990"/>
                </a:lnTo>
                <a:lnTo>
                  <a:pt x="263398" y="54990"/>
                </a:lnTo>
                <a:lnTo>
                  <a:pt x="263398" y="263270"/>
                </a:lnTo>
                <a:lnTo>
                  <a:pt x="298957" y="263270"/>
                </a:lnTo>
                <a:lnTo>
                  <a:pt x="298957" y="35051"/>
                </a:lnTo>
                <a:close/>
              </a:path>
              <a:path w="299085" h="299084">
                <a:moveTo>
                  <a:pt x="255650" y="54990"/>
                </a:moveTo>
                <a:lnTo>
                  <a:pt x="206120" y="54990"/>
                </a:lnTo>
                <a:lnTo>
                  <a:pt x="187410" y="86246"/>
                </a:lnTo>
                <a:lnTo>
                  <a:pt x="172164" y="114442"/>
                </a:lnTo>
                <a:lnTo>
                  <a:pt x="157989" y="143519"/>
                </a:lnTo>
                <a:lnTo>
                  <a:pt x="142493" y="177418"/>
                </a:lnTo>
                <a:lnTo>
                  <a:pt x="185631" y="177418"/>
                </a:lnTo>
                <a:lnTo>
                  <a:pt x="185827" y="177008"/>
                </a:lnTo>
                <a:lnTo>
                  <a:pt x="208177" y="133481"/>
                </a:lnTo>
                <a:lnTo>
                  <a:pt x="231569" y="92184"/>
                </a:lnTo>
                <a:lnTo>
                  <a:pt x="255650" y="5499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638540" y="2573654"/>
            <a:ext cx="351790" cy="351790"/>
          </a:xfrm>
          <a:custGeom>
            <a:avLst/>
            <a:gdLst/>
            <a:ahLst/>
            <a:cxnLst/>
            <a:rect l="l" t="t" r="r" b="b"/>
            <a:pathLst>
              <a:path w="351790" h="351789">
                <a:moveTo>
                  <a:pt x="175640" y="0"/>
                </a:moveTo>
                <a:lnTo>
                  <a:pt x="128940" y="6272"/>
                </a:lnTo>
                <a:lnTo>
                  <a:pt x="86980" y="23974"/>
                </a:lnTo>
                <a:lnTo>
                  <a:pt x="51435" y="51435"/>
                </a:lnTo>
                <a:lnTo>
                  <a:pt x="23974" y="86980"/>
                </a:lnTo>
                <a:lnTo>
                  <a:pt x="6272" y="128940"/>
                </a:lnTo>
                <a:lnTo>
                  <a:pt x="0" y="175641"/>
                </a:lnTo>
                <a:lnTo>
                  <a:pt x="6272" y="222351"/>
                </a:lnTo>
                <a:lnTo>
                  <a:pt x="23974" y="264334"/>
                </a:lnTo>
                <a:lnTo>
                  <a:pt x="51435" y="299910"/>
                </a:lnTo>
                <a:lnTo>
                  <a:pt x="86980" y="327401"/>
                </a:lnTo>
                <a:lnTo>
                  <a:pt x="128940" y="345127"/>
                </a:lnTo>
                <a:lnTo>
                  <a:pt x="175640" y="351409"/>
                </a:lnTo>
                <a:lnTo>
                  <a:pt x="222395" y="345127"/>
                </a:lnTo>
                <a:lnTo>
                  <a:pt x="264390" y="327401"/>
                </a:lnTo>
                <a:lnTo>
                  <a:pt x="281472" y="314198"/>
                </a:lnTo>
                <a:lnTo>
                  <a:pt x="175640" y="314198"/>
                </a:lnTo>
                <a:lnTo>
                  <a:pt x="131872" y="307139"/>
                </a:lnTo>
                <a:lnTo>
                  <a:pt x="93840" y="287481"/>
                </a:lnTo>
                <a:lnTo>
                  <a:pt x="63837" y="257496"/>
                </a:lnTo>
                <a:lnTo>
                  <a:pt x="44154" y="219458"/>
                </a:lnTo>
                <a:lnTo>
                  <a:pt x="37083" y="175641"/>
                </a:lnTo>
                <a:lnTo>
                  <a:pt x="44154" y="131872"/>
                </a:lnTo>
                <a:lnTo>
                  <a:pt x="63837" y="93840"/>
                </a:lnTo>
                <a:lnTo>
                  <a:pt x="93840" y="63837"/>
                </a:lnTo>
                <a:lnTo>
                  <a:pt x="131872" y="44154"/>
                </a:lnTo>
                <a:lnTo>
                  <a:pt x="175640" y="37084"/>
                </a:lnTo>
                <a:lnTo>
                  <a:pt x="281370" y="37084"/>
                </a:lnTo>
                <a:lnTo>
                  <a:pt x="264390" y="23974"/>
                </a:lnTo>
                <a:lnTo>
                  <a:pt x="222395" y="6272"/>
                </a:lnTo>
                <a:lnTo>
                  <a:pt x="175640" y="0"/>
                </a:lnTo>
                <a:close/>
              </a:path>
              <a:path w="351790" h="351789">
                <a:moveTo>
                  <a:pt x="281370" y="37084"/>
                </a:moveTo>
                <a:lnTo>
                  <a:pt x="175640" y="37084"/>
                </a:lnTo>
                <a:lnTo>
                  <a:pt x="219471" y="44154"/>
                </a:lnTo>
                <a:lnTo>
                  <a:pt x="257540" y="63837"/>
                </a:lnTo>
                <a:lnTo>
                  <a:pt x="287563" y="93840"/>
                </a:lnTo>
                <a:lnTo>
                  <a:pt x="307253" y="131872"/>
                </a:lnTo>
                <a:lnTo>
                  <a:pt x="314325" y="175641"/>
                </a:lnTo>
                <a:lnTo>
                  <a:pt x="307253" y="219458"/>
                </a:lnTo>
                <a:lnTo>
                  <a:pt x="287563" y="257496"/>
                </a:lnTo>
                <a:lnTo>
                  <a:pt x="257540" y="287481"/>
                </a:lnTo>
                <a:lnTo>
                  <a:pt x="219471" y="307139"/>
                </a:lnTo>
                <a:lnTo>
                  <a:pt x="175640" y="314198"/>
                </a:lnTo>
                <a:lnTo>
                  <a:pt x="281472" y="314198"/>
                </a:lnTo>
                <a:lnTo>
                  <a:pt x="299958" y="299910"/>
                </a:lnTo>
                <a:lnTo>
                  <a:pt x="327429" y="264334"/>
                </a:lnTo>
                <a:lnTo>
                  <a:pt x="345136" y="222351"/>
                </a:lnTo>
                <a:lnTo>
                  <a:pt x="351408" y="175641"/>
                </a:lnTo>
                <a:lnTo>
                  <a:pt x="345136" y="128940"/>
                </a:lnTo>
                <a:lnTo>
                  <a:pt x="327429" y="86980"/>
                </a:lnTo>
                <a:lnTo>
                  <a:pt x="299958" y="51435"/>
                </a:lnTo>
                <a:lnTo>
                  <a:pt x="281370" y="37084"/>
                </a:lnTo>
                <a:close/>
              </a:path>
              <a:path w="351790" h="351789">
                <a:moveTo>
                  <a:pt x="124967" y="100075"/>
                </a:moveTo>
                <a:lnTo>
                  <a:pt x="124967" y="251333"/>
                </a:lnTo>
                <a:lnTo>
                  <a:pt x="255396" y="175641"/>
                </a:lnTo>
                <a:lnTo>
                  <a:pt x="124967" y="1000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564504" y="6166611"/>
            <a:ext cx="173355" cy="377825"/>
          </a:xfrm>
          <a:custGeom>
            <a:avLst/>
            <a:gdLst/>
            <a:ahLst/>
            <a:cxnLst/>
            <a:rect l="l" t="t" r="r" b="b"/>
            <a:pathLst>
              <a:path w="173354" h="377825">
                <a:moveTo>
                  <a:pt x="16510" y="187451"/>
                </a:moveTo>
                <a:lnTo>
                  <a:pt x="0" y="188721"/>
                </a:lnTo>
                <a:lnTo>
                  <a:pt x="7794" y="218570"/>
                </a:lnTo>
                <a:lnTo>
                  <a:pt x="24828" y="243014"/>
                </a:lnTo>
                <a:lnTo>
                  <a:pt x="49006" y="260123"/>
                </a:lnTo>
                <a:lnTo>
                  <a:pt x="78705" y="268096"/>
                </a:lnTo>
                <a:lnTo>
                  <a:pt x="78232" y="268096"/>
                </a:lnTo>
                <a:lnTo>
                  <a:pt x="78232" y="323214"/>
                </a:lnTo>
                <a:lnTo>
                  <a:pt x="81851" y="323214"/>
                </a:lnTo>
                <a:lnTo>
                  <a:pt x="70993" y="323595"/>
                </a:lnTo>
                <a:lnTo>
                  <a:pt x="19669" y="346757"/>
                </a:lnTo>
                <a:lnTo>
                  <a:pt x="6731" y="377570"/>
                </a:lnTo>
                <a:lnTo>
                  <a:pt x="166243" y="375285"/>
                </a:lnTo>
                <a:lnTo>
                  <a:pt x="135507" y="333940"/>
                </a:lnTo>
                <a:lnTo>
                  <a:pt x="102171" y="323595"/>
                </a:lnTo>
                <a:lnTo>
                  <a:pt x="104647" y="323595"/>
                </a:lnTo>
                <a:lnTo>
                  <a:pt x="94742" y="323214"/>
                </a:lnTo>
                <a:lnTo>
                  <a:pt x="94742" y="268096"/>
                </a:lnTo>
                <a:lnTo>
                  <a:pt x="125630" y="259306"/>
                </a:lnTo>
                <a:lnTo>
                  <a:pt x="134968" y="252221"/>
                </a:lnTo>
                <a:lnTo>
                  <a:pt x="89154" y="252221"/>
                </a:lnTo>
                <a:lnTo>
                  <a:pt x="62355" y="247977"/>
                </a:lnTo>
                <a:lnTo>
                  <a:pt x="39830" y="234457"/>
                </a:lnTo>
                <a:lnTo>
                  <a:pt x="23806" y="213627"/>
                </a:lnTo>
                <a:lnTo>
                  <a:pt x="16510" y="187451"/>
                </a:lnTo>
                <a:close/>
              </a:path>
              <a:path w="173354" h="377825">
                <a:moveTo>
                  <a:pt x="173100" y="182118"/>
                </a:moveTo>
                <a:lnTo>
                  <a:pt x="156591" y="182118"/>
                </a:lnTo>
                <a:lnTo>
                  <a:pt x="151358" y="208716"/>
                </a:lnTo>
                <a:lnTo>
                  <a:pt x="137017" y="230695"/>
                </a:lnTo>
                <a:lnTo>
                  <a:pt x="115603" y="245911"/>
                </a:lnTo>
                <a:lnTo>
                  <a:pt x="89154" y="252221"/>
                </a:lnTo>
                <a:lnTo>
                  <a:pt x="134968" y="252221"/>
                </a:lnTo>
                <a:lnTo>
                  <a:pt x="150494" y="240442"/>
                </a:lnTo>
                <a:lnTo>
                  <a:pt x="167072" y="213911"/>
                </a:lnTo>
                <a:lnTo>
                  <a:pt x="172980" y="182752"/>
                </a:lnTo>
                <a:lnTo>
                  <a:pt x="173100" y="182118"/>
                </a:lnTo>
                <a:close/>
              </a:path>
              <a:path w="173354" h="377825">
                <a:moveTo>
                  <a:pt x="86487" y="0"/>
                </a:moveTo>
                <a:lnTo>
                  <a:pt x="66542" y="4032"/>
                </a:lnTo>
                <a:lnTo>
                  <a:pt x="50276" y="15017"/>
                </a:lnTo>
                <a:lnTo>
                  <a:pt x="39320" y="31289"/>
                </a:lnTo>
                <a:lnTo>
                  <a:pt x="35306" y="51181"/>
                </a:lnTo>
                <a:lnTo>
                  <a:pt x="35306" y="182752"/>
                </a:lnTo>
                <a:lnTo>
                  <a:pt x="39320" y="202644"/>
                </a:lnTo>
                <a:lnTo>
                  <a:pt x="50276" y="218916"/>
                </a:lnTo>
                <a:lnTo>
                  <a:pt x="66542" y="229901"/>
                </a:lnTo>
                <a:lnTo>
                  <a:pt x="86487" y="233933"/>
                </a:lnTo>
                <a:lnTo>
                  <a:pt x="106378" y="229901"/>
                </a:lnTo>
                <a:lnTo>
                  <a:pt x="122650" y="218916"/>
                </a:lnTo>
                <a:lnTo>
                  <a:pt x="133635" y="202644"/>
                </a:lnTo>
                <a:lnTo>
                  <a:pt x="137668" y="182752"/>
                </a:lnTo>
                <a:lnTo>
                  <a:pt x="137668" y="51181"/>
                </a:lnTo>
                <a:lnTo>
                  <a:pt x="133635" y="31289"/>
                </a:lnTo>
                <a:lnTo>
                  <a:pt x="122650" y="15017"/>
                </a:lnTo>
                <a:lnTo>
                  <a:pt x="106378" y="4032"/>
                </a:lnTo>
                <a:lnTo>
                  <a:pt x="864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472564" y="1773681"/>
            <a:ext cx="3516629" cy="3609975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1134745">
              <a:lnSpc>
                <a:spcPct val="100000"/>
              </a:lnSpc>
              <a:spcBef>
                <a:spcPts val="1250"/>
              </a:spcBef>
            </a:pPr>
            <a:r>
              <a:rPr sz="2400" b="1" spc="-15" dirty="0">
                <a:solidFill>
                  <a:srgbClr val="4471C4"/>
                </a:solidFill>
                <a:latin typeface="Microsoft JhengHei"/>
                <a:cs typeface="Microsoft JhengHei"/>
              </a:rPr>
              <a:t>核心架構</a:t>
            </a:r>
            <a:endParaRPr sz="24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角色與情境定位：英語母語人士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指導原則：句型語速表達重點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範例句型：具體句子範例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難度標示：</a:t>
            </a:r>
            <a:r>
              <a:rPr sz="1800" spc="-10" dirty="0">
                <a:solidFill>
                  <a:srgbClr val="404040"/>
                </a:solidFill>
                <a:latin typeface="Microsoft JhengHei"/>
                <a:cs typeface="Microsoft JhengHei"/>
              </a:rPr>
              <a:t>CEFR</a:t>
            </a:r>
            <a:r>
              <a:rPr sz="1800" spc="-15" dirty="0">
                <a:solidFill>
                  <a:srgbClr val="404040"/>
                </a:solidFill>
                <a:latin typeface="Microsoft JhengHei"/>
                <a:cs typeface="Microsoft JhengHei"/>
              </a:rPr>
              <a:t>語言等級</a:t>
            </a:r>
            <a:endParaRPr sz="18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965"/>
              </a:spcBef>
              <a:buClr>
                <a:srgbClr val="404040"/>
              </a:buClr>
              <a:buFont typeface="Arial MT"/>
              <a:buChar char="•"/>
            </a:pPr>
            <a:endParaRPr sz="1800">
              <a:latin typeface="Microsoft JhengHei"/>
              <a:cs typeface="Microsoft JhengHei"/>
            </a:endParaRPr>
          </a:p>
          <a:p>
            <a:pPr marL="1268730">
              <a:lnSpc>
                <a:spcPct val="100000"/>
              </a:lnSpc>
            </a:pPr>
            <a:r>
              <a:rPr sz="2400" b="1" spc="-15" dirty="0">
                <a:solidFill>
                  <a:srgbClr val="EC7C30"/>
                </a:solidFill>
                <a:latin typeface="Microsoft JhengHei"/>
                <a:cs typeface="Microsoft JhengHei"/>
              </a:rPr>
              <a:t>主題分類</a:t>
            </a:r>
            <a:endParaRPr sz="24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spcBef>
                <a:spcPts val="105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生活場景覆蓋：五核心生活場景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視覺化輔助：直觀圖標描述說明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15" dirty="0">
                <a:solidFill>
                  <a:srgbClr val="404040"/>
                </a:solidFill>
                <a:latin typeface="Microsoft JhengHei"/>
                <a:cs typeface="Microsoft JhengHei"/>
              </a:rPr>
              <a:t>功能性分類：特定語言功能重點</a:t>
            </a:r>
            <a:endParaRPr sz="1800">
              <a:latin typeface="Microsoft JhengHei"/>
              <a:cs typeface="Microsoft JhengHe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333105" y="4481703"/>
            <a:ext cx="798830" cy="798830"/>
            <a:chOff x="8333105" y="4481703"/>
            <a:chExt cx="798830" cy="798830"/>
          </a:xfrm>
        </p:grpSpPr>
        <p:sp>
          <p:nvSpPr>
            <p:cNvPr id="22" name="object 22"/>
            <p:cNvSpPr/>
            <p:nvPr/>
          </p:nvSpPr>
          <p:spPr>
            <a:xfrm>
              <a:off x="8333105" y="4481703"/>
              <a:ext cx="798830" cy="798830"/>
            </a:xfrm>
            <a:custGeom>
              <a:avLst/>
              <a:gdLst/>
              <a:ahLst/>
              <a:cxnLst/>
              <a:rect l="l" t="t" r="r" b="b"/>
              <a:pathLst>
                <a:path w="798829" h="798829">
                  <a:moveTo>
                    <a:pt x="399288" y="0"/>
                  </a:moveTo>
                  <a:lnTo>
                    <a:pt x="352731" y="2686"/>
                  </a:lnTo>
                  <a:lnTo>
                    <a:pt x="307750" y="10548"/>
                  </a:lnTo>
                  <a:lnTo>
                    <a:pt x="264643" y="23283"/>
                  </a:lnTo>
                  <a:lnTo>
                    <a:pt x="223712" y="40592"/>
                  </a:lnTo>
                  <a:lnTo>
                    <a:pt x="185255" y="62176"/>
                  </a:lnTo>
                  <a:lnTo>
                    <a:pt x="149574" y="87734"/>
                  </a:lnTo>
                  <a:lnTo>
                    <a:pt x="116966" y="116967"/>
                  </a:lnTo>
                  <a:lnTo>
                    <a:pt x="87734" y="149574"/>
                  </a:lnTo>
                  <a:lnTo>
                    <a:pt x="62176" y="185255"/>
                  </a:lnTo>
                  <a:lnTo>
                    <a:pt x="40592" y="223712"/>
                  </a:lnTo>
                  <a:lnTo>
                    <a:pt x="23283" y="264643"/>
                  </a:lnTo>
                  <a:lnTo>
                    <a:pt x="10548" y="307750"/>
                  </a:lnTo>
                  <a:lnTo>
                    <a:pt x="2686" y="352731"/>
                  </a:lnTo>
                  <a:lnTo>
                    <a:pt x="0" y="399288"/>
                  </a:lnTo>
                  <a:lnTo>
                    <a:pt x="2686" y="445869"/>
                  </a:lnTo>
                  <a:lnTo>
                    <a:pt x="10548" y="490872"/>
                  </a:lnTo>
                  <a:lnTo>
                    <a:pt x="23283" y="533997"/>
                  </a:lnTo>
                  <a:lnTo>
                    <a:pt x="40592" y="574944"/>
                  </a:lnTo>
                  <a:lnTo>
                    <a:pt x="62176" y="613413"/>
                  </a:lnTo>
                  <a:lnTo>
                    <a:pt x="87734" y="649105"/>
                  </a:lnTo>
                  <a:lnTo>
                    <a:pt x="116966" y="681720"/>
                  </a:lnTo>
                  <a:lnTo>
                    <a:pt x="149574" y="710958"/>
                  </a:lnTo>
                  <a:lnTo>
                    <a:pt x="185255" y="736520"/>
                  </a:lnTo>
                  <a:lnTo>
                    <a:pt x="223712" y="758107"/>
                  </a:lnTo>
                  <a:lnTo>
                    <a:pt x="264643" y="775418"/>
                  </a:lnTo>
                  <a:lnTo>
                    <a:pt x="307750" y="788154"/>
                  </a:lnTo>
                  <a:lnTo>
                    <a:pt x="352731" y="796015"/>
                  </a:lnTo>
                  <a:lnTo>
                    <a:pt x="399288" y="798703"/>
                  </a:lnTo>
                  <a:lnTo>
                    <a:pt x="445869" y="796015"/>
                  </a:lnTo>
                  <a:lnTo>
                    <a:pt x="490872" y="788154"/>
                  </a:lnTo>
                  <a:lnTo>
                    <a:pt x="533997" y="775418"/>
                  </a:lnTo>
                  <a:lnTo>
                    <a:pt x="574944" y="758107"/>
                  </a:lnTo>
                  <a:lnTo>
                    <a:pt x="613413" y="736520"/>
                  </a:lnTo>
                  <a:lnTo>
                    <a:pt x="649105" y="710958"/>
                  </a:lnTo>
                  <a:lnTo>
                    <a:pt x="681720" y="681720"/>
                  </a:lnTo>
                  <a:lnTo>
                    <a:pt x="710958" y="649105"/>
                  </a:lnTo>
                  <a:lnTo>
                    <a:pt x="736520" y="613413"/>
                  </a:lnTo>
                  <a:lnTo>
                    <a:pt x="758107" y="574944"/>
                  </a:lnTo>
                  <a:lnTo>
                    <a:pt x="775418" y="533997"/>
                  </a:lnTo>
                  <a:lnTo>
                    <a:pt x="788154" y="490872"/>
                  </a:lnTo>
                  <a:lnTo>
                    <a:pt x="796015" y="445869"/>
                  </a:lnTo>
                  <a:lnTo>
                    <a:pt x="798702" y="399288"/>
                  </a:lnTo>
                  <a:lnTo>
                    <a:pt x="796015" y="352731"/>
                  </a:lnTo>
                  <a:lnTo>
                    <a:pt x="788154" y="307750"/>
                  </a:lnTo>
                  <a:lnTo>
                    <a:pt x="775418" y="264643"/>
                  </a:lnTo>
                  <a:lnTo>
                    <a:pt x="758107" y="223712"/>
                  </a:lnTo>
                  <a:lnTo>
                    <a:pt x="736520" y="185255"/>
                  </a:lnTo>
                  <a:lnTo>
                    <a:pt x="710958" y="149574"/>
                  </a:lnTo>
                  <a:lnTo>
                    <a:pt x="681720" y="116967"/>
                  </a:lnTo>
                  <a:lnTo>
                    <a:pt x="649105" y="87734"/>
                  </a:lnTo>
                  <a:lnTo>
                    <a:pt x="613413" y="62176"/>
                  </a:lnTo>
                  <a:lnTo>
                    <a:pt x="574944" y="40592"/>
                  </a:lnTo>
                  <a:lnTo>
                    <a:pt x="533997" y="23283"/>
                  </a:lnTo>
                  <a:lnTo>
                    <a:pt x="490872" y="10548"/>
                  </a:lnTo>
                  <a:lnTo>
                    <a:pt x="445869" y="2686"/>
                  </a:lnTo>
                  <a:lnTo>
                    <a:pt x="39928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600948" y="4751959"/>
              <a:ext cx="276225" cy="275590"/>
            </a:xfrm>
            <a:custGeom>
              <a:avLst/>
              <a:gdLst/>
              <a:ahLst/>
              <a:cxnLst/>
              <a:rect l="l" t="t" r="r" b="b"/>
              <a:pathLst>
                <a:path w="276225" h="275589">
                  <a:moveTo>
                    <a:pt x="15494" y="26035"/>
                  </a:moveTo>
                  <a:lnTo>
                    <a:pt x="0" y="26035"/>
                  </a:lnTo>
                  <a:lnTo>
                    <a:pt x="0" y="275081"/>
                  </a:lnTo>
                  <a:lnTo>
                    <a:pt x="275844" y="275081"/>
                  </a:lnTo>
                  <a:lnTo>
                    <a:pt x="275844" y="242061"/>
                  </a:lnTo>
                  <a:lnTo>
                    <a:pt x="57911" y="242061"/>
                  </a:lnTo>
                  <a:lnTo>
                    <a:pt x="55118" y="239267"/>
                  </a:lnTo>
                  <a:lnTo>
                    <a:pt x="55118" y="232536"/>
                  </a:lnTo>
                  <a:lnTo>
                    <a:pt x="57911" y="229742"/>
                  </a:lnTo>
                  <a:lnTo>
                    <a:pt x="275844" y="229742"/>
                  </a:lnTo>
                  <a:lnTo>
                    <a:pt x="275844" y="213740"/>
                  </a:lnTo>
                  <a:lnTo>
                    <a:pt x="57911" y="213740"/>
                  </a:lnTo>
                  <a:lnTo>
                    <a:pt x="55118" y="211074"/>
                  </a:lnTo>
                  <a:lnTo>
                    <a:pt x="55118" y="204342"/>
                  </a:lnTo>
                  <a:lnTo>
                    <a:pt x="57911" y="201549"/>
                  </a:lnTo>
                  <a:lnTo>
                    <a:pt x="275844" y="201549"/>
                  </a:lnTo>
                  <a:lnTo>
                    <a:pt x="275844" y="185546"/>
                  </a:lnTo>
                  <a:lnTo>
                    <a:pt x="57911" y="185546"/>
                  </a:lnTo>
                  <a:lnTo>
                    <a:pt x="55118" y="182879"/>
                  </a:lnTo>
                  <a:lnTo>
                    <a:pt x="55118" y="176021"/>
                  </a:lnTo>
                  <a:lnTo>
                    <a:pt x="57911" y="173354"/>
                  </a:lnTo>
                  <a:lnTo>
                    <a:pt x="275844" y="173354"/>
                  </a:lnTo>
                  <a:lnTo>
                    <a:pt x="275844" y="157352"/>
                  </a:lnTo>
                  <a:lnTo>
                    <a:pt x="57911" y="157352"/>
                  </a:lnTo>
                  <a:lnTo>
                    <a:pt x="55118" y="154686"/>
                  </a:lnTo>
                  <a:lnTo>
                    <a:pt x="55118" y="147827"/>
                  </a:lnTo>
                  <a:lnTo>
                    <a:pt x="57911" y="145161"/>
                  </a:lnTo>
                  <a:lnTo>
                    <a:pt x="275844" y="145161"/>
                  </a:lnTo>
                  <a:lnTo>
                    <a:pt x="275844" y="129158"/>
                  </a:lnTo>
                  <a:lnTo>
                    <a:pt x="57911" y="129158"/>
                  </a:lnTo>
                  <a:lnTo>
                    <a:pt x="55118" y="126491"/>
                  </a:lnTo>
                  <a:lnTo>
                    <a:pt x="55118" y="119633"/>
                  </a:lnTo>
                  <a:lnTo>
                    <a:pt x="57911" y="116966"/>
                  </a:lnTo>
                  <a:lnTo>
                    <a:pt x="275844" y="116966"/>
                  </a:lnTo>
                  <a:lnTo>
                    <a:pt x="275844" y="100964"/>
                  </a:lnTo>
                  <a:lnTo>
                    <a:pt x="57911" y="100964"/>
                  </a:lnTo>
                  <a:lnTo>
                    <a:pt x="55118" y="98298"/>
                  </a:lnTo>
                  <a:lnTo>
                    <a:pt x="55118" y="91439"/>
                  </a:lnTo>
                  <a:lnTo>
                    <a:pt x="57911" y="88773"/>
                  </a:lnTo>
                  <a:lnTo>
                    <a:pt x="275844" y="88773"/>
                  </a:lnTo>
                  <a:lnTo>
                    <a:pt x="275844" y="59943"/>
                  </a:lnTo>
                  <a:lnTo>
                    <a:pt x="35432" y="59943"/>
                  </a:lnTo>
                  <a:lnTo>
                    <a:pt x="27656" y="58382"/>
                  </a:lnTo>
                  <a:lnTo>
                    <a:pt x="21320" y="54117"/>
                  </a:lnTo>
                  <a:lnTo>
                    <a:pt x="17055" y="47781"/>
                  </a:lnTo>
                  <a:lnTo>
                    <a:pt x="15494" y="40004"/>
                  </a:lnTo>
                  <a:lnTo>
                    <a:pt x="15494" y="26035"/>
                  </a:lnTo>
                  <a:close/>
                </a:path>
                <a:path w="276225" h="275589">
                  <a:moveTo>
                    <a:pt x="275844" y="229742"/>
                  </a:moveTo>
                  <a:lnTo>
                    <a:pt x="217931" y="229742"/>
                  </a:lnTo>
                  <a:lnTo>
                    <a:pt x="220725" y="232536"/>
                  </a:lnTo>
                  <a:lnTo>
                    <a:pt x="220725" y="239267"/>
                  </a:lnTo>
                  <a:lnTo>
                    <a:pt x="217931" y="242061"/>
                  </a:lnTo>
                  <a:lnTo>
                    <a:pt x="275844" y="242061"/>
                  </a:lnTo>
                  <a:lnTo>
                    <a:pt x="275844" y="229742"/>
                  </a:lnTo>
                  <a:close/>
                </a:path>
                <a:path w="276225" h="275589">
                  <a:moveTo>
                    <a:pt x="275844" y="201549"/>
                  </a:moveTo>
                  <a:lnTo>
                    <a:pt x="217931" y="201549"/>
                  </a:lnTo>
                  <a:lnTo>
                    <a:pt x="220725" y="204342"/>
                  </a:lnTo>
                  <a:lnTo>
                    <a:pt x="220725" y="211074"/>
                  </a:lnTo>
                  <a:lnTo>
                    <a:pt x="217931" y="213740"/>
                  </a:lnTo>
                  <a:lnTo>
                    <a:pt x="275844" y="213740"/>
                  </a:lnTo>
                  <a:lnTo>
                    <a:pt x="275844" y="201549"/>
                  </a:lnTo>
                  <a:close/>
                </a:path>
                <a:path w="276225" h="275589">
                  <a:moveTo>
                    <a:pt x="275844" y="173354"/>
                  </a:moveTo>
                  <a:lnTo>
                    <a:pt x="217931" y="173354"/>
                  </a:lnTo>
                  <a:lnTo>
                    <a:pt x="220725" y="176021"/>
                  </a:lnTo>
                  <a:lnTo>
                    <a:pt x="220725" y="182879"/>
                  </a:lnTo>
                  <a:lnTo>
                    <a:pt x="217931" y="185546"/>
                  </a:lnTo>
                  <a:lnTo>
                    <a:pt x="275844" y="185546"/>
                  </a:lnTo>
                  <a:lnTo>
                    <a:pt x="275844" y="173354"/>
                  </a:lnTo>
                  <a:close/>
                </a:path>
                <a:path w="276225" h="275589">
                  <a:moveTo>
                    <a:pt x="275844" y="145161"/>
                  </a:moveTo>
                  <a:lnTo>
                    <a:pt x="217931" y="145161"/>
                  </a:lnTo>
                  <a:lnTo>
                    <a:pt x="220725" y="147827"/>
                  </a:lnTo>
                  <a:lnTo>
                    <a:pt x="220725" y="154686"/>
                  </a:lnTo>
                  <a:lnTo>
                    <a:pt x="217931" y="157352"/>
                  </a:lnTo>
                  <a:lnTo>
                    <a:pt x="275844" y="157352"/>
                  </a:lnTo>
                  <a:lnTo>
                    <a:pt x="275844" y="145161"/>
                  </a:lnTo>
                  <a:close/>
                </a:path>
                <a:path w="276225" h="275589">
                  <a:moveTo>
                    <a:pt x="275844" y="116966"/>
                  </a:moveTo>
                  <a:lnTo>
                    <a:pt x="217931" y="116966"/>
                  </a:lnTo>
                  <a:lnTo>
                    <a:pt x="220725" y="119633"/>
                  </a:lnTo>
                  <a:lnTo>
                    <a:pt x="220725" y="126491"/>
                  </a:lnTo>
                  <a:lnTo>
                    <a:pt x="217931" y="129158"/>
                  </a:lnTo>
                  <a:lnTo>
                    <a:pt x="275844" y="129158"/>
                  </a:lnTo>
                  <a:lnTo>
                    <a:pt x="275844" y="116966"/>
                  </a:lnTo>
                  <a:close/>
                </a:path>
                <a:path w="276225" h="275589">
                  <a:moveTo>
                    <a:pt x="275844" y="88773"/>
                  </a:moveTo>
                  <a:lnTo>
                    <a:pt x="217931" y="88773"/>
                  </a:lnTo>
                  <a:lnTo>
                    <a:pt x="220725" y="91439"/>
                  </a:lnTo>
                  <a:lnTo>
                    <a:pt x="220725" y="98298"/>
                  </a:lnTo>
                  <a:lnTo>
                    <a:pt x="217931" y="100964"/>
                  </a:lnTo>
                  <a:lnTo>
                    <a:pt x="275844" y="100964"/>
                  </a:lnTo>
                  <a:lnTo>
                    <a:pt x="275844" y="88773"/>
                  </a:lnTo>
                  <a:close/>
                </a:path>
                <a:path w="276225" h="275589">
                  <a:moveTo>
                    <a:pt x="68325" y="26035"/>
                  </a:moveTo>
                  <a:lnTo>
                    <a:pt x="55372" y="26035"/>
                  </a:lnTo>
                  <a:lnTo>
                    <a:pt x="55372" y="40004"/>
                  </a:lnTo>
                  <a:lnTo>
                    <a:pt x="53875" y="47370"/>
                  </a:lnTo>
                  <a:lnTo>
                    <a:pt x="53792" y="47781"/>
                  </a:lnTo>
                  <a:lnTo>
                    <a:pt x="49498" y="54117"/>
                  </a:lnTo>
                  <a:lnTo>
                    <a:pt x="43156" y="58382"/>
                  </a:lnTo>
                  <a:lnTo>
                    <a:pt x="35432" y="59943"/>
                  </a:lnTo>
                  <a:lnTo>
                    <a:pt x="88265" y="59943"/>
                  </a:lnTo>
                  <a:lnTo>
                    <a:pt x="80488" y="58382"/>
                  </a:lnTo>
                  <a:lnTo>
                    <a:pt x="74152" y="54117"/>
                  </a:lnTo>
                  <a:lnTo>
                    <a:pt x="69887" y="47781"/>
                  </a:lnTo>
                  <a:lnTo>
                    <a:pt x="68325" y="40004"/>
                  </a:lnTo>
                  <a:lnTo>
                    <a:pt x="68325" y="26035"/>
                  </a:lnTo>
                  <a:close/>
                </a:path>
                <a:path w="276225" h="275589">
                  <a:moveTo>
                    <a:pt x="121157" y="26035"/>
                  </a:moveTo>
                  <a:lnTo>
                    <a:pt x="108203" y="26035"/>
                  </a:lnTo>
                  <a:lnTo>
                    <a:pt x="108203" y="40004"/>
                  </a:lnTo>
                  <a:lnTo>
                    <a:pt x="106707" y="47370"/>
                  </a:lnTo>
                  <a:lnTo>
                    <a:pt x="106624" y="47781"/>
                  </a:lnTo>
                  <a:lnTo>
                    <a:pt x="102330" y="54117"/>
                  </a:lnTo>
                  <a:lnTo>
                    <a:pt x="95988" y="58382"/>
                  </a:lnTo>
                  <a:lnTo>
                    <a:pt x="88265" y="59943"/>
                  </a:lnTo>
                  <a:lnTo>
                    <a:pt x="141097" y="59943"/>
                  </a:lnTo>
                  <a:lnTo>
                    <a:pt x="133320" y="58382"/>
                  </a:lnTo>
                  <a:lnTo>
                    <a:pt x="126984" y="54117"/>
                  </a:lnTo>
                  <a:lnTo>
                    <a:pt x="122719" y="47781"/>
                  </a:lnTo>
                  <a:lnTo>
                    <a:pt x="121157" y="40004"/>
                  </a:lnTo>
                  <a:lnTo>
                    <a:pt x="121157" y="26035"/>
                  </a:lnTo>
                  <a:close/>
                </a:path>
                <a:path w="276225" h="275589">
                  <a:moveTo>
                    <a:pt x="173990" y="26035"/>
                  </a:moveTo>
                  <a:lnTo>
                    <a:pt x="160908" y="26035"/>
                  </a:lnTo>
                  <a:lnTo>
                    <a:pt x="160908" y="40004"/>
                  </a:lnTo>
                  <a:lnTo>
                    <a:pt x="159431" y="47370"/>
                  </a:lnTo>
                  <a:lnTo>
                    <a:pt x="159349" y="47781"/>
                  </a:lnTo>
                  <a:lnTo>
                    <a:pt x="155098" y="54117"/>
                  </a:lnTo>
                  <a:lnTo>
                    <a:pt x="148800" y="58382"/>
                  </a:lnTo>
                  <a:lnTo>
                    <a:pt x="141097" y="59943"/>
                  </a:lnTo>
                  <a:lnTo>
                    <a:pt x="193801" y="59943"/>
                  </a:lnTo>
                  <a:lnTo>
                    <a:pt x="186098" y="58382"/>
                  </a:lnTo>
                  <a:lnTo>
                    <a:pt x="179800" y="54117"/>
                  </a:lnTo>
                  <a:lnTo>
                    <a:pt x="175549" y="47781"/>
                  </a:lnTo>
                  <a:lnTo>
                    <a:pt x="173990" y="40004"/>
                  </a:lnTo>
                  <a:lnTo>
                    <a:pt x="173990" y="26035"/>
                  </a:lnTo>
                  <a:close/>
                </a:path>
                <a:path w="276225" h="275589">
                  <a:moveTo>
                    <a:pt x="226822" y="26035"/>
                  </a:moveTo>
                  <a:lnTo>
                    <a:pt x="213741" y="26035"/>
                  </a:lnTo>
                  <a:lnTo>
                    <a:pt x="213741" y="40004"/>
                  </a:lnTo>
                  <a:lnTo>
                    <a:pt x="212261" y="47370"/>
                  </a:lnTo>
                  <a:lnTo>
                    <a:pt x="212179" y="47781"/>
                  </a:lnTo>
                  <a:lnTo>
                    <a:pt x="207914" y="54117"/>
                  </a:lnTo>
                  <a:lnTo>
                    <a:pt x="201578" y="58382"/>
                  </a:lnTo>
                  <a:lnTo>
                    <a:pt x="193801" y="59943"/>
                  </a:lnTo>
                  <a:lnTo>
                    <a:pt x="246633" y="59943"/>
                  </a:lnTo>
                  <a:lnTo>
                    <a:pt x="238930" y="58382"/>
                  </a:lnTo>
                  <a:lnTo>
                    <a:pt x="232632" y="54117"/>
                  </a:lnTo>
                  <a:lnTo>
                    <a:pt x="228381" y="47781"/>
                  </a:lnTo>
                  <a:lnTo>
                    <a:pt x="226822" y="40004"/>
                  </a:lnTo>
                  <a:lnTo>
                    <a:pt x="226822" y="26035"/>
                  </a:lnTo>
                  <a:close/>
                </a:path>
                <a:path w="276225" h="275589">
                  <a:moveTo>
                    <a:pt x="275844" y="26035"/>
                  </a:moveTo>
                  <a:lnTo>
                    <a:pt x="266573" y="26035"/>
                  </a:lnTo>
                  <a:lnTo>
                    <a:pt x="266573" y="40004"/>
                  </a:lnTo>
                  <a:lnTo>
                    <a:pt x="265093" y="47370"/>
                  </a:lnTo>
                  <a:lnTo>
                    <a:pt x="265011" y="47781"/>
                  </a:lnTo>
                  <a:lnTo>
                    <a:pt x="260746" y="54117"/>
                  </a:lnTo>
                  <a:lnTo>
                    <a:pt x="254410" y="58382"/>
                  </a:lnTo>
                  <a:lnTo>
                    <a:pt x="246633" y="59943"/>
                  </a:lnTo>
                  <a:lnTo>
                    <a:pt x="275844" y="59943"/>
                  </a:lnTo>
                  <a:lnTo>
                    <a:pt x="275844" y="26035"/>
                  </a:lnTo>
                  <a:close/>
                </a:path>
                <a:path w="276225" h="275589">
                  <a:moveTo>
                    <a:pt x="41275" y="0"/>
                  </a:moveTo>
                  <a:lnTo>
                    <a:pt x="29463" y="0"/>
                  </a:lnTo>
                  <a:lnTo>
                    <a:pt x="24637" y="4825"/>
                  </a:lnTo>
                  <a:lnTo>
                    <a:pt x="24637" y="47370"/>
                  </a:lnTo>
                  <a:lnTo>
                    <a:pt x="29463" y="52196"/>
                  </a:lnTo>
                  <a:lnTo>
                    <a:pt x="41275" y="52196"/>
                  </a:lnTo>
                  <a:lnTo>
                    <a:pt x="46100" y="47370"/>
                  </a:lnTo>
                  <a:lnTo>
                    <a:pt x="46100" y="4825"/>
                  </a:lnTo>
                  <a:lnTo>
                    <a:pt x="41275" y="0"/>
                  </a:lnTo>
                  <a:close/>
                </a:path>
                <a:path w="276225" h="275589">
                  <a:moveTo>
                    <a:pt x="94106" y="0"/>
                  </a:moveTo>
                  <a:lnTo>
                    <a:pt x="82296" y="0"/>
                  </a:lnTo>
                  <a:lnTo>
                    <a:pt x="77470" y="4825"/>
                  </a:lnTo>
                  <a:lnTo>
                    <a:pt x="77470" y="47370"/>
                  </a:lnTo>
                  <a:lnTo>
                    <a:pt x="82296" y="52196"/>
                  </a:lnTo>
                  <a:lnTo>
                    <a:pt x="94106" y="52196"/>
                  </a:lnTo>
                  <a:lnTo>
                    <a:pt x="98932" y="47370"/>
                  </a:lnTo>
                  <a:lnTo>
                    <a:pt x="98932" y="4825"/>
                  </a:lnTo>
                  <a:lnTo>
                    <a:pt x="94106" y="0"/>
                  </a:lnTo>
                  <a:close/>
                </a:path>
                <a:path w="276225" h="275589">
                  <a:moveTo>
                    <a:pt x="146938" y="0"/>
                  </a:moveTo>
                  <a:lnTo>
                    <a:pt x="135127" y="0"/>
                  </a:lnTo>
                  <a:lnTo>
                    <a:pt x="130301" y="4825"/>
                  </a:lnTo>
                  <a:lnTo>
                    <a:pt x="130301" y="47370"/>
                  </a:lnTo>
                  <a:lnTo>
                    <a:pt x="135127" y="52196"/>
                  </a:lnTo>
                  <a:lnTo>
                    <a:pt x="146938" y="52196"/>
                  </a:lnTo>
                  <a:lnTo>
                    <a:pt x="151765" y="47370"/>
                  </a:lnTo>
                  <a:lnTo>
                    <a:pt x="151765" y="4825"/>
                  </a:lnTo>
                  <a:lnTo>
                    <a:pt x="146938" y="0"/>
                  </a:lnTo>
                  <a:close/>
                </a:path>
                <a:path w="276225" h="275589">
                  <a:moveTo>
                    <a:pt x="199771" y="0"/>
                  </a:moveTo>
                  <a:lnTo>
                    <a:pt x="187959" y="0"/>
                  </a:lnTo>
                  <a:lnTo>
                    <a:pt x="183133" y="4825"/>
                  </a:lnTo>
                  <a:lnTo>
                    <a:pt x="183133" y="47370"/>
                  </a:lnTo>
                  <a:lnTo>
                    <a:pt x="187959" y="52196"/>
                  </a:lnTo>
                  <a:lnTo>
                    <a:pt x="199771" y="52196"/>
                  </a:lnTo>
                  <a:lnTo>
                    <a:pt x="204597" y="47370"/>
                  </a:lnTo>
                  <a:lnTo>
                    <a:pt x="204597" y="4825"/>
                  </a:lnTo>
                  <a:lnTo>
                    <a:pt x="199771" y="0"/>
                  </a:lnTo>
                  <a:close/>
                </a:path>
                <a:path w="276225" h="275589">
                  <a:moveTo>
                    <a:pt x="252602" y="0"/>
                  </a:moveTo>
                  <a:lnTo>
                    <a:pt x="240792" y="0"/>
                  </a:lnTo>
                  <a:lnTo>
                    <a:pt x="235966" y="4825"/>
                  </a:lnTo>
                  <a:lnTo>
                    <a:pt x="235966" y="47370"/>
                  </a:lnTo>
                  <a:lnTo>
                    <a:pt x="240792" y="52196"/>
                  </a:lnTo>
                  <a:lnTo>
                    <a:pt x="252602" y="52196"/>
                  </a:lnTo>
                  <a:lnTo>
                    <a:pt x="257428" y="47370"/>
                  </a:lnTo>
                  <a:lnTo>
                    <a:pt x="257428" y="4825"/>
                  </a:lnTo>
                  <a:lnTo>
                    <a:pt x="2526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9462896" y="4324350"/>
            <a:ext cx="3741420" cy="136398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805180">
              <a:lnSpc>
                <a:spcPct val="100000"/>
              </a:lnSpc>
              <a:spcBef>
                <a:spcPts val="770"/>
              </a:spcBef>
            </a:pPr>
            <a:r>
              <a:rPr sz="2400" b="1" spc="-10" dirty="0">
                <a:solidFill>
                  <a:srgbClr val="EC7C30"/>
                </a:solidFill>
                <a:latin typeface="Microsoft JhengHei"/>
                <a:cs typeface="Microsoft JhengHei"/>
              </a:rPr>
              <a:t>情境化句型設計</a:t>
            </a:r>
            <a:endParaRPr sz="24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真實場景復現：實際交流表達方式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15" dirty="0">
                <a:solidFill>
                  <a:srgbClr val="404040"/>
                </a:solidFill>
                <a:latin typeface="Microsoft JhengHei"/>
                <a:cs typeface="Microsoft JhengHei"/>
              </a:rPr>
              <a:t>交流目的導向：不同交流目的功能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文化適切性：文化習慣交際禮儀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27" name="Text Placeholder 1">
            <a:extLst>
              <a:ext uri="{FF2B5EF4-FFF2-40B4-BE49-F238E27FC236}">
                <a16:creationId xmlns:a16="http://schemas.microsoft.com/office/drawing/2014/main" id="{4FE8492D-3AC6-7ED4-BEB7-789BE11B9975}"/>
              </a:ext>
            </a:extLst>
          </p:cNvPr>
          <p:cNvSpPr txBox="1">
            <a:spLocks/>
          </p:cNvSpPr>
          <p:nvPr/>
        </p:nvSpPr>
        <p:spPr>
          <a:xfrm>
            <a:off x="293643" y="320505"/>
            <a:ext cx="5714438" cy="86909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跟讀練習提示設計</a:t>
            </a:r>
            <a:endParaRPr lang="en-US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27776" y="3000755"/>
            <a:ext cx="2396490" cy="2741930"/>
            <a:chOff x="5827776" y="3000755"/>
            <a:chExt cx="2396490" cy="27419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27776" y="3000755"/>
              <a:ext cx="2396362" cy="262039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326505" y="3499357"/>
              <a:ext cx="1415415" cy="2243455"/>
            </a:xfrm>
            <a:custGeom>
              <a:avLst/>
              <a:gdLst/>
              <a:ahLst/>
              <a:cxnLst/>
              <a:rect l="l" t="t" r="r" b="b"/>
              <a:pathLst>
                <a:path w="1415415" h="2243454">
                  <a:moveTo>
                    <a:pt x="996315" y="2137156"/>
                  </a:moveTo>
                  <a:lnTo>
                    <a:pt x="419100" y="2137156"/>
                  </a:lnTo>
                  <a:lnTo>
                    <a:pt x="459625" y="2168144"/>
                  </a:lnTo>
                  <a:lnTo>
                    <a:pt x="503720" y="2194217"/>
                  </a:lnTo>
                  <a:lnTo>
                    <a:pt x="550989" y="2215057"/>
                  </a:lnTo>
                  <a:lnTo>
                    <a:pt x="600989" y="2230348"/>
                  </a:lnTo>
                  <a:lnTo>
                    <a:pt x="653351" y="2239746"/>
                  </a:lnTo>
                  <a:lnTo>
                    <a:pt x="707644" y="2242947"/>
                  </a:lnTo>
                  <a:lnTo>
                    <a:pt x="761974" y="2239746"/>
                  </a:lnTo>
                  <a:lnTo>
                    <a:pt x="814374" y="2230348"/>
                  </a:lnTo>
                  <a:lnTo>
                    <a:pt x="864400" y="2215057"/>
                  </a:lnTo>
                  <a:lnTo>
                    <a:pt x="911669" y="2194217"/>
                  </a:lnTo>
                  <a:lnTo>
                    <a:pt x="955776" y="2168144"/>
                  </a:lnTo>
                  <a:lnTo>
                    <a:pt x="996315" y="2137156"/>
                  </a:lnTo>
                  <a:close/>
                </a:path>
                <a:path w="1415415" h="2243454">
                  <a:moveTo>
                    <a:pt x="1061466" y="2002282"/>
                  </a:moveTo>
                  <a:lnTo>
                    <a:pt x="1055331" y="1971865"/>
                  </a:lnTo>
                  <a:lnTo>
                    <a:pt x="1038606" y="1947037"/>
                  </a:lnTo>
                  <a:lnTo>
                    <a:pt x="1013777" y="1930311"/>
                  </a:lnTo>
                  <a:lnTo>
                    <a:pt x="983361" y="1924177"/>
                  </a:lnTo>
                  <a:lnTo>
                    <a:pt x="432054" y="1924177"/>
                  </a:lnTo>
                  <a:lnTo>
                    <a:pt x="401624" y="1930311"/>
                  </a:lnTo>
                  <a:lnTo>
                    <a:pt x="376809" y="1947037"/>
                  </a:lnTo>
                  <a:lnTo>
                    <a:pt x="360070" y="1971865"/>
                  </a:lnTo>
                  <a:lnTo>
                    <a:pt x="353949" y="2002282"/>
                  </a:lnTo>
                  <a:lnTo>
                    <a:pt x="360070" y="2032635"/>
                  </a:lnTo>
                  <a:lnTo>
                    <a:pt x="376809" y="2057425"/>
                  </a:lnTo>
                  <a:lnTo>
                    <a:pt x="401624" y="2074138"/>
                  </a:lnTo>
                  <a:lnTo>
                    <a:pt x="432054" y="2080260"/>
                  </a:lnTo>
                  <a:lnTo>
                    <a:pt x="983361" y="2080260"/>
                  </a:lnTo>
                  <a:lnTo>
                    <a:pt x="1013777" y="2074138"/>
                  </a:lnTo>
                  <a:lnTo>
                    <a:pt x="1038606" y="2057425"/>
                  </a:lnTo>
                  <a:lnTo>
                    <a:pt x="1055331" y="2032635"/>
                  </a:lnTo>
                  <a:lnTo>
                    <a:pt x="1061466" y="2002282"/>
                  </a:lnTo>
                  <a:close/>
                </a:path>
                <a:path w="1415415" h="2243454">
                  <a:moveTo>
                    <a:pt x="1061466" y="1789176"/>
                  </a:moveTo>
                  <a:lnTo>
                    <a:pt x="1055331" y="1758810"/>
                  </a:lnTo>
                  <a:lnTo>
                    <a:pt x="1038606" y="1733981"/>
                  </a:lnTo>
                  <a:lnTo>
                    <a:pt x="1013777" y="1717230"/>
                  </a:lnTo>
                  <a:lnTo>
                    <a:pt x="983361" y="1711071"/>
                  </a:lnTo>
                  <a:lnTo>
                    <a:pt x="432054" y="1711071"/>
                  </a:lnTo>
                  <a:lnTo>
                    <a:pt x="401624" y="1717230"/>
                  </a:lnTo>
                  <a:lnTo>
                    <a:pt x="376809" y="1733981"/>
                  </a:lnTo>
                  <a:lnTo>
                    <a:pt x="360070" y="1758810"/>
                  </a:lnTo>
                  <a:lnTo>
                    <a:pt x="353949" y="1789176"/>
                  </a:lnTo>
                  <a:lnTo>
                    <a:pt x="360070" y="1819605"/>
                  </a:lnTo>
                  <a:lnTo>
                    <a:pt x="376809" y="1844421"/>
                  </a:lnTo>
                  <a:lnTo>
                    <a:pt x="401624" y="1861159"/>
                  </a:lnTo>
                  <a:lnTo>
                    <a:pt x="432054" y="1867281"/>
                  </a:lnTo>
                  <a:lnTo>
                    <a:pt x="983361" y="1867281"/>
                  </a:lnTo>
                  <a:lnTo>
                    <a:pt x="1013777" y="1861159"/>
                  </a:lnTo>
                  <a:lnTo>
                    <a:pt x="1038606" y="1844421"/>
                  </a:lnTo>
                  <a:lnTo>
                    <a:pt x="1055331" y="1819605"/>
                  </a:lnTo>
                  <a:lnTo>
                    <a:pt x="1061466" y="1789176"/>
                  </a:lnTo>
                  <a:close/>
                </a:path>
                <a:path w="1415415" h="2243454">
                  <a:moveTo>
                    <a:pt x="1415288" y="702818"/>
                  </a:moveTo>
                  <a:lnTo>
                    <a:pt x="1413649" y="654710"/>
                  </a:lnTo>
                  <a:lnTo>
                    <a:pt x="1408823" y="607466"/>
                  </a:lnTo>
                  <a:lnTo>
                    <a:pt x="1400911" y="561200"/>
                  </a:lnTo>
                  <a:lnTo>
                    <a:pt x="1390015" y="516001"/>
                  </a:lnTo>
                  <a:lnTo>
                    <a:pt x="1376235" y="471995"/>
                  </a:lnTo>
                  <a:lnTo>
                    <a:pt x="1359687" y="429272"/>
                  </a:lnTo>
                  <a:lnTo>
                    <a:pt x="1340472" y="387946"/>
                  </a:lnTo>
                  <a:lnTo>
                    <a:pt x="1318691" y="348119"/>
                  </a:lnTo>
                  <a:lnTo>
                    <a:pt x="1294447" y="309892"/>
                  </a:lnTo>
                  <a:lnTo>
                    <a:pt x="1267866" y="273367"/>
                  </a:lnTo>
                  <a:lnTo>
                    <a:pt x="1239024" y="238658"/>
                  </a:lnTo>
                  <a:lnTo>
                    <a:pt x="1208049" y="205879"/>
                  </a:lnTo>
                  <a:lnTo>
                    <a:pt x="1175042" y="175107"/>
                  </a:lnTo>
                  <a:lnTo>
                    <a:pt x="1140091" y="146456"/>
                  </a:lnTo>
                  <a:lnTo>
                    <a:pt x="1103325" y="120053"/>
                  </a:lnTo>
                  <a:lnTo>
                    <a:pt x="1064831" y="95973"/>
                  </a:lnTo>
                  <a:lnTo>
                    <a:pt x="1024737" y="74333"/>
                  </a:lnTo>
                  <a:lnTo>
                    <a:pt x="983119" y="55245"/>
                  </a:lnTo>
                  <a:lnTo>
                    <a:pt x="940104" y="38798"/>
                  </a:lnTo>
                  <a:lnTo>
                    <a:pt x="895781" y="25120"/>
                  </a:lnTo>
                  <a:lnTo>
                    <a:pt x="850277" y="14287"/>
                  </a:lnTo>
                  <a:lnTo>
                    <a:pt x="803681" y="6426"/>
                  </a:lnTo>
                  <a:lnTo>
                    <a:pt x="756094" y="1625"/>
                  </a:lnTo>
                  <a:lnTo>
                    <a:pt x="707644" y="0"/>
                  </a:lnTo>
                  <a:lnTo>
                    <a:pt x="659193" y="1625"/>
                  </a:lnTo>
                  <a:lnTo>
                    <a:pt x="611619" y="6426"/>
                  </a:lnTo>
                  <a:lnTo>
                    <a:pt x="565035" y="14287"/>
                  </a:lnTo>
                  <a:lnTo>
                    <a:pt x="519531" y="25120"/>
                  </a:lnTo>
                  <a:lnTo>
                    <a:pt x="475221" y="38798"/>
                  </a:lnTo>
                  <a:lnTo>
                    <a:pt x="432206" y="55245"/>
                  </a:lnTo>
                  <a:lnTo>
                    <a:pt x="390601" y="74333"/>
                  </a:lnTo>
                  <a:lnTo>
                    <a:pt x="350494" y="95973"/>
                  </a:lnTo>
                  <a:lnTo>
                    <a:pt x="312000" y="120053"/>
                  </a:lnTo>
                  <a:lnTo>
                    <a:pt x="275234" y="146456"/>
                  </a:lnTo>
                  <a:lnTo>
                    <a:pt x="240284" y="175107"/>
                  </a:lnTo>
                  <a:lnTo>
                    <a:pt x="207276" y="205879"/>
                  </a:lnTo>
                  <a:lnTo>
                    <a:pt x="176288" y="238658"/>
                  </a:lnTo>
                  <a:lnTo>
                    <a:pt x="147447" y="273367"/>
                  </a:lnTo>
                  <a:lnTo>
                    <a:pt x="120853" y="309892"/>
                  </a:lnTo>
                  <a:lnTo>
                    <a:pt x="96621" y="348119"/>
                  </a:lnTo>
                  <a:lnTo>
                    <a:pt x="74828" y="387946"/>
                  </a:lnTo>
                  <a:lnTo>
                    <a:pt x="55613" y="429272"/>
                  </a:lnTo>
                  <a:lnTo>
                    <a:pt x="39052" y="471995"/>
                  </a:lnTo>
                  <a:lnTo>
                    <a:pt x="25273" y="516001"/>
                  </a:lnTo>
                  <a:lnTo>
                    <a:pt x="14376" y="561200"/>
                  </a:lnTo>
                  <a:lnTo>
                    <a:pt x="6451" y="607466"/>
                  </a:lnTo>
                  <a:lnTo>
                    <a:pt x="1625" y="654710"/>
                  </a:lnTo>
                  <a:lnTo>
                    <a:pt x="0" y="702818"/>
                  </a:lnTo>
                  <a:lnTo>
                    <a:pt x="1816" y="753643"/>
                  </a:lnTo>
                  <a:lnTo>
                    <a:pt x="7213" y="803478"/>
                  </a:lnTo>
                  <a:lnTo>
                    <a:pt x="16078" y="852208"/>
                  </a:lnTo>
                  <a:lnTo>
                    <a:pt x="28295" y="899680"/>
                  </a:lnTo>
                  <a:lnTo>
                    <a:pt x="43738" y="945781"/>
                  </a:lnTo>
                  <a:lnTo>
                    <a:pt x="62306" y="990358"/>
                  </a:lnTo>
                  <a:lnTo>
                    <a:pt x="83883" y="1033297"/>
                  </a:lnTo>
                  <a:lnTo>
                    <a:pt x="108369" y="1074445"/>
                  </a:lnTo>
                  <a:lnTo>
                    <a:pt x="135636" y="1113663"/>
                  </a:lnTo>
                  <a:lnTo>
                    <a:pt x="133477" y="1113663"/>
                  </a:lnTo>
                  <a:lnTo>
                    <a:pt x="160985" y="1148067"/>
                  </a:lnTo>
                  <a:lnTo>
                    <a:pt x="187426" y="1184389"/>
                  </a:lnTo>
                  <a:lnTo>
                    <a:pt x="212750" y="1222603"/>
                  </a:lnTo>
                  <a:lnTo>
                    <a:pt x="236905" y="1262621"/>
                  </a:lnTo>
                  <a:lnTo>
                    <a:pt x="259842" y="1304378"/>
                  </a:lnTo>
                  <a:lnTo>
                    <a:pt x="281520" y="1347825"/>
                  </a:lnTo>
                  <a:lnTo>
                    <a:pt x="301891" y="1392885"/>
                  </a:lnTo>
                  <a:lnTo>
                    <a:pt x="320916" y="1439481"/>
                  </a:lnTo>
                  <a:lnTo>
                    <a:pt x="338531" y="1487576"/>
                  </a:lnTo>
                  <a:lnTo>
                    <a:pt x="354698" y="1537081"/>
                  </a:lnTo>
                  <a:lnTo>
                    <a:pt x="369379" y="1587931"/>
                  </a:lnTo>
                  <a:lnTo>
                    <a:pt x="382524" y="1640078"/>
                  </a:lnTo>
                  <a:lnTo>
                    <a:pt x="1032891" y="1640078"/>
                  </a:lnTo>
                  <a:lnTo>
                    <a:pt x="1046022" y="1587931"/>
                  </a:lnTo>
                  <a:lnTo>
                    <a:pt x="1060704" y="1537081"/>
                  </a:lnTo>
                  <a:lnTo>
                    <a:pt x="1076871" y="1487576"/>
                  </a:lnTo>
                  <a:lnTo>
                    <a:pt x="1094486" y="1439481"/>
                  </a:lnTo>
                  <a:lnTo>
                    <a:pt x="1113510" y="1392885"/>
                  </a:lnTo>
                  <a:lnTo>
                    <a:pt x="1133881" y="1347825"/>
                  </a:lnTo>
                  <a:lnTo>
                    <a:pt x="1155560" y="1304378"/>
                  </a:lnTo>
                  <a:lnTo>
                    <a:pt x="1178496" y="1262621"/>
                  </a:lnTo>
                  <a:lnTo>
                    <a:pt x="1202651" y="1222603"/>
                  </a:lnTo>
                  <a:lnTo>
                    <a:pt x="1227975" y="1184389"/>
                  </a:lnTo>
                  <a:lnTo>
                    <a:pt x="1254417" y="1148067"/>
                  </a:lnTo>
                  <a:lnTo>
                    <a:pt x="1281938" y="1113663"/>
                  </a:lnTo>
                  <a:lnTo>
                    <a:pt x="1279779" y="1113663"/>
                  </a:lnTo>
                  <a:lnTo>
                    <a:pt x="1307033" y="1074445"/>
                  </a:lnTo>
                  <a:lnTo>
                    <a:pt x="1331493" y="1033297"/>
                  </a:lnTo>
                  <a:lnTo>
                    <a:pt x="1353058" y="990358"/>
                  </a:lnTo>
                  <a:lnTo>
                    <a:pt x="1371612" y="945781"/>
                  </a:lnTo>
                  <a:lnTo>
                    <a:pt x="1387043" y="899680"/>
                  </a:lnTo>
                  <a:lnTo>
                    <a:pt x="1399222" y="852208"/>
                  </a:lnTo>
                  <a:lnTo>
                    <a:pt x="1408074" y="803478"/>
                  </a:lnTo>
                  <a:lnTo>
                    <a:pt x="1413459" y="753643"/>
                  </a:lnTo>
                  <a:lnTo>
                    <a:pt x="1415288" y="702818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421369" y="2338197"/>
            <a:ext cx="798830" cy="798830"/>
          </a:xfrm>
          <a:custGeom>
            <a:avLst/>
            <a:gdLst/>
            <a:ahLst/>
            <a:cxnLst/>
            <a:rect l="l" t="t" r="r" b="b"/>
            <a:pathLst>
              <a:path w="798829" h="798830">
                <a:moveTo>
                  <a:pt x="399414" y="0"/>
                </a:moveTo>
                <a:lnTo>
                  <a:pt x="352833" y="2685"/>
                </a:lnTo>
                <a:lnTo>
                  <a:pt x="307830" y="10541"/>
                </a:lnTo>
                <a:lnTo>
                  <a:pt x="264705" y="23269"/>
                </a:lnTo>
                <a:lnTo>
                  <a:pt x="223758" y="40570"/>
                </a:lnTo>
                <a:lnTo>
                  <a:pt x="185289" y="62145"/>
                </a:lnTo>
                <a:lnTo>
                  <a:pt x="149597" y="87694"/>
                </a:lnTo>
                <a:lnTo>
                  <a:pt x="116982" y="116919"/>
                </a:lnTo>
                <a:lnTo>
                  <a:pt x="87744" y="149520"/>
                </a:lnTo>
                <a:lnTo>
                  <a:pt x="62182" y="185199"/>
                </a:lnTo>
                <a:lnTo>
                  <a:pt x="40595" y="223656"/>
                </a:lnTo>
                <a:lnTo>
                  <a:pt x="23284" y="264593"/>
                </a:lnTo>
                <a:lnTo>
                  <a:pt x="10548" y="307710"/>
                </a:lnTo>
                <a:lnTo>
                  <a:pt x="2687" y="352708"/>
                </a:lnTo>
                <a:lnTo>
                  <a:pt x="0" y="399288"/>
                </a:lnTo>
                <a:lnTo>
                  <a:pt x="2687" y="445869"/>
                </a:lnTo>
                <a:lnTo>
                  <a:pt x="10548" y="490872"/>
                </a:lnTo>
                <a:lnTo>
                  <a:pt x="23284" y="533997"/>
                </a:lnTo>
                <a:lnTo>
                  <a:pt x="40595" y="574944"/>
                </a:lnTo>
                <a:lnTo>
                  <a:pt x="62182" y="613413"/>
                </a:lnTo>
                <a:lnTo>
                  <a:pt x="87744" y="649105"/>
                </a:lnTo>
                <a:lnTo>
                  <a:pt x="116982" y="681720"/>
                </a:lnTo>
                <a:lnTo>
                  <a:pt x="149597" y="710958"/>
                </a:lnTo>
                <a:lnTo>
                  <a:pt x="185289" y="736520"/>
                </a:lnTo>
                <a:lnTo>
                  <a:pt x="223758" y="758107"/>
                </a:lnTo>
                <a:lnTo>
                  <a:pt x="264705" y="775418"/>
                </a:lnTo>
                <a:lnTo>
                  <a:pt x="307830" y="788154"/>
                </a:lnTo>
                <a:lnTo>
                  <a:pt x="352833" y="796015"/>
                </a:lnTo>
                <a:lnTo>
                  <a:pt x="399414" y="798702"/>
                </a:lnTo>
                <a:lnTo>
                  <a:pt x="445971" y="796015"/>
                </a:lnTo>
                <a:lnTo>
                  <a:pt x="490952" y="788154"/>
                </a:lnTo>
                <a:lnTo>
                  <a:pt x="534059" y="775418"/>
                </a:lnTo>
                <a:lnTo>
                  <a:pt x="574990" y="758107"/>
                </a:lnTo>
                <a:lnTo>
                  <a:pt x="613447" y="736520"/>
                </a:lnTo>
                <a:lnTo>
                  <a:pt x="649128" y="710958"/>
                </a:lnTo>
                <a:lnTo>
                  <a:pt x="681736" y="681720"/>
                </a:lnTo>
                <a:lnTo>
                  <a:pt x="710968" y="649105"/>
                </a:lnTo>
                <a:lnTo>
                  <a:pt x="736526" y="613413"/>
                </a:lnTo>
                <a:lnTo>
                  <a:pt x="758110" y="574944"/>
                </a:lnTo>
                <a:lnTo>
                  <a:pt x="775419" y="533997"/>
                </a:lnTo>
                <a:lnTo>
                  <a:pt x="788154" y="490872"/>
                </a:lnTo>
                <a:lnTo>
                  <a:pt x="796016" y="445869"/>
                </a:lnTo>
                <a:lnTo>
                  <a:pt x="798702" y="399288"/>
                </a:lnTo>
                <a:lnTo>
                  <a:pt x="796016" y="352708"/>
                </a:lnTo>
                <a:lnTo>
                  <a:pt x="788154" y="307710"/>
                </a:lnTo>
                <a:lnTo>
                  <a:pt x="775419" y="264593"/>
                </a:lnTo>
                <a:lnTo>
                  <a:pt x="758110" y="223656"/>
                </a:lnTo>
                <a:lnTo>
                  <a:pt x="736526" y="185199"/>
                </a:lnTo>
                <a:lnTo>
                  <a:pt x="710968" y="149520"/>
                </a:lnTo>
                <a:lnTo>
                  <a:pt x="681736" y="116919"/>
                </a:lnTo>
                <a:lnTo>
                  <a:pt x="649128" y="87694"/>
                </a:lnTo>
                <a:lnTo>
                  <a:pt x="613447" y="62145"/>
                </a:lnTo>
                <a:lnTo>
                  <a:pt x="574990" y="40570"/>
                </a:lnTo>
                <a:lnTo>
                  <a:pt x="534059" y="23269"/>
                </a:lnTo>
                <a:lnTo>
                  <a:pt x="490952" y="10541"/>
                </a:lnTo>
                <a:lnTo>
                  <a:pt x="445971" y="2685"/>
                </a:lnTo>
                <a:lnTo>
                  <a:pt x="399414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98085" y="6541389"/>
            <a:ext cx="844550" cy="798830"/>
          </a:xfrm>
          <a:custGeom>
            <a:avLst/>
            <a:gdLst/>
            <a:ahLst/>
            <a:cxnLst/>
            <a:rect l="l" t="t" r="r" b="b"/>
            <a:pathLst>
              <a:path w="844550" h="798829">
                <a:moveTo>
                  <a:pt x="422148" y="0"/>
                </a:moveTo>
                <a:lnTo>
                  <a:pt x="372911" y="2686"/>
                </a:lnTo>
                <a:lnTo>
                  <a:pt x="325345" y="10548"/>
                </a:lnTo>
                <a:lnTo>
                  <a:pt x="279764" y="23283"/>
                </a:lnTo>
                <a:lnTo>
                  <a:pt x="236486" y="40592"/>
                </a:lnTo>
                <a:lnTo>
                  <a:pt x="195827" y="62176"/>
                </a:lnTo>
                <a:lnTo>
                  <a:pt x="158105" y="87734"/>
                </a:lnTo>
                <a:lnTo>
                  <a:pt x="123634" y="116967"/>
                </a:lnTo>
                <a:lnTo>
                  <a:pt x="92732" y="149574"/>
                </a:lnTo>
                <a:lnTo>
                  <a:pt x="65716" y="185255"/>
                </a:lnTo>
                <a:lnTo>
                  <a:pt x="42903" y="223712"/>
                </a:lnTo>
                <a:lnTo>
                  <a:pt x="24607" y="264643"/>
                </a:lnTo>
                <a:lnTo>
                  <a:pt x="11147" y="307750"/>
                </a:lnTo>
                <a:lnTo>
                  <a:pt x="2839" y="352731"/>
                </a:lnTo>
                <a:lnTo>
                  <a:pt x="0" y="399288"/>
                </a:lnTo>
                <a:lnTo>
                  <a:pt x="2839" y="445871"/>
                </a:lnTo>
                <a:lnTo>
                  <a:pt x="11147" y="490876"/>
                </a:lnTo>
                <a:lnTo>
                  <a:pt x="24607" y="534001"/>
                </a:lnTo>
                <a:lnTo>
                  <a:pt x="42903" y="574947"/>
                </a:lnTo>
                <a:lnTo>
                  <a:pt x="65716" y="613415"/>
                </a:lnTo>
                <a:lnTo>
                  <a:pt x="92732" y="649105"/>
                </a:lnTo>
                <a:lnTo>
                  <a:pt x="123634" y="681718"/>
                </a:lnTo>
                <a:lnTo>
                  <a:pt x="158105" y="710954"/>
                </a:lnTo>
                <a:lnTo>
                  <a:pt x="195827" y="736515"/>
                </a:lnTo>
                <a:lnTo>
                  <a:pt x="236486" y="758099"/>
                </a:lnTo>
                <a:lnTo>
                  <a:pt x="279764" y="775408"/>
                </a:lnTo>
                <a:lnTo>
                  <a:pt x="325345" y="788143"/>
                </a:lnTo>
                <a:lnTo>
                  <a:pt x="372911" y="796003"/>
                </a:lnTo>
                <a:lnTo>
                  <a:pt x="422148" y="798690"/>
                </a:lnTo>
                <a:lnTo>
                  <a:pt x="471358" y="796003"/>
                </a:lnTo>
                <a:lnTo>
                  <a:pt x="518903" y="788143"/>
                </a:lnTo>
                <a:lnTo>
                  <a:pt x="564466" y="775408"/>
                </a:lnTo>
                <a:lnTo>
                  <a:pt x="607728" y="758099"/>
                </a:lnTo>
                <a:lnTo>
                  <a:pt x="648374" y="736515"/>
                </a:lnTo>
                <a:lnTo>
                  <a:pt x="686087" y="710954"/>
                </a:lnTo>
                <a:lnTo>
                  <a:pt x="720550" y="681718"/>
                </a:lnTo>
                <a:lnTo>
                  <a:pt x="751446" y="649105"/>
                </a:lnTo>
                <a:lnTo>
                  <a:pt x="778457" y="613415"/>
                </a:lnTo>
                <a:lnTo>
                  <a:pt x="801268" y="574947"/>
                </a:lnTo>
                <a:lnTo>
                  <a:pt x="819562" y="534001"/>
                </a:lnTo>
                <a:lnTo>
                  <a:pt x="833021" y="490876"/>
                </a:lnTo>
                <a:lnTo>
                  <a:pt x="841329" y="445871"/>
                </a:lnTo>
                <a:lnTo>
                  <a:pt x="844168" y="399288"/>
                </a:lnTo>
                <a:lnTo>
                  <a:pt x="841329" y="352731"/>
                </a:lnTo>
                <a:lnTo>
                  <a:pt x="833021" y="307750"/>
                </a:lnTo>
                <a:lnTo>
                  <a:pt x="819562" y="264643"/>
                </a:lnTo>
                <a:lnTo>
                  <a:pt x="801268" y="223712"/>
                </a:lnTo>
                <a:lnTo>
                  <a:pt x="778457" y="185255"/>
                </a:lnTo>
                <a:lnTo>
                  <a:pt x="751446" y="149574"/>
                </a:lnTo>
                <a:lnTo>
                  <a:pt x="720550" y="116967"/>
                </a:lnTo>
                <a:lnTo>
                  <a:pt x="686087" y="87734"/>
                </a:lnTo>
                <a:lnTo>
                  <a:pt x="648374" y="62176"/>
                </a:lnTo>
                <a:lnTo>
                  <a:pt x="607728" y="40592"/>
                </a:lnTo>
                <a:lnTo>
                  <a:pt x="564466" y="23283"/>
                </a:lnTo>
                <a:lnTo>
                  <a:pt x="518903" y="10548"/>
                </a:lnTo>
                <a:lnTo>
                  <a:pt x="471358" y="2686"/>
                </a:lnTo>
                <a:lnTo>
                  <a:pt x="422148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239765" y="2336419"/>
            <a:ext cx="798830" cy="798830"/>
          </a:xfrm>
          <a:custGeom>
            <a:avLst/>
            <a:gdLst/>
            <a:ahLst/>
            <a:cxnLst/>
            <a:rect l="l" t="t" r="r" b="b"/>
            <a:pathLst>
              <a:path w="798829" h="798830">
                <a:moveTo>
                  <a:pt x="399414" y="0"/>
                </a:moveTo>
                <a:lnTo>
                  <a:pt x="352833" y="2686"/>
                </a:lnTo>
                <a:lnTo>
                  <a:pt x="307830" y="10548"/>
                </a:lnTo>
                <a:lnTo>
                  <a:pt x="264705" y="23283"/>
                </a:lnTo>
                <a:lnTo>
                  <a:pt x="223758" y="40592"/>
                </a:lnTo>
                <a:lnTo>
                  <a:pt x="185289" y="62176"/>
                </a:lnTo>
                <a:lnTo>
                  <a:pt x="149597" y="87734"/>
                </a:lnTo>
                <a:lnTo>
                  <a:pt x="116982" y="116967"/>
                </a:lnTo>
                <a:lnTo>
                  <a:pt x="87744" y="149574"/>
                </a:lnTo>
                <a:lnTo>
                  <a:pt x="62182" y="185255"/>
                </a:lnTo>
                <a:lnTo>
                  <a:pt x="40595" y="223712"/>
                </a:lnTo>
                <a:lnTo>
                  <a:pt x="23284" y="264643"/>
                </a:lnTo>
                <a:lnTo>
                  <a:pt x="10548" y="307750"/>
                </a:lnTo>
                <a:lnTo>
                  <a:pt x="2687" y="352731"/>
                </a:lnTo>
                <a:lnTo>
                  <a:pt x="0" y="399288"/>
                </a:lnTo>
                <a:lnTo>
                  <a:pt x="2687" y="445869"/>
                </a:lnTo>
                <a:lnTo>
                  <a:pt x="10548" y="490872"/>
                </a:lnTo>
                <a:lnTo>
                  <a:pt x="23284" y="533997"/>
                </a:lnTo>
                <a:lnTo>
                  <a:pt x="40595" y="574944"/>
                </a:lnTo>
                <a:lnTo>
                  <a:pt x="62182" y="613413"/>
                </a:lnTo>
                <a:lnTo>
                  <a:pt x="87744" y="649105"/>
                </a:lnTo>
                <a:lnTo>
                  <a:pt x="116982" y="681720"/>
                </a:lnTo>
                <a:lnTo>
                  <a:pt x="149597" y="710958"/>
                </a:lnTo>
                <a:lnTo>
                  <a:pt x="185289" y="736520"/>
                </a:lnTo>
                <a:lnTo>
                  <a:pt x="223758" y="758107"/>
                </a:lnTo>
                <a:lnTo>
                  <a:pt x="264705" y="775418"/>
                </a:lnTo>
                <a:lnTo>
                  <a:pt x="307830" y="788154"/>
                </a:lnTo>
                <a:lnTo>
                  <a:pt x="352833" y="796015"/>
                </a:lnTo>
                <a:lnTo>
                  <a:pt x="399414" y="798702"/>
                </a:lnTo>
                <a:lnTo>
                  <a:pt x="445971" y="796015"/>
                </a:lnTo>
                <a:lnTo>
                  <a:pt x="490952" y="788154"/>
                </a:lnTo>
                <a:lnTo>
                  <a:pt x="534059" y="775418"/>
                </a:lnTo>
                <a:lnTo>
                  <a:pt x="574990" y="758107"/>
                </a:lnTo>
                <a:lnTo>
                  <a:pt x="613447" y="736520"/>
                </a:lnTo>
                <a:lnTo>
                  <a:pt x="649128" y="710958"/>
                </a:lnTo>
                <a:lnTo>
                  <a:pt x="681736" y="681720"/>
                </a:lnTo>
                <a:lnTo>
                  <a:pt x="710968" y="649105"/>
                </a:lnTo>
                <a:lnTo>
                  <a:pt x="736526" y="613413"/>
                </a:lnTo>
                <a:lnTo>
                  <a:pt x="758110" y="574944"/>
                </a:lnTo>
                <a:lnTo>
                  <a:pt x="775419" y="533997"/>
                </a:lnTo>
                <a:lnTo>
                  <a:pt x="788154" y="490872"/>
                </a:lnTo>
                <a:lnTo>
                  <a:pt x="796016" y="445869"/>
                </a:lnTo>
                <a:lnTo>
                  <a:pt x="798703" y="399288"/>
                </a:lnTo>
                <a:lnTo>
                  <a:pt x="796016" y="352731"/>
                </a:lnTo>
                <a:lnTo>
                  <a:pt x="788154" y="307750"/>
                </a:lnTo>
                <a:lnTo>
                  <a:pt x="775419" y="264643"/>
                </a:lnTo>
                <a:lnTo>
                  <a:pt x="758110" y="223712"/>
                </a:lnTo>
                <a:lnTo>
                  <a:pt x="736526" y="185255"/>
                </a:lnTo>
                <a:lnTo>
                  <a:pt x="710968" y="149574"/>
                </a:lnTo>
                <a:lnTo>
                  <a:pt x="681736" y="116966"/>
                </a:lnTo>
                <a:lnTo>
                  <a:pt x="649128" y="87734"/>
                </a:lnTo>
                <a:lnTo>
                  <a:pt x="613447" y="62176"/>
                </a:lnTo>
                <a:lnTo>
                  <a:pt x="574990" y="40592"/>
                </a:lnTo>
                <a:lnTo>
                  <a:pt x="534059" y="23283"/>
                </a:lnTo>
                <a:lnTo>
                  <a:pt x="490952" y="10548"/>
                </a:lnTo>
                <a:lnTo>
                  <a:pt x="445971" y="2686"/>
                </a:lnTo>
                <a:lnTo>
                  <a:pt x="399414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5209413" y="4295775"/>
            <a:ext cx="798830" cy="798830"/>
            <a:chOff x="5209413" y="4295775"/>
            <a:chExt cx="798830" cy="798830"/>
          </a:xfrm>
        </p:grpSpPr>
        <p:sp>
          <p:nvSpPr>
            <p:cNvPr id="9" name="object 9"/>
            <p:cNvSpPr/>
            <p:nvPr/>
          </p:nvSpPr>
          <p:spPr>
            <a:xfrm>
              <a:off x="5209413" y="4295775"/>
              <a:ext cx="798830" cy="798830"/>
            </a:xfrm>
            <a:custGeom>
              <a:avLst/>
              <a:gdLst/>
              <a:ahLst/>
              <a:cxnLst/>
              <a:rect l="l" t="t" r="r" b="b"/>
              <a:pathLst>
                <a:path w="798829" h="798829">
                  <a:moveTo>
                    <a:pt x="399288" y="0"/>
                  </a:moveTo>
                  <a:lnTo>
                    <a:pt x="352731" y="2686"/>
                  </a:lnTo>
                  <a:lnTo>
                    <a:pt x="307750" y="10548"/>
                  </a:lnTo>
                  <a:lnTo>
                    <a:pt x="264643" y="23283"/>
                  </a:lnTo>
                  <a:lnTo>
                    <a:pt x="223712" y="40592"/>
                  </a:lnTo>
                  <a:lnTo>
                    <a:pt x="185255" y="62176"/>
                  </a:lnTo>
                  <a:lnTo>
                    <a:pt x="149574" y="87734"/>
                  </a:lnTo>
                  <a:lnTo>
                    <a:pt x="116966" y="116967"/>
                  </a:lnTo>
                  <a:lnTo>
                    <a:pt x="87734" y="149574"/>
                  </a:lnTo>
                  <a:lnTo>
                    <a:pt x="62176" y="185255"/>
                  </a:lnTo>
                  <a:lnTo>
                    <a:pt x="40592" y="223712"/>
                  </a:lnTo>
                  <a:lnTo>
                    <a:pt x="23283" y="264643"/>
                  </a:lnTo>
                  <a:lnTo>
                    <a:pt x="10548" y="307750"/>
                  </a:lnTo>
                  <a:lnTo>
                    <a:pt x="2686" y="352731"/>
                  </a:lnTo>
                  <a:lnTo>
                    <a:pt x="0" y="399288"/>
                  </a:lnTo>
                  <a:lnTo>
                    <a:pt x="2686" y="445869"/>
                  </a:lnTo>
                  <a:lnTo>
                    <a:pt x="10548" y="490872"/>
                  </a:lnTo>
                  <a:lnTo>
                    <a:pt x="23283" y="533997"/>
                  </a:lnTo>
                  <a:lnTo>
                    <a:pt x="40592" y="574944"/>
                  </a:lnTo>
                  <a:lnTo>
                    <a:pt x="62176" y="613413"/>
                  </a:lnTo>
                  <a:lnTo>
                    <a:pt x="87734" y="649105"/>
                  </a:lnTo>
                  <a:lnTo>
                    <a:pt x="116967" y="681720"/>
                  </a:lnTo>
                  <a:lnTo>
                    <a:pt x="149574" y="710958"/>
                  </a:lnTo>
                  <a:lnTo>
                    <a:pt x="185255" y="736520"/>
                  </a:lnTo>
                  <a:lnTo>
                    <a:pt x="223712" y="758107"/>
                  </a:lnTo>
                  <a:lnTo>
                    <a:pt x="264643" y="775418"/>
                  </a:lnTo>
                  <a:lnTo>
                    <a:pt x="307750" y="788154"/>
                  </a:lnTo>
                  <a:lnTo>
                    <a:pt x="352731" y="796015"/>
                  </a:lnTo>
                  <a:lnTo>
                    <a:pt x="399288" y="798702"/>
                  </a:lnTo>
                  <a:lnTo>
                    <a:pt x="445869" y="796015"/>
                  </a:lnTo>
                  <a:lnTo>
                    <a:pt x="490872" y="788154"/>
                  </a:lnTo>
                  <a:lnTo>
                    <a:pt x="533997" y="775418"/>
                  </a:lnTo>
                  <a:lnTo>
                    <a:pt x="574944" y="758107"/>
                  </a:lnTo>
                  <a:lnTo>
                    <a:pt x="613413" y="736520"/>
                  </a:lnTo>
                  <a:lnTo>
                    <a:pt x="649105" y="710958"/>
                  </a:lnTo>
                  <a:lnTo>
                    <a:pt x="681720" y="681720"/>
                  </a:lnTo>
                  <a:lnTo>
                    <a:pt x="710958" y="649105"/>
                  </a:lnTo>
                  <a:lnTo>
                    <a:pt x="736520" y="613413"/>
                  </a:lnTo>
                  <a:lnTo>
                    <a:pt x="758107" y="574944"/>
                  </a:lnTo>
                  <a:lnTo>
                    <a:pt x="775418" y="533997"/>
                  </a:lnTo>
                  <a:lnTo>
                    <a:pt x="788154" y="490872"/>
                  </a:lnTo>
                  <a:lnTo>
                    <a:pt x="796015" y="445869"/>
                  </a:lnTo>
                  <a:lnTo>
                    <a:pt x="798702" y="399288"/>
                  </a:lnTo>
                  <a:lnTo>
                    <a:pt x="796015" y="352731"/>
                  </a:lnTo>
                  <a:lnTo>
                    <a:pt x="788154" y="307750"/>
                  </a:lnTo>
                  <a:lnTo>
                    <a:pt x="775418" y="264643"/>
                  </a:lnTo>
                  <a:lnTo>
                    <a:pt x="758107" y="223712"/>
                  </a:lnTo>
                  <a:lnTo>
                    <a:pt x="736520" y="185255"/>
                  </a:lnTo>
                  <a:lnTo>
                    <a:pt x="710958" y="149574"/>
                  </a:lnTo>
                  <a:lnTo>
                    <a:pt x="681720" y="116966"/>
                  </a:lnTo>
                  <a:lnTo>
                    <a:pt x="649105" y="87734"/>
                  </a:lnTo>
                  <a:lnTo>
                    <a:pt x="613413" y="62176"/>
                  </a:lnTo>
                  <a:lnTo>
                    <a:pt x="574944" y="40592"/>
                  </a:lnTo>
                  <a:lnTo>
                    <a:pt x="533997" y="23283"/>
                  </a:lnTo>
                  <a:lnTo>
                    <a:pt x="490872" y="10548"/>
                  </a:lnTo>
                  <a:lnTo>
                    <a:pt x="445869" y="2686"/>
                  </a:lnTo>
                  <a:lnTo>
                    <a:pt x="39928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51109" y="4567809"/>
              <a:ext cx="314960" cy="314960"/>
            </a:xfrm>
            <a:custGeom>
              <a:avLst/>
              <a:gdLst/>
              <a:ahLst/>
              <a:cxnLst/>
              <a:rect l="l" t="t" r="r" b="b"/>
              <a:pathLst>
                <a:path w="314960" h="314960">
                  <a:moveTo>
                    <a:pt x="157337" y="41401"/>
                  </a:moveTo>
                  <a:lnTo>
                    <a:pt x="109557" y="51077"/>
                  </a:lnTo>
                  <a:lnTo>
                    <a:pt x="70564" y="77469"/>
                  </a:lnTo>
                  <a:lnTo>
                    <a:pt x="44287" y="116625"/>
                  </a:lnTo>
                  <a:lnTo>
                    <a:pt x="34655" y="164591"/>
                  </a:lnTo>
                  <a:lnTo>
                    <a:pt x="38566" y="195645"/>
                  </a:lnTo>
                  <a:lnTo>
                    <a:pt x="49657" y="223758"/>
                  </a:lnTo>
                  <a:lnTo>
                    <a:pt x="66962" y="247941"/>
                  </a:lnTo>
                  <a:lnTo>
                    <a:pt x="89519" y="267207"/>
                  </a:lnTo>
                  <a:lnTo>
                    <a:pt x="63357" y="314578"/>
                  </a:lnTo>
                  <a:lnTo>
                    <a:pt x="88503" y="314578"/>
                  </a:lnTo>
                  <a:lnTo>
                    <a:pt x="108823" y="277749"/>
                  </a:lnTo>
                  <a:lnTo>
                    <a:pt x="230976" y="277749"/>
                  </a:lnTo>
                  <a:lnTo>
                    <a:pt x="225575" y="267969"/>
                  </a:lnTo>
                  <a:lnTo>
                    <a:pt x="157337" y="267969"/>
                  </a:lnTo>
                  <a:lnTo>
                    <a:pt x="117314" y="259853"/>
                  </a:lnTo>
                  <a:lnTo>
                    <a:pt x="84613" y="237712"/>
                  </a:lnTo>
                  <a:lnTo>
                    <a:pt x="62557" y="204854"/>
                  </a:lnTo>
                  <a:lnTo>
                    <a:pt x="54467" y="164591"/>
                  </a:lnTo>
                  <a:lnTo>
                    <a:pt x="62557" y="124402"/>
                  </a:lnTo>
                  <a:lnTo>
                    <a:pt x="84613" y="91582"/>
                  </a:lnTo>
                  <a:lnTo>
                    <a:pt x="117314" y="69455"/>
                  </a:lnTo>
                  <a:lnTo>
                    <a:pt x="157337" y="61340"/>
                  </a:lnTo>
                  <a:lnTo>
                    <a:pt x="220228" y="61340"/>
                  </a:lnTo>
                  <a:lnTo>
                    <a:pt x="205063" y="51077"/>
                  </a:lnTo>
                  <a:lnTo>
                    <a:pt x="157337" y="41401"/>
                  </a:lnTo>
                  <a:close/>
                </a:path>
                <a:path w="314960" h="314960">
                  <a:moveTo>
                    <a:pt x="230976" y="277749"/>
                  </a:moveTo>
                  <a:lnTo>
                    <a:pt x="205851" y="277749"/>
                  </a:lnTo>
                  <a:lnTo>
                    <a:pt x="226171" y="314578"/>
                  </a:lnTo>
                  <a:lnTo>
                    <a:pt x="251317" y="314578"/>
                  </a:lnTo>
                  <a:lnTo>
                    <a:pt x="230976" y="277749"/>
                  </a:lnTo>
                  <a:close/>
                </a:path>
                <a:path w="314960" h="314960">
                  <a:moveTo>
                    <a:pt x="205851" y="277749"/>
                  </a:moveTo>
                  <a:lnTo>
                    <a:pt x="108823" y="277749"/>
                  </a:lnTo>
                  <a:lnTo>
                    <a:pt x="120243" y="282068"/>
                  </a:lnTo>
                  <a:lnTo>
                    <a:pt x="132175" y="285257"/>
                  </a:lnTo>
                  <a:lnTo>
                    <a:pt x="144559" y="287232"/>
                  </a:lnTo>
                  <a:lnTo>
                    <a:pt x="157337" y="287908"/>
                  </a:lnTo>
                  <a:lnTo>
                    <a:pt x="170114" y="287232"/>
                  </a:lnTo>
                  <a:lnTo>
                    <a:pt x="182499" y="285257"/>
                  </a:lnTo>
                  <a:lnTo>
                    <a:pt x="194431" y="282068"/>
                  </a:lnTo>
                  <a:lnTo>
                    <a:pt x="205851" y="277749"/>
                  </a:lnTo>
                  <a:close/>
                </a:path>
                <a:path w="314960" h="314960">
                  <a:moveTo>
                    <a:pt x="220228" y="61340"/>
                  </a:moveTo>
                  <a:lnTo>
                    <a:pt x="157337" y="61340"/>
                  </a:lnTo>
                  <a:lnTo>
                    <a:pt x="197359" y="69455"/>
                  </a:lnTo>
                  <a:lnTo>
                    <a:pt x="230060" y="91582"/>
                  </a:lnTo>
                  <a:lnTo>
                    <a:pt x="252116" y="124402"/>
                  </a:lnTo>
                  <a:lnTo>
                    <a:pt x="260207" y="164591"/>
                  </a:lnTo>
                  <a:lnTo>
                    <a:pt x="252116" y="204854"/>
                  </a:lnTo>
                  <a:lnTo>
                    <a:pt x="230060" y="237712"/>
                  </a:lnTo>
                  <a:lnTo>
                    <a:pt x="197359" y="259853"/>
                  </a:lnTo>
                  <a:lnTo>
                    <a:pt x="157337" y="267969"/>
                  </a:lnTo>
                  <a:lnTo>
                    <a:pt x="225575" y="267969"/>
                  </a:lnTo>
                  <a:lnTo>
                    <a:pt x="225155" y="267207"/>
                  </a:lnTo>
                  <a:lnTo>
                    <a:pt x="247657" y="247941"/>
                  </a:lnTo>
                  <a:lnTo>
                    <a:pt x="264969" y="223758"/>
                  </a:lnTo>
                  <a:lnTo>
                    <a:pt x="276090" y="195645"/>
                  </a:lnTo>
                  <a:lnTo>
                    <a:pt x="280019" y="164591"/>
                  </a:lnTo>
                  <a:lnTo>
                    <a:pt x="270369" y="116625"/>
                  </a:lnTo>
                  <a:lnTo>
                    <a:pt x="244062" y="77469"/>
                  </a:lnTo>
                  <a:lnTo>
                    <a:pt x="220228" y="61340"/>
                  </a:lnTo>
                  <a:close/>
                </a:path>
                <a:path w="314960" h="314960">
                  <a:moveTo>
                    <a:pt x="163560" y="101726"/>
                  </a:moveTo>
                  <a:lnTo>
                    <a:pt x="151114" y="101726"/>
                  </a:lnTo>
                  <a:lnTo>
                    <a:pt x="146034" y="106806"/>
                  </a:lnTo>
                  <a:lnTo>
                    <a:pt x="146161" y="176021"/>
                  </a:lnTo>
                  <a:lnTo>
                    <a:pt x="151241" y="181101"/>
                  </a:lnTo>
                  <a:lnTo>
                    <a:pt x="220583" y="181101"/>
                  </a:lnTo>
                  <a:lnTo>
                    <a:pt x="225663" y="176021"/>
                  </a:lnTo>
                  <a:lnTo>
                    <a:pt x="225663" y="163575"/>
                  </a:lnTo>
                  <a:lnTo>
                    <a:pt x="220583" y="158495"/>
                  </a:lnTo>
                  <a:lnTo>
                    <a:pt x="168640" y="158495"/>
                  </a:lnTo>
                  <a:lnTo>
                    <a:pt x="168640" y="106806"/>
                  </a:lnTo>
                  <a:lnTo>
                    <a:pt x="163560" y="101726"/>
                  </a:lnTo>
                  <a:close/>
                </a:path>
                <a:path w="314960" h="314960">
                  <a:moveTo>
                    <a:pt x="62341" y="12064"/>
                  </a:moveTo>
                  <a:lnTo>
                    <a:pt x="18272" y="30987"/>
                  </a:lnTo>
                  <a:lnTo>
                    <a:pt x="0" y="75469"/>
                  </a:lnTo>
                  <a:lnTo>
                    <a:pt x="4466" y="99175"/>
                  </a:lnTo>
                  <a:lnTo>
                    <a:pt x="18018" y="120141"/>
                  </a:lnTo>
                  <a:lnTo>
                    <a:pt x="107045" y="29590"/>
                  </a:lnTo>
                  <a:lnTo>
                    <a:pt x="97077" y="21780"/>
                  </a:lnTo>
                  <a:lnTo>
                    <a:pt x="86074" y="16255"/>
                  </a:lnTo>
                  <a:lnTo>
                    <a:pt x="74380" y="13017"/>
                  </a:lnTo>
                  <a:lnTo>
                    <a:pt x="62341" y="12064"/>
                  </a:lnTo>
                  <a:close/>
                </a:path>
                <a:path w="314960" h="314960">
                  <a:moveTo>
                    <a:pt x="252206" y="12064"/>
                  </a:moveTo>
                  <a:lnTo>
                    <a:pt x="240240" y="13017"/>
                  </a:lnTo>
                  <a:lnTo>
                    <a:pt x="228584" y="16255"/>
                  </a:lnTo>
                  <a:lnTo>
                    <a:pt x="217594" y="21780"/>
                  </a:lnTo>
                  <a:lnTo>
                    <a:pt x="207629" y="29590"/>
                  </a:lnTo>
                  <a:lnTo>
                    <a:pt x="296656" y="120141"/>
                  </a:lnTo>
                  <a:lnTo>
                    <a:pt x="310134" y="99175"/>
                  </a:lnTo>
                  <a:lnTo>
                    <a:pt x="314563" y="75469"/>
                  </a:lnTo>
                  <a:lnTo>
                    <a:pt x="309943" y="51812"/>
                  </a:lnTo>
                  <a:lnTo>
                    <a:pt x="275717" y="16954"/>
                  </a:lnTo>
                  <a:lnTo>
                    <a:pt x="252206" y="12064"/>
                  </a:lnTo>
                  <a:close/>
                </a:path>
                <a:path w="314960" h="314960">
                  <a:moveTo>
                    <a:pt x="174863" y="0"/>
                  </a:moveTo>
                  <a:lnTo>
                    <a:pt x="139684" y="0"/>
                  </a:lnTo>
                  <a:lnTo>
                    <a:pt x="133461" y="6350"/>
                  </a:lnTo>
                  <a:lnTo>
                    <a:pt x="133461" y="28193"/>
                  </a:lnTo>
                  <a:lnTo>
                    <a:pt x="181213" y="28193"/>
                  </a:lnTo>
                  <a:lnTo>
                    <a:pt x="181213" y="6350"/>
                  </a:lnTo>
                  <a:lnTo>
                    <a:pt x="1748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643753" y="6068995"/>
            <a:ext cx="3970020" cy="166497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177290">
              <a:lnSpc>
                <a:spcPct val="100000"/>
              </a:lnSpc>
              <a:spcBef>
                <a:spcPts val="890"/>
              </a:spcBef>
            </a:pPr>
            <a:r>
              <a:rPr sz="2400" b="1" spc="-20" dirty="0">
                <a:solidFill>
                  <a:srgbClr val="4471C4"/>
                </a:solidFill>
                <a:latin typeface="Microsoft JhengHei"/>
                <a:cs typeface="Microsoft JhengHei"/>
              </a:rPr>
              <a:t>設計原理</a:t>
            </a:r>
            <a:endParaRPr sz="24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15" dirty="0">
                <a:solidFill>
                  <a:srgbClr val="404040"/>
                </a:solidFill>
                <a:latin typeface="Microsoft JhengHei"/>
                <a:cs typeface="Microsoft JhengHei"/>
              </a:rPr>
              <a:t>循序漸進原理：簡單到複雜安排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直接理解測試原理：測試理解能力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量身定制反饋原理：具體針對反饋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主題多元化原理：廣泛語言應用場景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349867" y="4419853"/>
            <a:ext cx="276225" cy="275590"/>
          </a:xfrm>
          <a:custGeom>
            <a:avLst/>
            <a:gdLst/>
            <a:ahLst/>
            <a:cxnLst/>
            <a:rect l="l" t="t" r="r" b="b"/>
            <a:pathLst>
              <a:path w="276225" h="275589">
                <a:moveTo>
                  <a:pt x="15493" y="26035"/>
                </a:moveTo>
                <a:lnTo>
                  <a:pt x="0" y="26035"/>
                </a:lnTo>
                <a:lnTo>
                  <a:pt x="0" y="275082"/>
                </a:lnTo>
                <a:lnTo>
                  <a:pt x="275843" y="275082"/>
                </a:lnTo>
                <a:lnTo>
                  <a:pt x="275843" y="241935"/>
                </a:lnTo>
                <a:lnTo>
                  <a:pt x="57911" y="241935"/>
                </a:lnTo>
                <a:lnTo>
                  <a:pt x="55244" y="239268"/>
                </a:lnTo>
                <a:lnTo>
                  <a:pt x="55244" y="232537"/>
                </a:lnTo>
                <a:lnTo>
                  <a:pt x="57911" y="229743"/>
                </a:lnTo>
                <a:lnTo>
                  <a:pt x="275843" y="229743"/>
                </a:lnTo>
                <a:lnTo>
                  <a:pt x="275843" y="213741"/>
                </a:lnTo>
                <a:lnTo>
                  <a:pt x="57911" y="213741"/>
                </a:lnTo>
                <a:lnTo>
                  <a:pt x="55244" y="211074"/>
                </a:lnTo>
                <a:lnTo>
                  <a:pt x="55244" y="204216"/>
                </a:lnTo>
                <a:lnTo>
                  <a:pt x="57911" y="201549"/>
                </a:lnTo>
                <a:lnTo>
                  <a:pt x="275843" y="201549"/>
                </a:lnTo>
                <a:lnTo>
                  <a:pt x="275843" y="185547"/>
                </a:lnTo>
                <a:lnTo>
                  <a:pt x="57911" y="185547"/>
                </a:lnTo>
                <a:lnTo>
                  <a:pt x="55244" y="182880"/>
                </a:lnTo>
                <a:lnTo>
                  <a:pt x="55244" y="176022"/>
                </a:lnTo>
                <a:lnTo>
                  <a:pt x="57911" y="173355"/>
                </a:lnTo>
                <a:lnTo>
                  <a:pt x="275843" y="173355"/>
                </a:lnTo>
                <a:lnTo>
                  <a:pt x="275843" y="157353"/>
                </a:lnTo>
                <a:lnTo>
                  <a:pt x="57911" y="157353"/>
                </a:lnTo>
                <a:lnTo>
                  <a:pt x="55244" y="154686"/>
                </a:lnTo>
                <a:lnTo>
                  <a:pt x="55244" y="147828"/>
                </a:lnTo>
                <a:lnTo>
                  <a:pt x="57911" y="145161"/>
                </a:lnTo>
                <a:lnTo>
                  <a:pt x="275843" y="145161"/>
                </a:lnTo>
                <a:lnTo>
                  <a:pt x="275843" y="129159"/>
                </a:lnTo>
                <a:lnTo>
                  <a:pt x="57911" y="129159"/>
                </a:lnTo>
                <a:lnTo>
                  <a:pt x="55244" y="126492"/>
                </a:lnTo>
                <a:lnTo>
                  <a:pt x="55244" y="119634"/>
                </a:lnTo>
                <a:lnTo>
                  <a:pt x="57911" y="116967"/>
                </a:lnTo>
                <a:lnTo>
                  <a:pt x="275843" y="116967"/>
                </a:lnTo>
                <a:lnTo>
                  <a:pt x="275843" y="100965"/>
                </a:lnTo>
                <a:lnTo>
                  <a:pt x="57911" y="100965"/>
                </a:lnTo>
                <a:lnTo>
                  <a:pt x="55244" y="98298"/>
                </a:lnTo>
                <a:lnTo>
                  <a:pt x="55244" y="91440"/>
                </a:lnTo>
                <a:lnTo>
                  <a:pt x="57911" y="88773"/>
                </a:lnTo>
                <a:lnTo>
                  <a:pt x="275843" y="88773"/>
                </a:lnTo>
                <a:lnTo>
                  <a:pt x="275843" y="59944"/>
                </a:lnTo>
                <a:lnTo>
                  <a:pt x="35432" y="59944"/>
                </a:lnTo>
                <a:lnTo>
                  <a:pt x="27709" y="58382"/>
                </a:lnTo>
                <a:lnTo>
                  <a:pt x="21367" y="54117"/>
                </a:lnTo>
                <a:lnTo>
                  <a:pt x="17073" y="47781"/>
                </a:lnTo>
                <a:lnTo>
                  <a:pt x="15493" y="40005"/>
                </a:lnTo>
                <a:lnTo>
                  <a:pt x="15493" y="26035"/>
                </a:lnTo>
                <a:close/>
              </a:path>
              <a:path w="276225" h="275589">
                <a:moveTo>
                  <a:pt x="275843" y="229743"/>
                </a:moveTo>
                <a:lnTo>
                  <a:pt x="217931" y="229743"/>
                </a:lnTo>
                <a:lnTo>
                  <a:pt x="220725" y="232537"/>
                </a:lnTo>
                <a:lnTo>
                  <a:pt x="220725" y="239268"/>
                </a:lnTo>
                <a:lnTo>
                  <a:pt x="217931" y="241935"/>
                </a:lnTo>
                <a:lnTo>
                  <a:pt x="275843" y="241935"/>
                </a:lnTo>
                <a:lnTo>
                  <a:pt x="275843" y="229743"/>
                </a:lnTo>
                <a:close/>
              </a:path>
              <a:path w="276225" h="275589">
                <a:moveTo>
                  <a:pt x="275843" y="201549"/>
                </a:moveTo>
                <a:lnTo>
                  <a:pt x="217931" y="201549"/>
                </a:lnTo>
                <a:lnTo>
                  <a:pt x="220725" y="204216"/>
                </a:lnTo>
                <a:lnTo>
                  <a:pt x="220725" y="211074"/>
                </a:lnTo>
                <a:lnTo>
                  <a:pt x="217931" y="213741"/>
                </a:lnTo>
                <a:lnTo>
                  <a:pt x="275843" y="213741"/>
                </a:lnTo>
                <a:lnTo>
                  <a:pt x="275843" y="201549"/>
                </a:lnTo>
                <a:close/>
              </a:path>
              <a:path w="276225" h="275589">
                <a:moveTo>
                  <a:pt x="275843" y="173355"/>
                </a:moveTo>
                <a:lnTo>
                  <a:pt x="217931" y="173355"/>
                </a:lnTo>
                <a:lnTo>
                  <a:pt x="220725" y="176022"/>
                </a:lnTo>
                <a:lnTo>
                  <a:pt x="220725" y="182880"/>
                </a:lnTo>
                <a:lnTo>
                  <a:pt x="217931" y="185547"/>
                </a:lnTo>
                <a:lnTo>
                  <a:pt x="275843" y="185547"/>
                </a:lnTo>
                <a:lnTo>
                  <a:pt x="275843" y="173355"/>
                </a:lnTo>
                <a:close/>
              </a:path>
              <a:path w="276225" h="275589">
                <a:moveTo>
                  <a:pt x="275843" y="145161"/>
                </a:moveTo>
                <a:lnTo>
                  <a:pt x="217931" y="145161"/>
                </a:lnTo>
                <a:lnTo>
                  <a:pt x="220725" y="147828"/>
                </a:lnTo>
                <a:lnTo>
                  <a:pt x="220725" y="154686"/>
                </a:lnTo>
                <a:lnTo>
                  <a:pt x="217931" y="157353"/>
                </a:lnTo>
                <a:lnTo>
                  <a:pt x="275843" y="157353"/>
                </a:lnTo>
                <a:lnTo>
                  <a:pt x="275843" y="145161"/>
                </a:lnTo>
                <a:close/>
              </a:path>
              <a:path w="276225" h="275589">
                <a:moveTo>
                  <a:pt x="275843" y="116967"/>
                </a:moveTo>
                <a:lnTo>
                  <a:pt x="217931" y="116967"/>
                </a:lnTo>
                <a:lnTo>
                  <a:pt x="220725" y="119634"/>
                </a:lnTo>
                <a:lnTo>
                  <a:pt x="220725" y="126492"/>
                </a:lnTo>
                <a:lnTo>
                  <a:pt x="217931" y="129159"/>
                </a:lnTo>
                <a:lnTo>
                  <a:pt x="275843" y="129159"/>
                </a:lnTo>
                <a:lnTo>
                  <a:pt x="275843" y="116967"/>
                </a:lnTo>
                <a:close/>
              </a:path>
              <a:path w="276225" h="275589">
                <a:moveTo>
                  <a:pt x="275843" y="88773"/>
                </a:moveTo>
                <a:lnTo>
                  <a:pt x="217931" y="88773"/>
                </a:lnTo>
                <a:lnTo>
                  <a:pt x="220725" y="91440"/>
                </a:lnTo>
                <a:lnTo>
                  <a:pt x="220725" y="98298"/>
                </a:lnTo>
                <a:lnTo>
                  <a:pt x="217931" y="100965"/>
                </a:lnTo>
                <a:lnTo>
                  <a:pt x="275843" y="100965"/>
                </a:lnTo>
                <a:lnTo>
                  <a:pt x="275843" y="88773"/>
                </a:lnTo>
                <a:close/>
              </a:path>
              <a:path w="276225" h="275589">
                <a:moveTo>
                  <a:pt x="68325" y="26035"/>
                </a:moveTo>
                <a:lnTo>
                  <a:pt x="55372" y="26035"/>
                </a:lnTo>
                <a:lnTo>
                  <a:pt x="55372" y="40005"/>
                </a:lnTo>
                <a:lnTo>
                  <a:pt x="53892" y="47371"/>
                </a:lnTo>
                <a:lnTo>
                  <a:pt x="53810" y="47781"/>
                </a:lnTo>
                <a:lnTo>
                  <a:pt x="49545" y="54117"/>
                </a:lnTo>
                <a:lnTo>
                  <a:pt x="43209" y="58382"/>
                </a:lnTo>
                <a:lnTo>
                  <a:pt x="35432" y="59944"/>
                </a:lnTo>
                <a:lnTo>
                  <a:pt x="88264" y="59944"/>
                </a:lnTo>
                <a:lnTo>
                  <a:pt x="80488" y="58382"/>
                </a:lnTo>
                <a:lnTo>
                  <a:pt x="74152" y="54117"/>
                </a:lnTo>
                <a:lnTo>
                  <a:pt x="69887" y="47781"/>
                </a:lnTo>
                <a:lnTo>
                  <a:pt x="68325" y="40005"/>
                </a:lnTo>
                <a:lnTo>
                  <a:pt x="68325" y="26035"/>
                </a:lnTo>
                <a:close/>
              </a:path>
              <a:path w="276225" h="275589">
                <a:moveTo>
                  <a:pt x="121157" y="26035"/>
                </a:moveTo>
                <a:lnTo>
                  <a:pt x="108203" y="26035"/>
                </a:lnTo>
                <a:lnTo>
                  <a:pt x="108203" y="40005"/>
                </a:lnTo>
                <a:lnTo>
                  <a:pt x="106724" y="47371"/>
                </a:lnTo>
                <a:lnTo>
                  <a:pt x="106642" y="47781"/>
                </a:lnTo>
                <a:lnTo>
                  <a:pt x="102377" y="54117"/>
                </a:lnTo>
                <a:lnTo>
                  <a:pt x="96041" y="58382"/>
                </a:lnTo>
                <a:lnTo>
                  <a:pt x="88264" y="59944"/>
                </a:lnTo>
                <a:lnTo>
                  <a:pt x="141097" y="59944"/>
                </a:lnTo>
                <a:lnTo>
                  <a:pt x="133320" y="58382"/>
                </a:lnTo>
                <a:lnTo>
                  <a:pt x="126984" y="54117"/>
                </a:lnTo>
                <a:lnTo>
                  <a:pt x="122719" y="47781"/>
                </a:lnTo>
                <a:lnTo>
                  <a:pt x="121157" y="40005"/>
                </a:lnTo>
                <a:lnTo>
                  <a:pt x="121157" y="26035"/>
                </a:lnTo>
                <a:close/>
              </a:path>
              <a:path w="276225" h="275589">
                <a:moveTo>
                  <a:pt x="173989" y="26035"/>
                </a:moveTo>
                <a:lnTo>
                  <a:pt x="161035" y="26035"/>
                </a:lnTo>
                <a:lnTo>
                  <a:pt x="161035" y="40005"/>
                </a:lnTo>
                <a:lnTo>
                  <a:pt x="159556" y="47371"/>
                </a:lnTo>
                <a:lnTo>
                  <a:pt x="159474" y="47781"/>
                </a:lnTo>
                <a:lnTo>
                  <a:pt x="155209" y="54117"/>
                </a:lnTo>
                <a:lnTo>
                  <a:pt x="148873" y="58382"/>
                </a:lnTo>
                <a:lnTo>
                  <a:pt x="141097" y="59944"/>
                </a:lnTo>
                <a:lnTo>
                  <a:pt x="193928" y="59944"/>
                </a:lnTo>
                <a:lnTo>
                  <a:pt x="186152" y="58382"/>
                </a:lnTo>
                <a:lnTo>
                  <a:pt x="179816" y="54117"/>
                </a:lnTo>
                <a:lnTo>
                  <a:pt x="175551" y="47781"/>
                </a:lnTo>
                <a:lnTo>
                  <a:pt x="173989" y="40005"/>
                </a:lnTo>
                <a:lnTo>
                  <a:pt x="173989" y="26035"/>
                </a:lnTo>
                <a:close/>
              </a:path>
              <a:path w="276225" h="275589">
                <a:moveTo>
                  <a:pt x="226822" y="26035"/>
                </a:moveTo>
                <a:lnTo>
                  <a:pt x="213867" y="26035"/>
                </a:lnTo>
                <a:lnTo>
                  <a:pt x="213867" y="40005"/>
                </a:lnTo>
                <a:lnTo>
                  <a:pt x="212388" y="47371"/>
                </a:lnTo>
                <a:lnTo>
                  <a:pt x="212306" y="47781"/>
                </a:lnTo>
                <a:lnTo>
                  <a:pt x="208041" y="54117"/>
                </a:lnTo>
                <a:lnTo>
                  <a:pt x="201705" y="58382"/>
                </a:lnTo>
                <a:lnTo>
                  <a:pt x="193928" y="59944"/>
                </a:lnTo>
                <a:lnTo>
                  <a:pt x="246760" y="59944"/>
                </a:lnTo>
                <a:lnTo>
                  <a:pt x="238984" y="58382"/>
                </a:lnTo>
                <a:lnTo>
                  <a:pt x="232648" y="54117"/>
                </a:lnTo>
                <a:lnTo>
                  <a:pt x="228383" y="47781"/>
                </a:lnTo>
                <a:lnTo>
                  <a:pt x="226822" y="40005"/>
                </a:lnTo>
                <a:lnTo>
                  <a:pt x="226822" y="26035"/>
                </a:lnTo>
                <a:close/>
              </a:path>
              <a:path w="276225" h="275589">
                <a:moveTo>
                  <a:pt x="275843" y="26035"/>
                </a:moveTo>
                <a:lnTo>
                  <a:pt x="266700" y="26035"/>
                </a:lnTo>
                <a:lnTo>
                  <a:pt x="266700" y="40005"/>
                </a:lnTo>
                <a:lnTo>
                  <a:pt x="265203" y="47371"/>
                </a:lnTo>
                <a:lnTo>
                  <a:pt x="265120" y="47781"/>
                </a:lnTo>
                <a:lnTo>
                  <a:pt x="260826" y="54117"/>
                </a:lnTo>
                <a:lnTo>
                  <a:pt x="254484" y="58382"/>
                </a:lnTo>
                <a:lnTo>
                  <a:pt x="246760" y="59944"/>
                </a:lnTo>
                <a:lnTo>
                  <a:pt x="275843" y="59944"/>
                </a:lnTo>
                <a:lnTo>
                  <a:pt x="275843" y="26035"/>
                </a:lnTo>
                <a:close/>
              </a:path>
              <a:path w="276225" h="275589">
                <a:moveTo>
                  <a:pt x="41401" y="0"/>
                </a:moveTo>
                <a:lnTo>
                  <a:pt x="29590" y="0"/>
                </a:lnTo>
                <a:lnTo>
                  <a:pt x="24764" y="4825"/>
                </a:lnTo>
                <a:lnTo>
                  <a:pt x="24764" y="47371"/>
                </a:lnTo>
                <a:lnTo>
                  <a:pt x="29590" y="52197"/>
                </a:lnTo>
                <a:lnTo>
                  <a:pt x="41401" y="52197"/>
                </a:lnTo>
                <a:lnTo>
                  <a:pt x="46227" y="47371"/>
                </a:lnTo>
                <a:lnTo>
                  <a:pt x="46227" y="4825"/>
                </a:lnTo>
                <a:lnTo>
                  <a:pt x="41401" y="0"/>
                </a:lnTo>
                <a:close/>
              </a:path>
              <a:path w="276225" h="275589">
                <a:moveTo>
                  <a:pt x="94233" y="0"/>
                </a:moveTo>
                <a:lnTo>
                  <a:pt x="82296" y="0"/>
                </a:lnTo>
                <a:lnTo>
                  <a:pt x="77597" y="4825"/>
                </a:lnTo>
                <a:lnTo>
                  <a:pt x="77597" y="47371"/>
                </a:lnTo>
                <a:lnTo>
                  <a:pt x="82296" y="52197"/>
                </a:lnTo>
                <a:lnTo>
                  <a:pt x="94233" y="52197"/>
                </a:lnTo>
                <a:lnTo>
                  <a:pt x="99059" y="47371"/>
                </a:lnTo>
                <a:lnTo>
                  <a:pt x="99059" y="4825"/>
                </a:lnTo>
                <a:lnTo>
                  <a:pt x="94233" y="0"/>
                </a:lnTo>
                <a:close/>
              </a:path>
              <a:path w="276225" h="275589">
                <a:moveTo>
                  <a:pt x="147065" y="0"/>
                </a:moveTo>
                <a:lnTo>
                  <a:pt x="135127" y="0"/>
                </a:lnTo>
                <a:lnTo>
                  <a:pt x="130428" y="4825"/>
                </a:lnTo>
                <a:lnTo>
                  <a:pt x="130428" y="47371"/>
                </a:lnTo>
                <a:lnTo>
                  <a:pt x="135127" y="52197"/>
                </a:lnTo>
                <a:lnTo>
                  <a:pt x="147065" y="52197"/>
                </a:lnTo>
                <a:lnTo>
                  <a:pt x="151764" y="47371"/>
                </a:lnTo>
                <a:lnTo>
                  <a:pt x="151764" y="4825"/>
                </a:lnTo>
                <a:lnTo>
                  <a:pt x="147065" y="0"/>
                </a:lnTo>
                <a:close/>
              </a:path>
              <a:path w="276225" h="275589">
                <a:moveTo>
                  <a:pt x="199898" y="0"/>
                </a:moveTo>
                <a:lnTo>
                  <a:pt x="187959" y="0"/>
                </a:lnTo>
                <a:lnTo>
                  <a:pt x="183133" y="4825"/>
                </a:lnTo>
                <a:lnTo>
                  <a:pt x="183133" y="47371"/>
                </a:lnTo>
                <a:lnTo>
                  <a:pt x="187959" y="52197"/>
                </a:lnTo>
                <a:lnTo>
                  <a:pt x="199898" y="52197"/>
                </a:lnTo>
                <a:lnTo>
                  <a:pt x="204597" y="47371"/>
                </a:lnTo>
                <a:lnTo>
                  <a:pt x="204597" y="4825"/>
                </a:lnTo>
                <a:lnTo>
                  <a:pt x="199898" y="0"/>
                </a:lnTo>
                <a:close/>
              </a:path>
              <a:path w="276225" h="275589">
                <a:moveTo>
                  <a:pt x="252602" y="0"/>
                </a:moveTo>
                <a:lnTo>
                  <a:pt x="240791" y="0"/>
                </a:lnTo>
                <a:lnTo>
                  <a:pt x="235965" y="4825"/>
                </a:lnTo>
                <a:lnTo>
                  <a:pt x="235965" y="47371"/>
                </a:lnTo>
                <a:lnTo>
                  <a:pt x="240791" y="52197"/>
                </a:lnTo>
                <a:lnTo>
                  <a:pt x="252602" y="52197"/>
                </a:lnTo>
                <a:lnTo>
                  <a:pt x="257428" y="47371"/>
                </a:lnTo>
                <a:lnTo>
                  <a:pt x="257428" y="4825"/>
                </a:lnTo>
                <a:lnTo>
                  <a:pt x="2526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511419" y="2614041"/>
            <a:ext cx="280670" cy="280670"/>
          </a:xfrm>
          <a:custGeom>
            <a:avLst/>
            <a:gdLst/>
            <a:ahLst/>
            <a:cxnLst/>
            <a:rect l="l" t="t" r="r" b="b"/>
            <a:pathLst>
              <a:path w="280670" h="280669">
                <a:moveTo>
                  <a:pt x="280542" y="143383"/>
                </a:moveTo>
                <a:lnTo>
                  <a:pt x="143382" y="143383"/>
                </a:lnTo>
                <a:lnTo>
                  <a:pt x="143382" y="280543"/>
                </a:lnTo>
                <a:lnTo>
                  <a:pt x="233806" y="280543"/>
                </a:lnTo>
                <a:lnTo>
                  <a:pt x="251985" y="276865"/>
                </a:lnTo>
                <a:lnTo>
                  <a:pt x="266842" y="266842"/>
                </a:lnTo>
                <a:lnTo>
                  <a:pt x="276865" y="251985"/>
                </a:lnTo>
                <a:lnTo>
                  <a:pt x="278847" y="242188"/>
                </a:lnTo>
                <a:lnTo>
                  <a:pt x="174878" y="242188"/>
                </a:lnTo>
                <a:lnTo>
                  <a:pt x="174878" y="217424"/>
                </a:lnTo>
                <a:lnTo>
                  <a:pt x="280542" y="217424"/>
                </a:lnTo>
                <a:lnTo>
                  <a:pt x="280542" y="205105"/>
                </a:lnTo>
                <a:lnTo>
                  <a:pt x="174878" y="205105"/>
                </a:lnTo>
                <a:lnTo>
                  <a:pt x="174878" y="180212"/>
                </a:lnTo>
                <a:lnTo>
                  <a:pt x="280542" y="180212"/>
                </a:lnTo>
                <a:lnTo>
                  <a:pt x="280542" y="143383"/>
                </a:lnTo>
                <a:close/>
              </a:path>
              <a:path w="280670" h="280669">
                <a:moveTo>
                  <a:pt x="280542" y="217424"/>
                </a:moveTo>
                <a:lnTo>
                  <a:pt x="252348" y="217424"/>
                </a:lnTo>
                <a:lnTo>
                  <a:pt x="252348" y="242188"/>
                </a:lnTo>
                <a:lnTo>
                  <a:pt x="278847" y="242188"/>
                </a:lnTo>
                <a:lnTo>
                  <a:pt x="280542" y="233807"/>
                </a:lnTo>
                <a:lnTo>
                  <a:pt x="280542" y="217424"/>
                </a:lnTo>
                <a:close/>
              </a:path>
              <a:path w="280670" h="280669">
                <a:moveTo>
                  <a:pt x="280542" y="180212"/>
                </a:moveTo>
                <a:lnTo>
                  <a:pt x="252348" y="180212"/>
                </a:lnTo>
                <a:lnTo>
                  <a:pt x="252348" y="205105"/>
                </a:lnTo>
                <a:lnTo>
                  <a:pt x="280542" y="205105"/>
                </a:lnTo>
                <a:lnTo>
                  <a:pt x="280542" y="180212"/>
                </a:lnTo>
                <a:close/>
              </a:path>
              <a:path w="280670" h="280669">
                <a:moveTo>
                  <a:pt x="137159" y="143383"/>
                </a:moveTo>
                <a:lnTo>
                  <a:pt x="0" y="143383"/>
                </a:lnTo>
                <a:lnTo>
                  <a:pt x="0" y="233807"/>
                </a:lnTo>
                <a:lnTo>
                  <a:pt x="3677" y="251985"/>
                </a:lnTo>
                <a:lnTo>
                  <a:pt x="13700" y="266842"/>
                </a:lnTo>
                <a:lnTo>
                  <a:pt x="28557" y="276865"/>
                </a:lnTo>
                <a:lnTo>
                  <a:pt x="46735" y="280543"/>
                </a:lnTo>
                <a:lnTo>
                  <a:pt x="137159" y="280543"/>
                </a:lnTo>
                <a:lnTo>
                  <a:pt x="137159" y="247396"/>
                </a:lnTo>
                <a:lnTo>
                  <a:pt x="50291" y="247396"/>
                </a:lnTo>
                <a:lnTo>
                  <a:pt x="32765" y="229870"/>
                </a:lnTo>
                <a:lnTo>
                  <a:pt x="51434" y="211200"/>
                </a:lnTo>
                <a:lnTo>
                  <a:pt x="32765" y="192659"/>
                </a:lnTo>
                <a:lnTo>
                  <a:pt x="50291" y="175133"/>
                </a:lnTo>
                <a:lnTo>
                  <a:pt x="137159" y="175133"/>
                </a:lnTo>
                <a:lnTo>
                  <a:pt x="137159" y="143383"/>
                </a:lnTo>
                <a:close/>
              </a:path>
              <a:path w="280670" h="280669">
                <a:moveTo>
                  <a:pt x="68960" y="228726"/>
                </a:moveTo>
                <a:lnTo>
                  <a:pt x="50291" y="247396"/>
                </a:lnTo>
                <a:lnTo>
                  <a:pt x="87502" y="247396"/>
                </a:lnTo>
                <a:lnTo>
                  <a:pt x="68960" y="228726"/>
                </a:lnTo>
                <a:close/>
              </a:path>
              <a:path w="280670" h="280669">
                <a:moveTo>
                  <a:pt x="137159" y="175133"/>
                </a:moveTo>
                <a:lnTo>
                  <a:pt x="87502" y="175133"/>
                </a:lnTo>
                <a:lnTo>
                  <a:pt x="105028" y="192659"/>
                </a:lnTo>
                <a:lnTo>
                  <a:pt x="86486" y="211200"/>
                </a:lnTo>
                <a:lnTo>
                  <a:pt x="105028" y="229870"/>
                </a:lnTo>
                <a:lnTo>
                  <a:pt x="87502" y="247396"/>
                </a:lnTo>
                <a:lnTo>
                  <a:pt x="137159" y="247396"/>
                </a:lnTo>
                <a:lnTo>
                  <a:pt x="137159" y="175133"/>
                </a:lnTo>
                <a:close/>
              </a:path>
              <a:path w="280670" h="280669">
                <a:moveTo>
                  <a:pt x="87502" y="175133"/>
                </a:moveTo>
                <a:lnTo>
                  <a:pt x="50291" y="175133"/>
                </a:lnTo>
                <a:lnTo>
                  <a:pt x="68960" y="193675"/>
                </a:lnTo>
                <a:lnTo>
                  <a:pt x="87502" y="175133"/>
                </a:lnTo>
                <a:close/>
              </a:path>
              <a:path w="280670" h="280669">
                <a:moveTo>
                  <a:pt x="137159" y="0"/>
                </a:moveTo>
                <a:lnTo>
                  <a:pt x="46735" y="0"/>
                </a:lnTo>
                <a:lnTo>
                  <a:pt x="28557" y="3677"/>
                </a:lnTo>
                <a:lnTo>
                  <a:pt x="13700" y="13700"/>
                </a:lnTo>
                <a:lnTo>
                  <a:pt x="3677" y="28557"/>
                </a:lnTo>
                <a:lnTo>
                  <a:pt x="51" y="46482"/>
                </a:lnTo>
                <a:lnTo>
                  <a:pt x="0" y="137160"/>
                </a:lnTo>
                <a:lnTo>
                  <a:pt x="137159" y="137160"/>
                </a:lnTo>
                <a:lnTo>
                  <a:pt x="137159" y="106172"/>
                </a:lnTo>
                <a:lnTo>
                  <a:pt x="56514" y="106172"/>
                </a:lnTo>
                <a:lnTo>
                  <a:pt x="56514" y="79883"/>
                </a:lnTo>
                <a:lnTo>
                  <a:pt x="30225" y="79883"/>
                </a:lnTo>
                <a:lnTo>
                  <a:pt x="30225" y="55118"/>
                </a:lnTo>
                <a:lnTo>
                  <a:pt x="56514" y="55118"/>
                </a:lnTo>
                <a:lnTo>
                  <a:pt x="56514" y="28701"/>
                </a:lnTo>
                <a:lnTo>
                  <a:pt x="137159" y="28701"/>
                </a:lnTo>
                <a:lnTo>
                  <a:pt x="137159" y="0"/>
                </a:lnTo>
                <a:close/>
              </a:path>
              <a:path w="280670" h="280669">
                <a:moveTo>
                  <a:pt x="233806" y="0"/>
                </a:moveTo>
                <a:lnTo>
                  <a:pt x="143382" y="0"/>
                </a:lnTo>
                <a:lnTo>
                  <a:pt x="143382" y="137160"/>
                </a:lnTo>
                <a:lnTo>
                  <a:pt x="280542" y="137160"/>
                </a:lnTo>
                <a:lnTo>
                  <a:pt x="280542" y="107823"/>
                </a:lnTo>
                <a:lnTo>
                  <a:pt x="206755" y="107823"/>
                </a:lnTo>
                <a:lnTo>
                  <a:pt x="201294" y="102235"/>
                </a:lnTo>
                <a:lnTo>
                  <a:pt x="201294" y="88519"/>
                </a:lnTo>
                <a:lnTo>
                  <a:pt x="206755" y="82931"/>
                </a:lnTo>
                <a:lnTo>
                  <a:pt x="280542" y="82931"/>
                </a:lnTo>
                <a:lnTo>
                  <a:pt x="280542" y="79883"/>
                </a:lnTo>
                <a:lnTo>
                  <a:pt x="174878" y="79883"/>
                </a:lnTo>
                <a:lnTo>
                  <a:pt x="174878" y="55118"/>
                </a:lnTo>
                <a:lnTo>
                  <a:pt x="280542" y="55118"/>
                </a:lnTo>
                <a:lnTo>
                  <a:pt x="280542" y="51943"/>
                </a:lnTo>
                <a:lnTo>
                  <a:pt x="206755" y="51943"/>
                </a:lnTo>
                <a:lnTo>
                  <a:pt x="201294" y="46482"/>
                </a:lnTo>
                <a:lnTo>
                  <a:pt x="201294" y="32766"/>
                </a:lnTo>
                <a:lnTo>
                  <a:pt x="206755" y="27178"/>
                </a:lnTo>
                <a:lnTo>
                  <a:pt x="275935" y="27178"/>
                </a:lnTo>
                <a:lnTo>
                  <a:pt x="266842" y="13700"/>
                </a:lnTo>
                <a:lnTo>
                  <a:pt x="251985" y="3677"/>
                </a:lnTo>
                <a:lnTo>
                  <a:pt x="233806" y="0"/>
                </a:lnTo>
                <a:close/>
              </a:path>
              <a:path w="280670" h="280669">
                <a:moveTo>
                  <a:pt x="280542" y="82931"/>
                </a:moveTo>
                <a:lnTo>
                  <a:pt x="220471" y="82931"/>
                </a:lnTo>
                <a:lnTo>
                  <a:pt x="226059" y="88519"/>
                </a:lnTo>
                <a:lnTo>
                  <a:pt x="226059" y="102235"/>
                </a:lnTo>
                <a:lnTo>
                  <a:pt x="220471" y="107823"/>
                </a:lnTo>
                <a:lnTo>
                  <a:pt x="280542" y="107823"/>
                </a:lnTo>
                <a:lnTo>
                  <a:pt x="280542" y="82931"/>
                </a:lnTo>
                <a:close/>
              </a:path>
              <a:path w="280670" h="280669">
                <a:moveTo>
                  <a:pt x="137159" y="28701"/>
                </a:moveTo>
                <a:lnTo>
                  <a:pt x="81279" y="28701"/>
                </a:lnTo>
                <a:lnTo>
                  <a:pt x="81279" y="55118"/>
                </a:lnTo>
                <a:lnTo>
                  <a:pt x="107695" y="55118"/>
                </a:lnTo>
                <a:lnTo>
                  <a:pt x="107695" y="79883"/>
                </a:lnTo>
                <a:lnTo>
                  <a:pt x="81279" y="79883"/>
                </a:lnTo>
                <a:lnTo>
                  <a:pt x="81279" y="106172"/>
                </a:lnTo>
                <a:lnTo>
                  <a:pt x="137159" y="106172"/>
                </a:lnTo>
                <a:lnTo>
                  <a:pt x="137159" y="28701"/>
                </a:lnTo>
                <a:close/>
              </a:path>
              <a:path w="280670" h="280669">
                <a:moveTo>
                  <a:pt x="280542" y="55118"/>
                </a:moveTo>
                <a:lnTo>
                  <a:pt x="252348" y="55118"/>
                </a:lnTo>
                <a:lnTo>
                  <a:pt x="252348" y="79883"/>
                </a:lnTo>
                <a:lnTo>
                  <a:pt x="280542" y="79883"/>
                </a:lnTo>
                <a:lnTo>
                  <a:pt x="280542" y="55118"/>
                </a:lnTo>
                <a:close/>
              </a:path>
              <a:path w="280670" h="280669">
                <a:moveTo>
                  <a:pt x="275935" y="27178"/>
                </a:moveTo>
                <a:lnTo>
                  <a:pt x="220471" y="27178"/>
                </a:lnTo>
                <a:lnTo>
                  <a:pt x="226059" y="32766"/>
                </a:lnTo>
                <a:lnTo>
                  <a:pt x="226059" y="46482"/>
                </a:lnTo>
                <a:lnTo>
                  <a:pt x="220471" y="51943"/>
                </a:lnTo>
                <a:lnTo>
                  <a:pt x="280542" y="51943"/>
                </a:lnTo>
                <a:lnTo>
                  <a:pt x="280491" y="46482"/>
                </a:lnTo>
                <a:lnTo>
                  <a:pt x="276895" y="28701"/>
                </a:lnTo>
                <a:lnTo>
                  <a:pt x="276865" y="28557"/>
                </a:lnTo>
                <a:lnTo>
                  <a:pt x="275935" y="271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749165" y="6802119"/>
            <a:ext cx="316230" cy="299085"/>
          </a:xfrm>
          <a:custGeom>
            <a:avLst/>
            <a:gdLst/>
            <a:ahLst/>
            <a:cxnLst/>
            <a:rect l="l" t="t" r="r" b="b"/>
            <a:pathLst>
              <a:path w="316229" h="299084">
                <a:moveTo>
                  <a:pt x="315975" y="0"/>
                </a:moveTo>
                <a:lnTo>
                  <a:pt x="0" y="0"/>
                </a:lnTo>
                <a:lnTo>
                  <a:pt x="0" y="298932"/>
                </a:lnTo>
                <a:lnTo>
                  <a:pt x="315975" y="298932"/>
                </a:lnTo>
                <a:lnTo>
                  <a:pt x="315975" y="263385"/>
                </a:lnTo>
                <a:lnTo>
                  <a:pt x="37592" y="263385"/>
                </a:lnTo>
                <a:lnTo>
                  <a:pt x="37592" y="35559"/>
                </a:lnTo>
                <a:lnTo>
                  <a:pt x="40512" y="35559"/>
                </a:lnTo>
                <a:lnTo>
                  <a:pt x="40512" y="35178"/>
                </a:lnTo>
                <a:lnTo>
                  <a:pt x="315975" y="35178"/>
                </a:lnTo>
                <a:lnTo>
                  <a:pt x="315975" y="0"/>
                </a:lnTo>
                <a:close/>
              </a:path>
              <a:path w="316229" h="299084">
                <a:moveTo>
                  <a:pt x="58547" y="109346"/>
                </a:moveTo>
                <a:lnTo>
                  <a:pt x="42545" y="154304"/>
                </a:lnTo>
                <a:lnTo>
                  <a:pt x="78696" y="167778"/>
                </a:lnTo>
                <a:lnTo>
                  <a:pt x="106775" y="195895"/>
                </a:lnTo>
                <a:lnTo>
                  <a:pt x="129377" y="230487"/>
                </a:lnTo>
                <a:lnTo>
                  <a:pt x="149098" y="263385"/>
                </a:lnTo>
                <a:lnTo>
                  <a:pt x="153924" y="263385"/>
                </a:lnTo>
                <a:lnTo>
                  <a:pt x="174252" y="221006"/>
                </a:lnTo>
                <a:lnTo>
                  <a:pt x="196225" y="177520"/>
                </a:lnTo>
                <a:lnTo>
                  <a:pt x="150622" y="177520"/>
                </a:lnTo>
                <a:lnTo>
                  <a:pt x="132609" y="154627"/>
                </a:lnTo>
                <a:lnTo>
                  <a:pt x="114347" y="136585"/>
                </a:lnTo>
                <a:lnTo>
                  <a:pt x="91203" y="121967"/>
                </a:lnTo>
                <a:lnTo>
                  <a:pt x="58547" y="109346"/>
                </a:lnTo>
                <a:close/>
              </a:path>
              <a:path w="316229" h="299084">
                <a:moveTo>
                  <a:pt x="315975" y="35178"/>
                </a:moveTo>
                <a:lnTo>
                  <a:pt x="278764" y="35178"/>
                </a:lnTo>
                <a:lnTo>
                  <a:pt x="278764" y="55117"/>
                </a:lnTo>
                <a:lnTo>
                  <a:pt x="278384" y="55117"/>
                </a:lnTo>
                <a:lnTo>
                  <a:pt x="278384" y="263385"/>
                </a:lnTo>
                <a:lnTo>
                  <a:pt x="315975" y="263385"/>
                </a:lnTo>
                <a:lnTo>
                  <a:pt x="315975" y="35178"/>
                </a:lnTo>
                <a:close/>
              </a:path>
              <a:path w="316229" h="299084">
                <a:moveTo>
                  <a:pt x="270256" y="55117"/>
                </a:moveTo>
                <a:lnTo>
                  <a:pt x="217805" y="55117"/>
                </a:lnTo>
                <a:lnTo>
                  <a:pt x="198074" y="86302"/>
                </a:lnTo>
                <a:lnTo>
                  <a:pt x="181975" y="114471"/>
                </a:lnTo>
                <a:lnTo>
                  <a:pt x="166995" y="143564"/>
                </a:lnTo>
                <a:lnTo>
                  <a:pt x="150622" y="177520"/>
                </a:lnTo>
                <a:lnTo>
                  <a:pt x="196225" y="177520"/>
                </a:lnTo>
                <a:lnTo>
                  <a:pt x="196427" y="177121"/>
                </a:lnTo>
                <a:lnTo>
                  <a:pt x="220071" y="133599"/>
                </a:lnTo>
                <a:lnTo>
                  <a:pt x="244807" y="92309"/>
                </a:lnTo>
                <a:lnTo>
                  <a:pt x="270256" y="5511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638540" y="2573654"/>
            <a:ext cx="351790" cy="351790"/>
          </a:xfrm>
          <a:custGeom>
            <a:avLst/>
            <a:gdLst/>
            <a:ahLst/>
            <a:cxnLst/>
            <a:rect l="l" t="t" r="r" b="b"/>
            <a:pathLst>
              <a:path w="351790" h="351789">
                <a:moveTo>
                  <a:pt x="175640" y="0"/>
                </a:moveTo>
                <a:lnTo>
                  <a:pt x="128940" y="6272"/>
                </a:lnTo>
                <a:lnTo>
                  <a:pt x="86980" y="23974"/>
                </a:lnTo>
                <a:lnTo>
                  <a:pt x="51435" y="51435"/>
                </a:lnTo>
                <a:lnTo>
                  <a:pt x="23974" y="86980"/>
                </a:lnTo>
                <a:lnTo>
                  <a:pt x="6272" y="128940"/>
                </a:lnTo>
                <a:lnTo>
                  <a:pt x="0" y="175641"/>
                </a:lnTo>
                <a:lnTo>
                  <a:pt x="6272" y="222351"/>
                </a:lnTo>
                <a:lnTo>
                  <a:pt x="23974" y="264334"/>
                </a:lnTo>
                <a:lnTo>
                  <a:pt x="51435" y="299910"/>
                </a:lnTo>
                <a:lnTo>
                  <a:pt x="86980" y="327401"/>
                </a:lnTo>
                <a:lnTo>
                  <a:pt x="128940" y="345127"/>
                </a:lnTo>
                <a:lnTo>
                  <a:pt x="175640" y="351409"/>
                </a:lnTo>
                <a:lnTo>
                  <a:pt x="222395" y="345127"/>
                </a:lnTo>
                <a:lnTo>
                  <a:pt x="264390" y="327401"/>
                </a:lnTo>
                <a:lnTo>
                  <a:pt x="281472" y="314198"/>
                </a:lnTo>
                <a:lnTo>
                  <a:pt x="175640" y="314198"/>
                </a:lnTo>
                <a:lnTo>
                  <a:pt x="131872" y="307139"/>
                </a:lnTo>
                <a:lnTo>
                  <a:pt x="93840" y="287481"/>
                </a:lnTo>
                <a:lnTo>
                  <a:pt x="63837" y="257496"/>
                </a:lnTo>
                <a:lnTo>
                  <a:pt x="44154" y="219458"/>
                </a:lnTo>
                <a:lnTo>
                  <a:pt x="37083" y="175641"/>
                </a:lnTo>
                <a:lnTo>
                  <a:pt x="44154" y="131872"/>
                </a:lnTo>
                <a:lnTo>
                  <a:pt x="63837" y="93840"/>
                </a:lnTo>
                <a:lnTo>
                  <a:pt x="93840" y="63837"/>
                </a:lnTo>
                <a:lnTo>
                  <a:pt x="131872" y="44154"/>
                </a:lnTo>
                <a:lnTo>
                  <a:pt x="175640" y="37084"/>
                </a:lnTo>
                <a:lnTo>
                  <a:pt x="281370" y="37084"/>
                </a:lnTo>
                <a:lnTo>
                  <a:pt x="264390" y="23974"/>
                </a:lnTo>
                <a:lnTo>
                  <a:pt x="222395" y="6272"/>
                </a:lnTo>
                <a:lnTo>
                  <a:pt x="175640" y="0"/>
                </a:lnTo>
                <a:close/>
              </a:path>
              <a:path w="351790" h="351789">
                <a:moveTo>
                  <a:pt x="281370" y="37084"/>
                </a:moveTo>
                <a:lnTo>
                  <a:pt x="175640" y="37084"/>
                </a:lnTo>
                <a:lnTo>
                  <a:pt x="219471" y="44154"/>
                </a:lnTo>
                <a:lnTo>
                  <a:pt x="257540" y="63837"/>
                </a:lnTo>
                <a:lnTo>
                  <a:pt x="287563" y="93840"/>
                </a:lnTo>
                <a:lnTo>
                  <a:pt x="307253" y="131872"/>
                </a:lnTo>
                <a:lnTo>
                  <a:pt x="314325" y="175641"/>
                </a:lnTo>
                <a:lnTo>
                  <a:pt x="307253" y="219458"/>
                </a:lnTo>
                <a:lnTo>
                  <a:pt x="287563" y="257496"/>
                </a:lnTo>
                <a:lnTo>
                  <a:pt x="257540" y="287481"/>
                </a:lnTo>
                <a:lnTo>
                  <a:pt x="219471" y="307139"/>
                </a:lnTo>
                <a:lnTo>
                  <a:pt x="175640" y="314198"/>
                </a:lnTo>
                <a:lnTo>
                  <a:pt x="281472" y="314198"/>
                </a:lnTo>
                <a:lnTo>
                  <a:pt x="299958" y="299910"/>
                </a:lnTo>
                <a:lnTo>
                  <a:pt x="327429" y="264334"/>
                </a:lnTo>
                <a:lnTo>
                  <a:pt x="345136" y="222351"/>
                </a:lnTo>
                <a:lnTo>
                  <a:pt x="351408" y="175641"/>
                </a:lnTo>
                <a:lnTo>
                  <a:pt x="345136" y="128940"/>
                </a:lnTo>
                <a:lnTo>
                  <a:pt x="327429" y="86980"/>
                </a:lnTo>
                <a:lnTo>
                  <a:pt x="299958" y="51435"/>
                </a:lnTo>
                <a:lnTo>
                  <a:pt x="281370" y="37084"/>
                </a:lnTo>
                <a:close/>
              </a:path>
              <a:path w="351790" h="351789">
                <a:moveTo>
                  <a:pt x="124967" y="100075"/>
                </a:moveTo>
                <a:lnTo>
                  <a:pt x="124967" y="251333"/>
                </a:lnTo>
                <a:lnTo>
                  <a:pt x="255396" y="175641"/>
                </a:lnTo>
                <a:lnTo>
                  <a:pt x="124967" y="1000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564504" y="6166611"/>
            <a:ext cx="173355" cy="377825"/>
          </a:xfrm>
          <a:custGeom>
            <a:avLst/>
            <a:gdLst/>
            <a:ahLst/>
            <a:cxnLst/>
            <a:rect l="l" t="t" r="r" b="b"/>
            <a:pathLst>
              <a:path w="173354" h="377825">
                <a:moveTo>
                  <a:pt x="16510" y="187451"/>
                </a:moveTo>
                <a:lnTo>
                  <a:pt x="0" y="188721"/>
                </a:lnTo>
                <a:lnTo>
                  <a:pt x="7794" y="218570"/>
                </a:lnTo>
                <a:lnTo>
                  <a:pt x="24828" y="243014"/>
                </a:lnTo>
                <a:lnTo>
                  <a:pt x="49006" y="260123"/>
                </a:lnTo>
                <a:lnTo>
                  <a:pt x="78705" y="268096"/>
                </a:lnTo>
                <a:lnTo>
                  <a:pt x="78232" y="268096"/>
                </a:lnTo>
                <a:lnTo>
                  <a:pt x="78232" y="323214"/>
                </a:lnTo>
                <a:lnTo>
                  <a:pt x="81851" y="323214"/>
                </a:lnTo>
                <a:lnTo>
                  <a:pt x="70993" y="323595"/>
                </a:lnTo>
                <a:lnTo>
                  <a:pt x="19669" y="346757"/>
                </a:lnTo>
                <a:lnTo>
                  <a:pt x="6731" y="377570"/>
                </a:lnTo>
                <a:lnTo>
                  <a:pt x="166243" y="375285"/>
                </a:lnTo>
                <a:lnTo>
                  <a:pt x="135507" y="333940"/>
                </a:lnTo>
                <a:lnTo>
                  <a:pt x="102171" y="323595"/>
                </a:lnTo>
                <a:lnTo>
                  <a:pt x="104647" y="323595"/>
                </a:lnTo>
                <a:lnTo>
                  <a:pt x="94742" y="323214"/>
                </a:lnTo>
                <a:lnTo>
                  <a:pt x="94742" y="268096"/>
                </a:lnTo>
                <a:lnTo>
                  <a:pt x="125630" y="259306"/>
                </a:lnTo>
                <a:lnTo>
                  <a:pt x="134968" y="252221"/>
                </a:lnTo>
                <a:lnTo>
                  <a:pt x="89154" y="252221"/>
                </a:lnTo>
                <a:lnTo>
                  <a:pt x="62355" y="247977"/>
                </a:lnTo>
                <a:lnTo>
                  <a:pt x="39830" y="234457"/>
                </a:lnTo>
                <a:lnTo>
                  <a:pt x="23806" y="213627"/>
                </a:lnTo>
                <a:lnTo>
                  <a:pt x="16510" y="187451"/>
                </a:lnTo>
                <a:close/>
              </a:path>
              <a:path w="173354" h="377825">
                <a:moveTo>
                  <a:pt x="173100" y="182118"/>
                </a:moveTo>
                <a:lnTo>
                  <a:pt x="156591" y="182118"/>
                </a:lnTo>
                <a:lnTo>
                  <a:pt x="151358" y="208716"/>
                </a:lnTo>
                <a:lnTo>
                  <a:pt x="137017" y="230695"/>
                </a:lnTo>
                <a:lnTo>
                  <a:pt x="115603" y="245911"/>
                </a:lnTo>
                <a:lnTo>
                  <a:pt x="89154" y="252221"/>
                </a:lnTo>
                <a:lnTo>
                  <a:pt x="134968" y="252221"/>
                </a:lnTo>
                <a:lnTo>
                  <a:pt x="150494" y="240442"/>
                </a:lnTo>
                <a:lnTo>
                  <a:pt x="167072" y="213911"/>
                </a:lnTo>
                <a:lnTo>
                  <a:pt x="172980" y="182752"/>
                </a:lnTo>
                <a:lnTo>
                  <a:pt x="173100" y="182118"/>
                </a:lnTo>
                <a:close/>
              </a:path>
              <a:path w="173354" h="377825">
                <a:moveTo>
                  <a:pt x="86487" y="0"/>
                </a:moveTo>
                <a:lnTo>
                  <a:pt x="66542" y="4032"/>
                </a:lnTo>
                <a:lnTo>
                  <a:pt x="50276" y="15017"/>
                </a:lnTo>
                <a:lnTo>
                  <a:pt x="39320" y="31289"/>
                </a:lnTo>
                <a:lnTo>
                  <a:pt x="35306" y="51181"/>
                </a:lnTo>
                <a:lnTo>
                  <a:pt x="35306" y="182752"/>
                </a:lnTo>
                <a:lnTo>
                  <a:pt x="39320" y="202644"/>
                </a:lnTo>
                <a:lnTo>
                  <a:pt x="50276" y="218916"/>
                </a:lnTo>
                <a:lnTo>
                  <a:pt x="66542" y="229901"/>
                </a:lnTo>
                <a:lnTo>
                  <a:pt x="86487" y="233933"/>
                </a:lnTo>
                <a:lnTo>
                  <a:pt x="106378" y="229901"/>
                </a:lnTo>
                <a:lnTo>
                  <a:pt x="122650" y="218916"/>
                </a:lnTo>
                <a:lnTo>
                  <a:pt x="133635" y="202644"/>
                </a:lnTo>
                <a:lnTo>
                  <a:pt x="137668" y="182752"/>
                </a:lnTo>
                <a:lnTo>
                  <a:pt x="137668" y="51181"/>
                </a:lnTo>
                <a:lnTo>
                  <a:pt x="133635" y="31289"/>
                </a:lnTo>
                <a:lnTo>
                  <a:pt x="122650" y="15017"/>
                </a:lnTo>
                <a:lnTo>
                  <a:pt x="106378" y="4032"/>
                </a:lnTo>
                <a:lnTo>
                  <a:pt x="864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937361" y="1803907"/>
            <a:ext cx="3974465" cy="3818254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1308735">
              <a:lnSpc>
                <a:spcPct val="100000"/>
              </a:lnSpc>
              <a:spcBef>
                <a:spcPts val="1250"/>
              </a:spcBef>
            </a:pPr>
            <a:r>
              <a:rPr sz="2400" b="1" spc="-15" dirty="0">
                <a:solidFill>
                  <a:srgbClr val="4471C4"/>
                </a:solidFill>
                <a:latin typeface="Microsoft JhengHei"/>
                <a:cs typeface="Microsoft JhengHei"/>
              </a:rPr>
              <a:t>核心架構</a:t>
            </a:r>
            <a:endParaRPr sz="24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系統角色定位：英語語言助手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內容生成指南：難度長度風格指導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主題與目標設定：明確學習重點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學習指南與範例：具體指導示例內容</a:t>
            </a:r>
            <a:endParaRPr sz="18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2605"/>
              </a:spcBef>
              <a:buClr>
                <a:srgbClr val="404040"/>
              </a:buClr>
              <a:buFont typeface="Arial MT"/>
              <a:buChar char="•"/>
            </a:pPr>
            <a:endParaRPr sz="1800">
              <a:latin typeface="Microsoft JhengHei"/>
              <a:cs typeface="Microsoft JhengHei"/>
            </a:endParaRPr>
          </a:p>
          <a:p>
            <a:pPr marL="1370330">
              <a:lnSpc>
                <a:spcPct val="100000"/>
              </a:lnSpc>
              <a:spcBef>
                <a:spcPts val="5"/>
              </a:spcBef>
            </a:pPr>
            <a:r>
              <a:rPr sz="2400" b="1" spc="-15" dirty="0">
                <a:solidFill>
                  <a:srgbClr val="EC7C30"/>
                </a:solidFill>
                <a:latin typeface="Microsoft JhengHei"/>
                <a:cs typeface="Microsoft JhengHei"/>
              </a:rPr>
              <a:t>主題分類</a:t>
            </a:r>
            <a:endParaRPr sz="24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spcBef>
                <a:spcPts val="104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日常情境覆蓋：八主要主題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視覺化輔助：直觀圖標描述說明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目標明確性：明確學習目標重點</a:t>
            </a:r>
            <a:endParaRPr sz="1800">
              <a:latin typeface="Microsoft JhengHei"/>
              <a:cs typeface="Microsoft JhengHe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169909" y="4089146"/>
            <a:ext cx="798830" cy="798830"/>
            <a:chOff x="8169909" y="4089146"/>
            <a:chExt cx="798830" cy="798830"/>
          </a:xfrm>
        </p:grpSpPr>
        <p:sp>
          <p:nvSpPr>
            <p:cNvPr id="20" name="object 20"/>
            <p:cNvSpPr/>
            <p:nvPr/>
          </p:nvSpPr>
          <p:spPr>
            <a:xfrm>
              <a:off x="8169909" y="4089146"/>
              <a:ext cx="798830" cy="798830"/>
            </a:xfrm>
            <a:custGeom>
              <a:avLst/>
              <a:gdLst/>
              <a:ahLst/>
              <a:cxnLst/>
              <a:rect l="l" t="t" r="r" b="b"/>
              <a:pathLst>
                <a:path w="798829" h="798829">
                  <a:moveTo>
                    <a:pt x="399288" y="0"/>
                  </a:moveTo>
                  <a:lnTo>
                    <a:pt x="352731" y="2685"/>
                  </a:lnTo>
                  <a:lnTo>
                    <a:pt x="307750" y="10541"/>
                  </a:lnTo>
                  <a:lnTo>
                    <a:pt x="264643" y="23269"/>
                  </a:lnTo>
                  <a:lnTo>
                    <a:pt x="223712" y="40570"/>
                  </a:lnTo>
                  <a:lnTo>
                    <a:pt x="185255" y="62145"/>
                  </a:lnTo>
                  <a:lnTo>
                    <a:pt x="149574" y="87694"/>
                  </a:lnTo>
                  <a:lnTo>
                    <a:pt x="116966" y="116919"/>
                  </a:lnTo>
                  <a:lnTo>
                    <a:pt x="87734" y="149520"/>
                  </a:lnTo>
                  <a:lnTo>
                    <a:pt x="62176" y="185199"/>
                  </a:lnTo>
                  <a:lnTo>
                    <a:pt x="40592" y="223656"/>
                  </a:lnTo>
                  <a:lnTo>
                    <a:pt x="23283" y="264593"/>
                  </a:lnTo>
                  <a:lnTo>
                    <a:pt x="10548" y="307710"/>
                  </a:lnTo>
                  <a:lnTo>
                    <a:pt x="2686" y="352708"/>
                  </a:lnTo>
                  <a:lnTo>
                    <a:pt x="0" y="399288"/>
                  </a:lnTo>
                  <a:lnTo>
                    <a:pt x="2686" y="445869"/>
                  </a:lnTo>
                  <a:lnTo>
                    <a:pt x="10548" y="490872"/>
                  </a:lnTo>
                  <a:lnTo>
                    <a:pt x="23283" y="533997"/>
                  </a:lnTo>
                  <a:lnTo>
                    <a:pt x="40592" y="574944"/>
                  </a:lnTo>
                  <a:lnTo>
                    <a:pt x="62176" y="613413"/>
                  </a:lnTo>
                  <a:lnTo>
                    <a:pt x="87734" y="649105"/>
                  </a:lnTo>
                  <a:lnTo>
                    <a:pt x="116966" y="681720"/>
                  </a:lnTo>
                  <a:lnTo>
                    <a:pt x="149574" y="710958"/>
                  </a:lnTo>
                  <a:lnTo>
                    <a:pt x="185255" y="736520"/>
                  </a:lnTo>
                  <a:lnTo>
                    <a:pt x="223712" y="758107"/>
                  </a:lnTo>
                  <a:lnTo>
                    <a:pt x="264643" y="775418"/>
                  </a:lnTo>
                  <a:lnTo>
                    <a:pt x="307750" y="788154"/>
                  </a:lnTo>
                  <a:lnTo>
                    <a:pt x="352731" y="796015"/>
                  </a:lnTo>
                  <a:lnTo>
                    <a:pt x="399288" y="798702"/>
                  </a:lnTo>
                  <a:lnTo>
                    <a:pt x="445869" y="796015"/>
                  </a:lnTo>
                  <a:lnTo>
                    <a:pt x="490872" y="788154"/>
                  </a:lnTo>
                  <a:lnTo>
                    <a:pt x="533997" y="775418"/>
                  </a:lnTo>
                  <a:lnTo>
                    <a:pt x="574944" y="758107"/>
                  </a:lnTo>
                  <a:lnTo>
                    <a:pt x="613413" y="736520"/>
                  </a:lnTo>
                  <a:lnTo>
                    <a:pt x="649105" y="710958"/>
                  </a:lnTo>
                  <a:lnTo>
                    <a:pt x="681720" y="681720"/>
                  </a:lnTo>
                  <a:lnTo>
                    <a:pt x="710958" y="649105"/>
                  </a:lnTo>
                  <a:lnTo>
                    <a:pt x="736520" y="613413"/>
                  </a:lnTo>
                  <a:lnTo>
                    <a:pt x="758107" y="574944"/>
                  </a:lnTo>
                  <a:lnTo>
                    <a:pt x="775418" y="533997"/>
                  </a:lnTo>
                  <a:lnTo>
                    <a:pt x="788154" y="490872"/>
                  </a:lnTo>
                  <a:lnTo>
                    <a:pt x="796015" y="445869"/>
                  </a:lnTo>
                  <a:lnTo>
                    <a:pt x="798703" y="399288"/>
                  </a:lnTo>
                  <a:lnTo>
                    <a:pt x="796015" y="352708"/>
                  </a:lnTo>
                  <a:lnTo>
                    <a:pt x="788154" y="307710"/>
                  </a:lnTo>
                  <a:lnTo>
                    <a:pt x="775418" y="264593"/>
                  </a:lnTo>
                  <a:lnTo>
                    <a:pt x="758107" y="223656"/>
                  </a:lnTo>
                  <a:lnTo>
                    <a:pt x="736520" y="185199"/>
                  </a:lnTo>
                  <a:lnTo>
                    <a:pt x="710958" y="149520"/>
                  </a:lnTo>
                  <a:lnTo>
                    <a:pt x="681720" y="116919"/>
                  </a:lnTo>
                  <a:lnTo>
                    <a:pt x="649105" y="87694"/>
                  </a:lnTo>
                  <a:lnTo>
                    <a:pt x="613413" y="62145"/>
                  </a:lnTo>
                  <a:lnTo>
                    <a:pt x="574944" y="40570"/>
                  </a:lnTo>
                  <a:lnTo>
                    <a:pt x="533997" y="23269"/>
                  </a:lnTo>
                  <a:lnTo>
                    <a:pt x="490872" y="10541"/>
                  </a:lnTo>
                  <a:lnTo>
                    <a:pt x="445869" y="2685"/>
                  </a:lnTo>
                  <a:lnTo>
                    <a:pt x="39928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437752" y="4359402"/>
              <a:ext cx="276225" cy="275590"/>
            </a:xfrm>
            <a:custGeom>
              <a:avLst/>
              <a:gdLst/>
              <a:ahLst/>
              <a:cxnLst/>
              <a:rect l="l" t="t" r="r" b="b"/>
              <a:pathLst>
                <a:path w="276225" h="275589">
                  <a:moveTo>
                    <a:pt x="15494" y="26035"/>
                  </a:moveTo>
                  <a:lnTo>
                    <a:pt x="0" y="26035"/>
                  </a:lnTo>
                  <a:lnTo>
                    <a:pt x="0" y="275082"/>
                  </a:lnTo>
                  <a:lnTo>
                    <a:pt x="275844" y="275082"/>
                  </a:lnTo>
                  <a:lnTo>
                    <a:pt x="275844" y="241935"/>
                  </a:lnTo>
                  <a:lnTo>
                    <a:pt x="57912" y="241935"/>
                  </a:lnTo>
                  <a:lnTo>
                    <a:pt x="55118" y="239268"/>
                  </a:lnTo>
                  <a:lnTo>
                    <a:pt x="55118" y="232410"/>
                  </a:lnTo>
                  <a:lnTo>
                    <a:pt x="57912" y="229743"/>
                  </a:lnTo>
                  <a:lnTo>
                    <a:pt x="275844" y="229743"/>
                  </a:lnTo>
                  <a:lnTo>
                    <a:pt x="275844" y="213740"/>
                  </a:lnTo>
                  <a:lnTo>
                    <a:pt x="57912" y="213740"/>
                  </a:lnTo>
                  <a:lnTo>
                    <a:pt x="55118" y="211074"/>
                  </a:lnTo>
                  <a:lnTo>
                    <a:pt x="55118" y="204215"/>
                  </a:lnTo>
                  <a:lnTo>
                    <a:pt x="57912" y="201549"/>
                  </a:lnTo>
                  <a:lnTo>
                    <a:pt x="275844" y="201549"/>
                  </a:lnTo>
                  <a:lnTo>
                    <a:pt x="275844" y="185547"/>
                  </a:lnTo>
                  <a:lnTo>
                    <a:pt x="57912" y="185547"/>
                  </a:lnTo>
                  <a:lnTo>
                    <a:pt x="55118" y="182880"/>
                  </a:lnTo>
                  <a:lnTo>
                    <a:pt x="55118" y="176022"/>
                  </a:lnTo>
                  <a:lnTo>
                    <a:pt x="57912" y="173355"/>
                  </a:lnTo>
                  <a:lnTo>
                    <a:pt x="275844" y="173355"/>
                  </a:lnTo>
                  <a:lnTo>
                    <a:pt x="275844" y="157352"/>
                  </a:lnTo>
                  <a:lnTo>
                    <a:pt x="57912" y="157352"/>
                  </a:lnTo>
                  <a:lnTo>
                    <a:pt x="55118" y="154686"/>
                  </a:lnTo>
                  <a:lnTo>
                    <a:pt x="55118" y="147827"/>
                  </a:lnTo>
                  <a:lnTo>
                    <a:pt x="57912" y="145161"/>
                  </a:lnTo>
                  <a:lnTo>
                    <a:pt x="275844" y="145161"/>
                  </a:lnTo>
                  <a:lnTo>
                    <a:pt x="275844" y="129159"/>
                  </a:lnTo>
                  <a:lnTo>
                    <a:pt x="57912" y="129159"/>
                  </a:lnTo>
                  <a:lnTo>
                    <a:pt x="55118" y="126492"/>
                  </a:lnTo>
                  <a:lnTo>
                    <a:pt x="55118" y="119634"/>
                  </a:lnTo>
                  <a:lnTo>
                    <a:pt x="57912" y="116967"/>
                  </a:lnTo>
                  <a:lnTo>
                    <a:pt x="275844" y="116967"/>
                  </a:lnTo>
                  <a:lnTo>
                    <a:pt x="275844" y="100964"/>
                  </a:lnTo>
                  <a:lnTo>
                    <a:pt x="57912" y="100964"/>
                  </a:lnTo>
                  <a:lnTo>
                    <a:pt x="55118" y="98171"/>
                  </a:lnTo>
                  <a:lnTo>
                    <a:pt x="55118" y="91439"/>
                  </a:lnTo>
                  <a:lnTo>
                    <a:pt x="57912" y="88773"/>
                  </a:lnTo>
                  <a:lnTo>
                    <a:pt x="275844" y="88773"/>
                  </a:lnTo>
                  <a:lnTo>
                    <a:pt x="275844" y="59944"/>
                  </a:lnTo>
                  <a:lnTo>
                    <a:pt x="35432" y="59944"/>
                  </a:lnTo>
                  <a:lnTo>
                    <a:pt x="27656" y="58382"/>
                  </a:lnTo>
                  <a:lnTo>
                    <a:pt x="21320" y="54117"/>
                  </a:lnTo>
                  <a:lnTo>
                    <a:pt x="17055" y="47781"/>
                  </a:lnTo>
                  <a:lnTo>
                    <a:pt x="15494" y="40005"/>
                  </a:lnTo>
                  <a:lnTo>
                    <a:pt x="15494" y="26035"/>
                  </a:lnTo>
                  <a:close/>
                </a:path>
                <a:path w="276225" h="275589">
                  <a:moveTo>
                    <a:pt x="275844" y="229743"/>
                  </a:moveTo>
                  <a:lnTo>
                    <a:pt x="217931" y="229743"/>
                  </a:lnTo>
                  <a:lnTo>
                    <a:pt x="220725" y="232410"/>
                  </a:lnTo>
                  <a:lnTo>
                    <a:pt x="220725" y="239268"/>
                  </a:lnTo>
                  <a:lnTo>
                    <a:pt x="217931" y="241935"/>
                  </a:lnTo>
                  <a:lnTo>
                    <a:pt x="275844" y="241935"/>
                  </a:lnTo>
                  <a:lnTo>
                    <a:pt x="275844" y="229743"/>
                  </a:lnTo>
                  <a:close/>
                </a:path>
                <a:path w="276225" h="275589">
                  <a:moveTo>
                    <a:pt x="275844" y="201549"/>
                  </a:moveTo>
                  <a:lnTo>
                    <a:pt x="217931" y="201549"/>
                  </a:lnTo>
                  <a:lnTo>
                    <a:pt x="220725" y="204215"/>
                  </a:lnTo>
                  <a:lnTo>
                    <a:pt x="220725" y="211074"/>
                  </a:lnTo>
                  <a:lnTo>
                    <a:pt x="217931" y="213740"/>
                  </a:lnTo>
                  <a:lnTo>
                    <a:pt x="275844" y="213740"/>
                  </a:lnTo>
                  <a:lnTo>
                    <a:pt x="275844" y="201549"/>
                  </a:lnTo>
                  <a:close/>
                </a:path>
                <a:path w="276225" h="275589">
                  <a:moveTo>
                    <a:pt x="275844" y="173355"/>
                  </a:moveTo>
                  <a:lnTo>
                    <a:pt x="217931" y="173355"/>
                  </a:lnTo>
                  <a:lnTo>
                    <a:pt x="220725" y="176022"/>
                  </a:lnTo>
                  <a:lnTo>
                    <a:pt x="220725" y="182880"/>
                  </a:lnTo>
                  <a:lnTo>
                    <a:pt x="217931" y="185547"/>
                  </a:lnTo>
                  <a:lnTo>
                    <a:pt x="275844" y="185547"/>
                  </a:lnTo>
                  <a:lnTo>
                    <a:pt x="275844" y="173355"/>
                  </a:lnTo>
                  <a:close/>
                </a:path>
                <a:path w="276225" h="275589">
                  <a:moveTo>
                    <a:pt x="275844" y="145161"/>
                  </a:moveTo>
                  <a:lnTo>
                    <a:pt x="217931" y="145161"/>
                  </a:lnTo>
                  <a:lnTo>
                    <a:pt x="220725" y="147827"/>
                  </a:lnTo>
                  <a:lnTo>
                    <a:pt x="220725" y="154686"/>
                  </a:lnTo>
                  <a:lnTo>
                    <a:pt x="217931" y="157352"/>
                  </a:lnTo>
                  <a:lnTo>
                    <a:pt x="275844" y="157352"/>
                  </a:lnTo>
                  <a:lnTo>
                    <a:pt x="275844" y="145161"/>
                  </a:lnTo>
                  <a:close/>
                </a:path>
                <a:path w="276225" h="275589">
                  <a:moveTo>
                    <a:pt x="275844" y="116967"/>
                  </a:moveTo>
                  <a:lnTo>
                    <a:pt x="217931" y="116967"/>
                  </a:lnTo>
                  <a:lnTo>
                    <a:pt x="220725" y="119634"/>
                  </a:lnTo>
                  <a:lnTo>
                    <a:pt x="220725" y="126492"/>
                  </a:lnTo>
                  <a:lnTo>
                    <a:pt x="217931" y="129159"/>
                  </a:lnTo>
                  <a:lnTo>
                    <a:pt x="275844" y="129159"/>
                  </a:lnTo>
                  <a:lnTo>
                    <a:pt x="275844" y="116967"/>
                  </a:lnTo>
                  <a:close/>
                </a:path>
                <a:path w="276225" h="275589">
                  <a:moveTo>
                    <a:pt x="275844" y="88773"/>
                  </a:moveTo>
                  <a:lnTo>
                    <a:pt x="217931" y="88773"/>
                  </a:lnTo>
                  <a:lnTo>
                    <a:pt x="220725" y="91439"/>
                  </a:lnTo>
                  <a:lnTo>
                    <a:pt x="220725" y="98171"/>
                  </a:lnTo>
                  <a:lnTo>
                    <a:pt x="217931" y="100964"/>
                  </a:lnTo>
                  <a:lnTo>
                    <a:pt x="275844" y="100964"/>
                  </a:lnTo>
                  <a:lnTo>
                    <a:pt x="275844" y="88773"/>
                  </a:lnTo>
                  <a:close/>
                </a:path>
                <a:path w="276225" h="275589">
                  <a:moveTo>
                    <a:pt x="68325" y="26035"/>
                  </a:moveTo>
                  <a:lnTo>
                    <a:pt x="55372" y="26035"/>
                  </a:lnTo>
                  <a:lnTo>
                    <a:pt x="55372" y="40005"/>
                  </a:lnTo>
                  <a:lnTo>
                    <a:pt x="53892" y="47371"/>
                  </a:lnTo>
                  <a:lnTo>
                    <a:pt x="53810" y="47781"/>
                  </a:lnTo>
                  <a:lnTo>
                    <a:pt x="49545" y="54117"/>
                  </a:lnTo>
                  <a:lnTo>
                    <a:pt x="43209" y="58382"/>
                  </a:lnTo>
                  <a:lnTo>
                    <a:pt x="35432" y="59944"/>
                  </a:lnTo>
                  <a:lnTo>
                    <a:pt x="88265" y="59944"/>
                  </a:lnTo>
                  <a:lnTo>
                    <a:pt x="80488" y="58382"/>
                  </a:lnTo>
                  <a:lnTo>
                    <a:pt x="74152" y="54117"/>
                  </a:lnTo>
                  <a:lnTo>
                    <a:pt x="69887" y="47781"/>
                  </a:lnTo>
                  <a:lnTo>
                    <a:pt x="68325" y="40005"/>
                  </a:lnTo>
                  <a:lnTo>
                    <a:pt x="68325" y="26035"/>
                  </a:lnTo>
                  <a:close/>
                </a:path>
                <a:path w="276225" h="275589">
                  <a:moveTo>
                    <a:pt x="121157" y="26035"/>
                  </a:moveTo>
                  <a:lnTo>
                    <a:pt x="108203" y="26035"/>
                  </a:lnTo>
                  <a:lnTo>
                    <a:pt x="108203" y="40005"/>
                  </a:lnTo>
                  <a:lnTo>
                    <a:pt x="106707" y="47371"/>
                  </a:lnTo>
                  <a:lnTo>
                    <a:pt x="106624" y="47781"/>
                  </a:lnTo>
                  <a:lnTo>
                    <a:pt x="102330" y="54117"/>
                  </a:lnTo>
                  <a:lnTo>
                    <a:pt x="95988" y="58382"/>
                  </a:lnTo>
                  <a:lnTo>
                    <a:pt x="88265" y="59944"/>
                  </a:lnTo>
                  <a:lnTo>
                    <a:pt x="141097" y="59944"/>
                  </a:lnTo>
                  <a:lnTo>
                    <a:pt x="133320" y="58382"/>
                  </a:lnTo>
                  <a:lnTo>
                    <a:pt x="126984" y="54117"/>
                  </a:lnTo>
                  <a:lnTo>
                    <a:pt x="122719" y="47781"/>
                  </a:lnTo>
                  <a:lnTo>
                    <a:pt x="121157" y="40005"/>
                  </a:lnTo>
                  <a:lnTo>
                    <a:pt x="121157" y="26035"/>
                  </a:lnTo>
                  <a:close/>
                </a:path>
                <a:path w="276225" h="275589">
                  <a:moveTo>
                    <a:pt x="173990" y="26035"/>
                  </a:moveTo>
                  <a:lnTo>
                    <a:pt x="161036" y="26035"/>
                  </a:lnTo>
                  <a:lnTo>
                    <a:pt x="161036" y="40005"/>
                  </a:lnTo>
                  <a:lnTo>
                    <a:pt x="159539" y="47371"/>
                  </a:lnTo>
                  <a:lnTo>
                    <a:pt x="159456" y="47781"/>
                  </a:lnTo>
                  <a:lnTo>
                    <a:pt x="155162" y="54117"/>
                  </a:lnTo>
                  <a:lnTo>
                    <a:pt x="148820" y="58382"/>
                  </a:lnTo>
                  <a:lnTo>
                    <a:pt x="141097" y="59944"/>
                  </a:lnTo>
                  <a:lnTo>
                    <a:pt x="193928" y="59944"/>
                  </a:lnTo>
                  <a:lnTo>
                    <a:pt x="186152" y="58382"/>
                  </a:lnTo>
                  <a:lnTo>
                    <a:pt x="179816" y="54117"/>
                  </a:lnTo>
                  <a:lnTo>
                    <a:pt x="175551" y="47781"/>
                  </a:lnTo>
                  <a:lnTo>
                    <a:pt x="173990" y="40005"/>
                  </a:lnTo>
                  <a:lnTo>
                    <a:pt x="173990" y="26035"/>
                  </a:lnTo>
                  <a:close/>
                </a:path>
                <a:path w="276225" h="275589">
                  <a:moveTo>
                    <a:pt x="226822" y="26035"/>
                  </a:moveTo>
                  <a:lnTo>
                    <a:pt x="213741" y="26035"/>
                  </a:lnTo>
                  <a:lnTo>
                    <a:pt x="213741" y="40005"/>
                  </a:lnTo>
                  <a:lnTo>
                    <a:pt x="212263" y="47371"/>
                  </a:lnTo>
                  <a:lnTo>
                    <a:pt x="212181" y="47781"/>
                  </a:lnTo>
                  <a:lnTo>
                    <a:pt x="207930" y="54117"/>
                  </a:lnTo>
                  <a:lnTo>
                    <a:pt x="201632" y="58382"/>
                  </a:lnTo>
                  <a:lnTo>
                    <a:pt x="193928" y="59944"/>
                  </a:lnTo>
                  <a:lnTo>
                    <a:pt x="246633" y="59944"/>
                  </a:lnTo>
                  <a:lnTo>
                    <a:pt x="238930" y="58382"/>
                  </a:lnTo>
                  <a:lnTo>
                    <a:pt x="232632" y="54117"/>
                  </a:lnTo>
                  <a:lnTo>
                    <a:pt x="228381" y="47781"/>
                  </a:lnTo>
                  <a:lnTo>
                    <a:pt x="226822" y="40005"/>
                  </a:lnTo>
                  <a:lnTo>
                    <a:pt x="226822" y="26035"/>
                  </a:lnTo>
                  <a:close/>
                </a:path>
                <a:path w="276225" h="275589">
                  <a:moveTo>
                    <a:pt x="275844" y="26035"/>
                  </a:moveTo>
                  <a:lnTo>
                    <a:pt x="266573" y="26035"/>
                  </a:lnTo>
                  <a:lnTo>
                    <a:pt x="266573" y="40005"/>
                  </a:lnTo>
                  <a:lnTo>
                    <a:pt x="265093" y="47371"/>
                  </a:lnTo>
                  <a:lnTo>
                    <a:pt x="265011" y="47781"/>
                  </a:lnTo>
                  <a:lnTo>
                    <a:pt x="260746" y="54117"/>
                  </a:lnTo>
                  <a:lnTo>
                    <a:pt x="254410" y="58382"/>
                  </a:lnTo>
                  <a:lnTo>
                    <a:pt x="246633" y="59944"/>
                  </a:lnTo>
                  <a:lnTo>
                    <a:pt x="275844" y="59944"/>
                  </a:lnTo>
                  <a:lnTo>
                    <a:pt x="275844" y="26035"/>
                  </a:lnTo>
                  <a:close/>
                </a:path>
                <a:path w="276225" h="275589">
                  <a:moveTo>
                    <a:pt x="41401" y="0"/>
                  </a:moveTo>
                  <a:lnTo>
                    <a:pt x="29464" y="0"/>
                  </a:lnTo>
                  <a:lnTo>
                    <a:pt x="24638" y="4825"/>
                  </a:lnTo>
                  <a:lnTo>
                    <a:pt x="24638" y="47371"/>
                  </a:lnTo>
                  <a:lnTo>
                    <a:pt x="29464" y="52070"/>
                  </a:lnTo>
                  <a:lnTo>
                    <a:pt x="41401" y="52070"/>
                  </a:lnTo>
                  <a:lnTo>
                    <a:pt x="46100" y="47371"/>
                  </a:lnTo>
                  <a:lnTo>
                    <a:pt x="46100" y="4825"/>
                  </a:lnTo>
                  <a:lnTo>
                    <a:pt x="41401" y="0"/>
                  </a:lnTo>
                  <a:close/>
                </a:path>
                <a:path w="276225" h="275589">
                  <a:moveTo>
                    <a:pt x="94106" y="0"/>
                  </a:moveTo>
                  <a:lnTo>
                    <a:pt x="82296" y="0"/>
                  </a:lnTo>
                  <a:lnTo>
                    <a:pt x="77470" y="4825"/>
                  </a:lnTo>
                  <a:lnTo>
                    <a:pt x="77470" y="47371"/>
                  </a:lnTo>
                  <a:lnTo>
                    <a:pt x="82296" y="52070"/>
                  </a:lnTo>
                  <a:lnTo>
                    <a:pt x="94106" y="52070"/>
                  </a:lnTo>
                  <a:lnTo>
                    <a:pt x="98932" y="47371"/>
                  </a:lnTo>
                  <a:lnTo>
                    <a:pt x="98932" y="4825"/>
                  </a:lnTo>
                  <a:lnTo>
                    <a:pt x="94106" y="0"/>
                  </a:lnTo>
                  <a:close/>
                </a:path>
                <a:path w="276225" h="275589">
                  <a:moveTo>
                    <a:pt x="146939" y="0"/>
                  </a:moveTo>
                  <a:lnTo>
                    <a:pt x="135127" y="0"/>
                  </a:lnTo>
                  <a:lnTo>
                    <a:pt x="130301" y="4825"/>
                  </a:lnTo>
                  <a:lnTo>
                    <a:pt x="130301" y="47371"/>
                  </a:lnTo>
                  <a:lnTo>
                    <a:pt x="135127" y="52070"/>
                  </a:lnTo>
                  <a:lnTo>
                    <a:pt x="146939" y="52070"/>
                  </a:lnTo>
                  <a:lnTo>
                    <a:pt x="151765" y="47371"/>
                  </a:lnTo>
                  <a:lnTo>
                    <a:pt x="151765" y="4825"/>
                  </a:lnTo>
                  <a:lnTo>
                    <a:pt x="146939" y="0"/>
                  </a:lnTo>
                  <a:close/>
                </a:path>
                <a:path w="276225" h="275589">
                  <a:moveTo>
                    <a:pt x="199771" y="0"/>
                  </a:moveTo>
                  <a:lnTo>
                    <a:pt x="187960" y="0"/>
                  </a:lnTo>
                  <a:lnTo>
                    <a:pt x="183133" y="4825"/>
                  </a:lnTo>
                  <a:lnTo>
                    <a:pt x="183133" y="47371"/>
                  </a:lnTo>
                  <a:lnTo>
                    <a:pt x="187960" y="52070"/>
                  </a:lnTo>
                  <a:lnTo>
                    <a:pt x="199771" y="52070"/>
                  </a:lnTo>
                  <a:lnTo>
                    <a:pt x="204597" y="47371"/>
                  </a:lnTo>
                  <a:lnTo>
                    <a:pt x="204597" y="4825"/>
                  </a:lnTo>
                  <a:lnTo>
                    <a:pt x="199771" y="0"/>
                  </a:lnTo>
                  <a:close/>
                </a:path>
                <a:path w="276225" h="275589">
                  <a:moveTo>
                    <a:pt x="252602" y="0"/>
                  </a:moveTo>
                  <a:lnTo>
                    <a:pt x="240792" y="0"/>
                  </a:lnTo>
                  <a:lnTo>
                    <a:pt x="235966" y="4825"/>
                  </a:lnTo>
                  <a:lnTo>
                    <a:pt x="235966" y="47371"/>
                  </a:lnTo>
                  <a:lnTo>
                    <a:pt x="240792" y="52070"/>
                  </a:lnTo>
                  <a:lnTo>
                    <a:pt x="252602" y="52070"/>
                  </a:lnTo>
                  <a:lnTo>
                    <a:pt x="257428" y="47371"/>
                  </a:lnTo>
                  <a:lnTo>
                    <a:pt x="257428" y="4825"/>
                  </a:lnTo>
                  <a:lnTo>
                    <a:pt x="2526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9299829" y="1860930"/>
            <a:ext cx="4132579" cy="3413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0419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A4A4A4"/>
                </a:solidFill>
                <a:latin typeface="Microsoft JhengHei"/>
                <a:cs typeface="Microsoft JhengHei"/>
              </a:rPr>
              <a:t>問題生成與評估機制</a:t>
            </a:r>
            <a:endParaRPr sz="2400">
              <a:latin typeface="Microsoft JhengHei"/>
              <a:cs typeface="Microsoft JhengHei"/>
            </a:endParaRPr>
          </a:p>
          <a:p>
            <a:pPr marL="461645" indent="-286385">
              <a:lnSpc>
                <a:spcPct val="100000"/>
              </a:lnSpc>
              <a:spcBef>
                <a:spcPts val="1565"/>
              </a:spcBef>
              <a:buFont typeface="Arial MT"/>
              <a:buChar char="•"/>
              <a:tabLst>
                <a:tab pos="46164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自動問題生成：理解性問題測試</a:t>
            </a:r>
            <a:endParaRPr sz="1800">
              <a:latin typeface="Microsoft JhengHei"/>
              <a:cs typeface="Microsoft JhengHei"/>
            </a:endParaRPr>
          </a:p>
          <a:p>
            <a:pPr marL="461645" indent="-286385">
              <a:lnSpc>
                <a:spcPct val="100000"/>
              </a:lnSpc>
              <a:buFont typeface="Arial MT"/>
              <a:buChar char="•"/>
              <a:tabLst>
                <a:tab pos="46164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答案智慧評估：量化質性反</a:t>
            </a:r>
            <a:endParaRPr sz="1800">
              <a:latin typeface="Microsoft JhengHei"/>
              <a:cs typeface="Microsoft JhengHei"/>
            </a:endParaRPr>
          </a:p>
          <a:p>
            <a:pPr marL="461645" indent="-286385">
              <a:lnSpc>
                <a:spcPct val="100000"/>
              </a:lnSpc>
              <a:buFont typeface="Arial MT"/>
              <a:buChar char="•"/>
              <a:tabLst>
                <a:tab pos="46164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饋難度適應性評估：問題數量複雜度</a:t>
            </a:r>
            <a:endParaRPr sz="18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2740"/>
              </a:spcBef>
            </a:pPr>
            <a:endParaRPr sz="1800">
              <a:latin typeface="Microsoft JhengHei"/>
              <a:cs typeface="Microsoft JhengHei"/>
            </a:endParaRPr>
          </a:p>
          <a:p>
            <a:pPr marL="969644">
              <a:lnSpc>
                <a:spcPct val="100000"/>
              </a:lnSpc>
            </a:pPr>
            <a:r>
              <a:rPr sz="2400" b="1" spc="-10" dirty="0">
                <a:solidFill>
                  <a:srgbClr val="EC7C30"/>
                </a:solidFill>
                <a:latin typeface="Microsoft JhengHei"/>
                <a:cs typeface="Microsoft JhengHei"/>
              </a:rPr>
              <a:t>難度調整機制</a:t>
            </a:r>
            <a:endParaRPr sz="24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spcBef>
                <a:spcPts val="34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內容長度控制：字數範圍精確控制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語言複雜度梯度：詞彙句型難度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主題深度層級：基本到專業討論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25" name="Text Placeholder 1">
            <a:extLst>
              <a:ext uri="{FF2B5EF4-FFF2-40B4-BE49-F238E27FC236}">
                <a16:creationId xmlns:a16="http://schemas.microsoft.com/office/drawing/2014/main" id="{F8E1F1F5-2809-77F8-471D-5ECCBE1578C5}"/>
              </a:ext>
            </a:extLst>
          </p:cNvPr>
          <p:cNvSpPr txBox="1">
            <a:spLocks/>
          </p:cNvSpPr>
          <p:nvPr/>
        </p:nvSpPr>
        <p:spPr>
          <a:xfrm>
            <a:off x="293642" y="201235"/>
            <a:ext cx="6048163" cy="86909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聽力練習提示設計</a:t>
            </a:r>
            <a:endParaRPr lang="en-US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>
          <a:extLst>
            <a:ext uri="{FF2B5EF4-FFF2-40B4-BE49-F238E27FC236}">
              <a16:creationId xmlns:a16="http://schemas.microsoft.com/office/drawing/2014/main" id="{8EFE810F-49BC-8117-4BCE-1EE5D5088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6">
            <a:extLst>
              <a:ext uri="{FF2B5EF4-FFF2-40B4-BE49-F238E27FC236}">
                <a16:creationId xmlns:a16="http://schemas.microsoft.com/office/drawing/2014/main" id="{D085931B-A369-C534-4302-468E1F8FB1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159" y="2097760"/>
            <a:ext cx="8108703" cy="1885920"/>
          </a:xfrm>
          <a:prstGeom prst="rect">
            <a:avLst/>
          </a:prstGeom>
        </p:spPr>
        <p:txBody>
          <a:bodyPr spcFirstLastPara="1" wrap="square" lIns="146280" tIns="146280" rIns="146280" bIns="146280" anchor="b" anchorCtr="0">
            <a:noAutofit/>
          </a:bodyPr>
          <a:lstStyle/>
          <a:p>
            <a:pPr algn="l"/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系統架構與運作流程 </a:t>
            </a:r>
          </a:p>
        </p:txBody>
      </p:sp>
      <p:cxnSp>
        <p:nvCxnSpPr>
          <p:cNvPr id="661" name="Google Shape;661;p46">
            <a:extLst>
              <a:ext uri="{FF2B5EF4-FFF2-40B4-BE49-F238E27FC236}">
                <a16:creationId xmlns:a16="http://schemas.microsoft.com/office/drawing/2014/main" id="{694EB755-933E-6165-5D91-CFFBF234EDC7}"/>
              </a:ext>
            </a:extLst>
          </p:cNvPr>
          <p:cNvCxnSpPr/>
          <p:nvPr/>
        </p:nvCxnSpPr>
        <p:spPr>
          <a:xfrm>
            <a:off x="4182677" y="4267262"/>
            <a:ext cx="546288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296684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AA97A98A-61DF-F4F6-DDCA-D306ED404A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2036" y="320327"/>
            <a:ext cx="3008107" cy="869096"/>
          </a:xfrm>
        </p:spPr>
        <p:txBody>
          <a:bodyPr/>
          <a:lstStyle/>
          <a:p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系統架構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DCB3135-16F0-4E22-8A85-EB9CAE0EDC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6" r="6462"/>
          <a:stretch>
            <a:fillRect/>
          </a:stretch>
        </p:blipFill>
        <p:spPr bwMode="auto">
          <a:xfrm>
            <a:off x="4340772" y="2589621"/>
            <a:ext cx="6262439" cy="377964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4E96ACD1-6923-E157-2A01-71B373A7EAAA}"/>
              </a:ext>
            </a:extLst>
          </p:cNvPr>
          <p:cNvSpPr/>
          <p:nvPr/>
        </p:nvSpPr>
        <p:spPr>
          <a:xfrm>
            <a:off x="749735" y="1679807"/>
            <a:ext cx="4005943" cy="1631216"/>
          </a:xfrm>
          <a:prstGeom prst="roundRect">
            <a:avLst/>
          </a:prstGeom>
          <a:solidFill>
            <a:srgbClr val="FFC000"/>
          </a:solidFill>
          <a:ln>
            <a:solidFill>
              <a:srgbClr val="EEB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前端設計</a:t>
            </a:r>
          </a:p>
          <a:p>
            <a:r>
              <a:rPr lang="en-US" altLang="zh-TW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LINE</a:t>
            </a:r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平台聊天介面，免安裝</a:t>
            </a:r>
            <a:r>
              <a:rPr lang="en-US" altLang="zh-TW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APP</a:t>
            </a:r>
          </a:p>
          <a:p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支援文字與語音雙向互動</a:t>
            </a:r>
          </a:p>
          <a:p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圖文選單快速選擇學習模式</a:t>
            </a:r>
          </a:p>
          <a:p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視覺化設計，操作簡單直覺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C10C86BA-CA14-CCC0-FCA7-940631A30004}"/>
              </a:ext>
            </a:extLst>
          </p:cNvPr>
          <p:cNvSpPr/>
          <p:nvPr/>
        </p:nvSpPr>
        <p:spPr>
          <a:xfrm>
            <a:off x="674913" y="3659893"/>
            <a:ext cx="4005943" cy="1631216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後端應用模組</a:t>
            </a:r>
            <a:endParaRPr lang="en-US" altLang="zh-TW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en-US" altLang="zh-TW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Flask</a:t>
            </a:r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框架建立網路應用</a:t>
            </a:r>
            <a:endParaRPr lang="en-US" altLang="zh-TW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en-US" altLang="zh-TW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LINE API</a:t>
            </a:r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連接處理訊息</a:t>
            </a:r>
            <a:endParaRPr lang="en-US" altLang="zh-TW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en-US" altLang="zh-TW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Webhook</a:t>
            </a:r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接收用戶請求</a:t>
            </a:r>
            <a:endParaRPr lang="en-US" altLang="zh-TW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en-US" altLang="zh-TW" dirty="0" err="1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ngrok</a:t>
            </a:r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本機伺服器暴露到互聯網上的工具</a:t>
            </a:r>
            <a:endParaRPr lang="en-US" altLang="zh-TW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7C04EEA4-FF6D-EABA-0063-0E15E6EC3AD7}"/>
              </a:ext>
            </a:extLst>
          </p:cNvPr>
          <p:cNvSpPr/>
          <p:nvPr/>
        </p:nvSpPr>
        <p:spPr>
          <a:xfrm>
            <a:off x="674913" y="5639979"/>
            <a:ext cx="4005943" cy="1631216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後端服務模組</a:t>
            </a:r>
            <a:endParaRPr lang="en-US" altLang="zh-TW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en-US" altLang="zh-TW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GPT-3.5</a:t>
            </a:r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：處理英語對話與回饋</a:t>
            </a:r>
            <a:r>
              <a:rPr lang="en-US" altLang="zh-TW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Whisper</a:t>
            </a:r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：語音轉文字</a:t>
            </a:r>
            <a:endParaRPr lang="en-US" altLang="zh-TW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en-US" altLang="zh-TW" dirty="0" err="1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gTTS</a:t>
            </a:r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：文字轉語音</a:t>
            </a:r>
            <a:endParaRPr lang="en-US" altLang="zh-TW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en-US" altLang="zh-TW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API</a:t>
            </a:r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串接方式，靈活調用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F34DF6EF-1DB3-AE99-B32E-71BA4CEF61AB}"/>
              </a:ext>
            </a:extLst>
          </p:cNvPr>
          <p:cNvSpPr/>
          <p:nvPr/>
        </p:nvSpPr>
        <p:spPr>
          <a:xfrm>
            <a:off x="10167256" y="1416322"/>
            <a:ext cx="4005943" cy="1631216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提示工程模組</a:t>
            </a:r>
            <a:endParaRPr lang="en-US" altLang="zh-TW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分析用戶學習情境與意圖</a:t>
            </a:r>
            <a:endParaRPr lang="en-US" altLang="zh-TW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管理不同學習模式提示模板</a:t>
            </a:r>
            <a:endParaRPr lang="en-US" altLang="zh-TW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動態生成教育導向提示</a:t>
            </a:r>
            <a:endParaRPr lang="en-US" altLang="zh-TW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確保</a:t>
            </a:r>
            <a:r>
              <a:rPr lang="en-US" altLang="zh-TW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AI</a:t>
            </a:r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回應符合教學目標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B3E8A2D1-EF2D-1D38-67DA-348D50BE92FF}"/>
              </a:ext>
            </a:extLst>
          </p:cNvPr>
          <p:cNvSpPr/>
          <p:nvPr/>
        </p:nvSpPr>
        <p:spPr>
          <a:xfrm>
            <a:off x="10410371" y="5761826"/>
            <a:ext cx="4005943" cy="1631216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架構特點</a:t>
            </a:r>
            <a:endParaRPr lang="en-US" altLang="zh-TW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模組化設計，便於維護擴展</a:t>
            </a:r>
            <a:endParaRPr lang="en-US" altLang="zh-TW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輕量化部署，成本低</a:t>
            </a:r>
            <a:endParaRPr lang="en-US" altLang="zh-TW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教育目標導向，專為初學者設計</a:t>
            </a:r>
          </a:p>
        </p:txBody>
      </p:sp>
    </p:spTree>
    <p:extLst>
      <p:ext uri="{BB962C8B-B14F-4D97-AF65-F5344CB8AC3E}">
        <p14:creationId xmlns:p14="http://schemas.microsoft.com/office/powerpoint/2010/main" val="33747598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B85F3A-0D98-4AE5-8CED-AA4A4CF821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5658" y="188456"/>
            <a:ext cx="4769805" cy="670260"/>
          </a:xfrm>
        </p:spPr>
        <p:txBody>
          <a:bodyPr/>
          <a:lstStyle/>
          <a:p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系統運作流程</a:t>
            </a:r>
            <a:endParaRPr lang="en-US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Arrow: Chevron 1">
            <a:extLst>
              <a:ext uri="{FF2B5EF4-FFF2-40B4-BE49-F238E27FC236}">
                <a16:creationId xmlns:a16="http://schemas.microsoft.com/office/drawing/2014/main" id="{0B6E9D80-65A0-4F30-AA14-603431121CBC}"/>
              </a:ext>
            </a:extLst>
          </p:cNvPr>
          <p:cNvSpPr/>
          <p:nvPr/>
        </p:nvSpPr>
        <p:spPr>
          <a:xfrm>
            <a:off x="223373" y="4264008"/>
            <a:ext cx="2081614" cy="395741"/>
          </a:xfrm>
          <a:prstGeom prst="chevron">
            <a:avLst>
              <a:gd name="adj" fmla="val 5251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>
              <a:solidFill>
                <a:schemeClr val="tx1"/>
              </a:solidFill>
            </a:endParaRPr>
          </a:p>
        </p:txBody>
      </p:sp>
      <p:sp>
        <p:nvSpPr>
          <p:cNvPr id="4" name="Arrow: Chevron 4">
            <a:extLst>
              <a:ext uri="{FF2B5EF4-FFF2-40B4-BE49-F238E27FC236}">
                <a16:creationId xmlns:a16="http://schemas.microsoft.com/office/drawing/2014/main" id="{D5A0EEAD-B0B2-442E-8E31-E46CC61836AE}"/>
              </a:ext>
            </a:extLst>
          </p:cNvPr>
          <p:cNvSpPr/>
          <p:nvPr/>
        </p:nvSpPr>
        <p:spPr>
          <a:xfrm>
            <a:off x="2140673" y="4264008"/>
            <a:ext cx="2081614" cy="395741"/>
          </a:xfrm>
          <a:prstGeom prst="chevron">
            <a:avLst>
              <a:gd name="adj" fmla="val 5251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>
              <a:solidFill>
                <a:schemeClr val="tx1"/>
              </a:solidFill>
            </a:endParaRPr>
          </a:p>
        </p:txBody>
      </p:sp>
      <p:sp>
        <p:nvSpPr>
          <p:cNvPr id="5" name="Arrow: Chevron 5">
            <a:extLst>
              <a:ext uri="{FF2B5EF4-FFF2-40B4-BE49-F238E27FC236}">
                <a16:creationId xmlns:a16="http://schemas.microsoft.com/office/drawing/2014/main" id="{5496C90F-F947-41A1-8DC6-E86FA64C8259}"/>
              </a:ext>
            </a:extLst>
          </p:cNvPr>
          <p:cNvSpPr/>
          <p:nvPr/>
        </p:nvSpPr>
        <p:spPr>
          <a:xfrm>
            <a:off x="4089505" y="4264008"/>
            <a:ext cx="2081614" cy="395741"/>
          </a:xfrm>
          <a:prstGeom prst="chevron">
            <a:avLst>
              <a:gd name="adj" fmla="val 5251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>
              <a:solidFill>
                <a:schemeClr val="tx1"/>
              </a:solidFill>
            </a:endParaRPr>
          </a:p>
        </p:txBody>
      </p:sp>
      <p:sp>
        <p:nvSpPr>
          <p:cNvPr id="6" name="Arrow: Chevron 6">
            <a:extLst>
              <a:ext uri="{FF2B5EF4-FFF2-40B4-BE49-F238E27FC236}">
                <a16:creationId xmlns:a16="http://schemas.microsoft.com/office/drawing/2014/main" id="{C66EF2B3-0EBB-4257-9F8B-EF36FF7057CC}"/>
              </a:ext>
            </a:extLst>
          </p:cNvPr>
          <p:cNvSpPr/>
          <p:nvPr/>
        </p:nvSpPr>
        <p:spPr>
          <a:xfrm>
            <a:off x="6027832" y="4264008"/>
            <a:ext cx="2081614" cy="395741"/>
          </a:xfrm>
          <a:prstGeom prst="chevron">
            <a:avLst>
              <a:gd name="adj" fmla="val 52516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>
              <a:solidFill>
                <a:schemeClr val="tx1"/>
              </a:solidFill>
            </a:endParaRPr>
          </a:p>
        </p:txBody>
      </p:sp>
      <p:sp>
        <p:nvSpPr>
          <p:cNvPr id="7" name="Arrow: Chevron 7">
            <a:extLst>
              <a:ext uri="{FF2B5EF4-FFF2-40B4-BE49-F238E27FC236}">
                <a16:creationId xmlns:a16="http://schemas.microsoft.com/office/drawing/2014/main" id="{7D759B3E-E3A3-4B94-964C-41EC2928D6AE}"/>
              </a:ext>
            </a:extLst>
          </p:cNvPr>
          <p:cNvSpPr/>
          <p:nvPr/>
        </p:nvSpPr>
        <p:spPr>
          <a:xfrm>
            <a:off x="7966153" y="4264008"/>
            <a:ext cx="2081614" cy="395741"/>
          </a:xfrm>
          <a:prstGeom prst="chevron">
            <a:avLst>
              <a:gd name="adj" fmla="val 52516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>
              <a:solidFill>
                <a:schemeClr val="tx1"/>
              </a:solidFill>
            </a:endParaRPr>
          </a:p>
        </p:txBody>
      </p:sp>
      <p:grpSp>
        <p:nvGrpSpPr>
          <p:cNvPr id="8" name="Group 10">
            <a:extLst>
              <a:ext uri="{FF2B5EF4-FFF2-40B4-BE49-F238E27FC236}">
                <a16:creationId xmlns:a16="http://schemas.microsoft.com/office/drawing/2014/main" id="{8D6B4EAA-D517-4133-A995-B42F6179818F}"/>
              </a:ext>
            </a:extLst>
          </p:cNvPr>
          <p:cNvGrpSpPr/>
          <p:nvPr/>
        </p:nvGrpSpPr>
        <p:grpSpPr>
          <a:xfrm>
            <a:off x="776131" y="4157507"/>
            <a:ext cx="573039" cy="1003528"/>
            <a:chOff x="1710911" y="3340249"/>
            <a:chExt cx="605118" cy="1084357"/>
          </a:xfrm>
        </p:grpSpPr>
        <p:sp>
          <p:nvSpPr>
            <p:cNvPr id="9" name="Oval 2">
              <a:extLst>
                <a:ext uri="{FF2B5EF4-FFF2-40B4-BE49-F238E27FC236}">
                  <a16:creationId xmlns:a16="http://schemas.microsoft.com/office/drawing/2014/main" id="{D1DB94B0-BA25-4299-8F4B-26E66D4BCAF5}"/>
                </a:ext>
              </a:extLst>
            </p:cNvPr>
            <p:cNvSpPr/>
            <p:nvPr/>
          </p:nvSpPr>
          <p:spPr>
            <a:xfrm>
              <a:off x="1710911" y="3340249"/>
              <a:ext cx="605118" cy="605118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sp>
          <p:nvSpPr>
            <p:cNvPr id="10" name="Circle: Hollow 8">
              <a:extLst>
                <a:ext uri="{FF2B5EF4-FFF2-40B4-BE49-F238E27FC236}">
                  <a16:creationId xmlns:a16="http://schemas.microsoft.com/office/drawing/2014/main" id="{CE49365B-23F2-4576-B7EC-F5FBA8837767}"/>
                </a:ext>
              </a:extLst>
            </p:cNvPr>
            <p:cNvSpPr/>
            <p:nvPr/>
          </p:nvSpPr>
          <p:spPr>
            <a:xfrm>
              <a:off x="1774336" y="3403674"/>
              <a:ext cx="478269" cy="478269"/>
            </a:xfrm>
            <a:prstGeom prst="donut">
              <a:avLst>
                <a:gd name="adj" fmla="val 17543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>
                <a:solidFill>
                  <a:schemeClr val="tx1"/>
                </a:solidFill>
              </a:endParaRPr>
            </a:p>
          </p:txBody>
        </p:sp>
        <p:cxnSp>
          <p:nvCxnSpPr>
            <p:cNvPr id="11" name="Straight Connector 9">
              <a:extLst>
                <a:ext uri="{FF2B5EF4-FFF2-40B4-BE49-F238E27FC236}">
                  <a16:creationId xmlns:a16="http://schemas.microsoft.com/office/drawing/2014/main" id="{849EA05C-AD96-4314-A163-F2251AF641A4}"/>
                </a:ext>
              </a:extLst>
            </p:cNvPr>
            <p:cNvCxnSpPr>
              <a:cxnSpLocks/>
            </p:cNvCxnSpPr>
            <p:nvPr/>
          </p:nvCxnSpPr>
          <p:spPr>
            <a:xfrm>
              <a:off x="2013470" y="3881943"/>
              <a:ext cx="0" cy="542663"/>
            </a:xfrm>
            <a:prstGeom prst="line">
              <a:avLst/>
            </a:prstGeom>
            <a:ln w="19050">
              <a:solidFill>
                <a:schemeClr val="accent6"/>
              </a:solidFill>
              <a:headEnd type="none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3EA9FE5-AB14-4851-BD47-1638B12C8E0A}"/>
              </a:ext>
            </a:extLst>
          </p:cNvPr>
          <p:cNvGrpSpPr/>
          <p:nvPr/>
        </p:nvGrpSpPr>
        <p:grpSpPr>
          <a:xfrm>
            <a:off x="2693431" y="3698031"/>
            <a:ext cx="573039" cy="1003527"/>
            <a:chOff x="1710911" y="2861011"/>
            <a:chExt cx="605118" cy="108435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7A79D5-2A29-48D6-A462-0F2742166190}"/>
                </a:ext>
              </a:extLst>
            </p:cNvPr>
            <p:cNvSpPr/>
            <p:nvPr/>
          </p:nvSpPr>
          <p:spPr>
            <a:xfrm>
              <a:off x="1710911" y="3340249"/>
              <a:ext cx="605118" cy="605118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sp>
          <p:nvSpPr>
            <p:cNvPr id="14" name="Circle: Hollow 13">
              <a:extLst>
                <a:ext uri="{FF2B5EF4-FFF2-40B4-BE49-F238E27FC236}">
                  <a16:creationId xmlns:a16="http://schemas.microsoft.com/office/drawing/2014/main" id="{1ECF7A77-D0D9-4941-A8A9-6C85EC929665}"/>
                </a:ext>
              </a:extLst>
            </p:cNvPr>
            <p:cNvSpPr/>
            <p:nvPr/>
          </p:nvSpPr>
          <p:spPr>
            <a:xfrm>
              <a:off x="1774336" y="3403674"/>
              <a:ext cx="478269" cy="478269"/>
            </a:xfrm>
            <a:prstGeom prst="donut">
              <a:avLst>
                <a:gd name="adj" fmla="val 17543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>
                <a:solidFill>
                  <a:schemeClr val="tx1"/>
                </a:solidFill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59A4ADD-6EBE-414E-A713-8A8AA5A13C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13470" y="2861011"/>
              <a:ext cx="0" cy="542663"/>
            </a:xfrm>
            <a:prstGeom prst="line">
              <a:avLst/>
            </a:prstGeom>
            <a:ln w="19050">
              <a:solidFill>
                <a:schemeClr val="accent1"/>
              </a:solidFill>
              <a:headEnd type="none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D48E063-EC4A-4BAA-8D41-BD5D28089110}"/>
              </a:ext>
            </a:extLst>
          </p:cNvPr>
          <p:cNvGrpSpPr/>
          <p:nvPr/>
        </p:nvGrpSpPr>
        <p:grpSpPr>
          <a:xfrm>
            <a:off x="4642263" y="4157507"/>
            <a:ext cx="573039" cy="1003528"/>
            <a:chOff x="1710911" y="3340249"/>
            <a:chExt cx="605118" cy="1084357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79CC4ED-40D6-4DAD-8605-BCB53D7FE719}"/>
                </a:ext>
              </a:extLst>
            </p:cNvPr>
            <p:cNvSpPr/>
            <p:nvPr/>
          </p:nvSpPr>
          <p:spPr>
            <a:xfrm>
              <a:off x="1710911" y="3340249"/>
              <a:ext cx="605118" cy="605118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sp>
          <p:nvSpPr>
            <p:cNvPr id="18" name="Circle: Hollow 17">
              <a:extLst>
                <a:ext uri="{FF2B5EF4-FFF2-40B4-BE49-F238E27FC236}">
                  <a16:creationId xmlns:a16="http://schemas.microsoft.com/office/drawing/2014/main" id="{C5475E50-E7BE-45BE-A411-DE97D0F7CAC8}"/>
                </a:ext>
              </a:extLst>
            </p:cNvPr>
            <p:cNvSpPr/>
            <p:nvPr/>
          </p:nvSpPr>
          <p:spPr>
            <a:xfrm>
              <a:off x="1774336" y="3403674"/>
              <a:ext cx="478269" cy="478269"/>
            </a:xfrm>
            <a:prstGeom prst="donut">
              <a:avLst>
                <a:gd name="adj" fmla="val 1754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>
                <a:solidFill>
                  <a:schemeClr val="tx1"/>
                </a:solidFill>
              </a:endParaRP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DA128-E99E-4D5A-BAB3-D6FC6B472879}"/>
                </a:ext>
              </a:extLst>
            </p:cNvPr>
            <p:cNvCxnSpPr>
              <a:cxnSpLocks/>
            </p:cNvCxnSpPr>
            <p:nvPr/>
          </p:nvCxnSpPr>
          <p:spPr>
            <a:xfrm>
              <a:off x="2013470" y="3881943"/>
              <a:ext cx="0" cy="542663"/>
            </a:xfrm>
            <a:prstGeom prst="line">
              <a:avLst/>
            </a:prstGeom>
            <a:ln w="19050">
              <a:solidFill>
                <a:schemeClr val="accent2"/>
              </a:solidFill>
              <a:headEnd type="none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ADFF1A2-2B0E-4A9A-BFB6-D893BDB9F944}"/>
              </a:ext>
            </a:extLst>
          </p:cNvPr>
          <p:cNvGrpSpPr/>
          <p:nvPr/>
        </p:nvGrpSpPr>
        <p:grpSpPr>
          <a:xfrm>
            <a:off x="6580589" y="3719051"/>
            <a:ext cx="573039" cy="1003527"/>
            <a:chOff x="1710911" y="2861011"/>
            <a:chExt cx="605118" cy="108435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DFEF34D-108F-47B9-8450-73367D70007D}"/>
                </a:ext>
              </a:extLst>
            </p:cNvPr>
            <p:cNvSpPr/>
            <p:nvPr/>
          </p:nvSpPr>
          <p:spPr>
            <a:xfrm>
              <a:off x="1710911" y="3340249"/>
              <a:ext cx="605118" cy="605118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sp>
          <p:nvSpPr>
            <p:cNvPr id="22" name="Circle: Hollow 21">
              <a:extLst>
                <a:ext uri="{FF2B5EF4-FFF2-40B4-BE49-F238E27FC236}">
                  <a16:creationId xmlns:a16="http://schemas.microsoft.com/office/drawing/2014/main" id="{525B59BF-8B27-4E27-9065-26C22D128FA2}"/>
                </a:ext>
              </a:extLst>
            </p:cNvPr>
            <p:cNvSpPr/>
            <p:nvPr/>
          </p:nvSpPr>
          <p:spPr>
            <a:xfrm>
              <a:off x="1774336" y="3403674"/>
              <a:ext cx="478269" cy="478269"/>
            </a:xfrm>
            <a:prstGeom prst="donut">
              <a:avLst>
                <a:gd name="adj" fmla="val 17543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>
                <a:solidFill>
                  <a:schemeClr val="tx1"/>
                </a:solidFill>
              </a:endParaRP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0B4D524-9B26-476E-B5BB-C40AC99B66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13470" y="2861011"/>
              <a:ext cx="0" cy="542663"/>
            </a:xfrm>
            <a:prstGeom prst="line">
              <a:avLst/>
            </a:prstGeom>
            <a:ln w="19050">
              <a:solidFill>
                <a:schemeClr val="accent3"/>
              </a:solidFill>
              <a:headEnd type="none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88F0725-E508-40E9-8FC5-B6599F3FAE74}"/>
              </a:ext>
            </a:extLst>
          </p:cNvPr>
          <p:cNvGrpSpPr/>
          <p:nvPr/>
        </p:nvGrpSpPr>
        <p:grpSpPr>
          <a:xfrm>
            <a:off x="8518911" y="4157507"/>
            <a:ext cx="573039" cy="1003528"/>
            <a:chOff x="1710911" y="3340249"/>
            <a:chExt cx="605118" cy="1084357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7E986DC-A1AF-41CA-BD34-8E3132B7C720}"/>
                </a:ext>
              </a:extLst>
            </p:cNvPr>
            <p:cNvSpPr/>
            <p:nvPr/>
          </p:nvSpPr>
          <p:spPr>
            <a:xfrm>
              <a:off x="1710911" y="3340249"/>
              <a:ext cx="605118" cy="605118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sp>
          <p:nvSpPr>
            <p:cNvPr id="26" name="Circle: Hollow 25">
              <a:extLst>
                <a:ext uri="{FF2B5EF4-FFF2-40B4-BE49-F238E27FC236}">
                  <a16:creationId xmlns:a16="http://schemas.microsoft.com/office/drawing/2014/main" id="{841BDB97-83B6-4940-9FD7-6FB9A15C433F}"/>
                </a:ext>
              </a:extLst>
            </p:cNvPr>
            <p:cNvSpPr/>
            <p:nvPr/>
          </p:nvSpPr>
          <p:spPr>
            <a:xfrm>
              <a:off x="1774336" y="3403674"/>
              <a:ext cx="478269" cy="478269"/>
            </a:xfrm>
            <a:prstGeom prst="donut">
              <a:avLst>
                <a:gd name="adj" fmla="val 17543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>
                <a:solidFill>
                  <a:schemeClr val="tx1"/>
                </a:solidFill>
              </a:endParaRP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9CFC597-DF62-4D7D-B221-019F2752D9A7}"/>
                </a:ext>
              </a:extLst>
            </p:cNvPr>
            <p:cNvCxnSpPr>
              <a:cxnSpLocks/>
            </p:cNvCxnSpPr>
            <p:nvPr/>
          </p:nvCxnSpPr>
          <p:spPr>
            <a:xfrm>
              <a:off x="2013470" y="3881943"/>
              <a:ext cx="0" cy="542663"/>
            </a:xfrm>
            <a:prstGeom prst="line">
              <a:avLst/>
            </a:prstGeom>
            <a:ln w="19050">
              <a:solidFill>
                <a:schemeClr val="accent4"/>
              </a:solidFill>
              <a:headEnd type="none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827FA97A-C840-42A8-A20F-5F50B32937A3}"/>
              </a:ext>
            </a:extLst>
          </p:cNvPr>
          <p:cNvSpPr txBox="1"/>
          <p:nvPr/>
        </p:nvSpPr>
        <p:spPr>
          <a:xfrm>
            <a:off x="1697051" y="2560498"/>
            <a:ext cx="25657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LINE Bot</a:t>
            </a:r>
          </a:p>
          <a:p>
            <a:pPr algn="ctr"/>
            <a:r>
              <a:rPr lang="en-US" altLang="zh-TW" sz="2000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(</a:t>
            </a:r>
            <a:r>
              <a:rPr lang="zh-TW" altLang="en-US" sz="2000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接受</a:t>
            </a:r>
            <a:r>
              <a:rPr lang="en-US" altLang="zh-TW" sz="2000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&amp;</a:t>
            </a:r>
            <a:r>
              <a:rPr lang="zh-TW" altLang="en-US" sz="2000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回應</a:t>
            </a:r>
            <a:r>
              <a:rPr lang="en-US" altLang="zh-TW" sz="2000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)</a:t>
            </a:r>
            <a:endParaRPr lang="ko-KR" altLang="en-US" sz="2000" b="1" dirty="0">
              <a:solidFill>
                <a:schemeClr val="accent1"/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043992B-60D8-4BC1-A870-498DE63E1B37}"/>
              </a:ext>
            </a:extLst>
          </p:cNvPr>
          <p:cNvSpPr txBox="1"/>
          <p:nvPr/>
        </p:nvSpPr>
        <p:spPr>
          <a:xfrm>
            <a:off x="5539104" y="2813265"/>
            <a:ext cx="2740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000" b="1" dirty="0">
                <a:solidFill>
                  <a:srgbClr val="A5A5A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提示工程</a:t>
            </a:r>
            <a:endParaRPr lang="en-US" altLang="zh-TW" sz="2000" b="1" dirty="0">
              <a:solidFill>
                <a:srgbClr val="A5A5A5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algn="ctr"/>
            <a:r>
              <a:rPr lang="en-US" altLang="zh-TW" sz="2000" b="1" dirty="0">
                <a:solidFill>
                  <a:srgbClr val="A5A5A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(Prompt Engineering)</a:t>
            </a:r>
            <a:endParaRPr lang="ko-KR" altLang="en-US" sz="2000" b="1" dirty="0">
              <a:solidFill>
                <a:srgbClr val="A5A5A5"/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C409BCE-C694-460B-A7A0-0DAFB3FFF806}"/>
              </a:ext>
            </a:extLst>
          </p:cNvPr>
          <p:cNvSpPr txBox="1"/>
          <p:nvPr/>
        </p:nvSpPr>
        <p:spPr>
          <a:xfrm>
            <a:off x="3807231" y="5371385"/>
            <a:ext cx="22445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accent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Flask</a:t>
            </a:r>
            <a:r>
              <a:rPr lang="zh-TW" altLang="en-US" sz="2000" b="1" dirty="0">
                <a:solidFill>
                  <a:schemeClr val="accent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後端伺服器</a:t>
            </a:r>
            <a:endParaRPr lang="en-US" altLang="zh-TW" sz="2000" b="1" dirty="0">
              <a:solidFill>
                <a:schemeClr val="accent2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algn="ctr"/>
            <a:r>
              <a:rPr lang="en-US" altLang="zh-TW" sz="2000" b="1" dirty="0">
                <a:solidFill>
                  <a:schemeClr val="accent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(</a:t>
            </a:r>
            <a:r>
              <a:rPr lang="zh-TW" altLang="en-US" sz="2000" b="1" dirty="0">
                <a:solidFill>
                  <a:schemeClr val="accent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處理請求</a:t>
            </a:r>
            <a:r>
              <a:rPr lang="en-US" altLang="zh-TW" sz="2000" b="1" dirty="0">
                <a:solidFill>
                  <a:schemeClr val="accent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)</a:t>
            </a:r>
            <a:endParaRPr lang="ko-KR" altLang="en-US" sz="2000" b="1" dirty="0">
              <a:solidFill>
                <a:schemeClr val="accent2"/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467CA2E-A26A-4EDE-8AEB-1FD2E7C28A18}"/>
              </a:ext>
            </a:extLst>
          </p:cNvPr>
          <p:cNvSpPr txBox="1"/>
          <p:nvPr/>
        </p:nvSpPr>
        <p:spPr>
          <a:xfrm>
            <a:off x="60389" y="5441716"/>
            <a:ext cx="22445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000" b="1" dirty="0">
                <a:solidFill>
                  <a:schemeClr val="accent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使用者</a:t>
            </a:r>
            <a:r>
              <a:rPr lang="en-US" altLang="zh-TW" sz="2000" b="1" dirty="0">
                <a:solidFill>
                  <a:schemeClr val="accent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(</a:t>
            </a:r>
            <a:r>
              <a:rPr lang="zh-TW" altLang="en-US" sz="2000" b="1" dirty="0">
                <a:solidFill>
                  <a:schemeClr val="accent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輸入訊息</a:t>
            </a:r>
            <a:r>
              <a:rPr lang="en-US" altLang="zh-TW" sz="2000" b="1" dirty="0">
                <a:solidFill>
                  <a:schemeClr val="accent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)</a:t>
            </a:r>
            <a:endParaRPr lang="ko-KR" altLang="en-US" sz="2000" b="1" dirty="0">
              <a:solidFill>
                <a:schemeClr val="accent6"/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grpSp>
        <p:nvGrpSpPr>
          <p:cNvPr id="45" name="Group 31">
            <a:extLst>
              <a:ext uri="{FF2B5EF4-FFF2-40B4-BE49-F238E27FC236}">
                <a16:creationId xmlns:a16="http://schemas.microsoft.com/office/drawing/2014/main" id="{FB28A1A7-A60F-48B1-A860-CE786BDB9A8C}"/>
              </a:ext>
            </a:extLst>
          </p:cNvPr>
          <p:cNvGrpSpPr/>
          <p:nvPr/>
        </p:nvGrpSpPr>
        <p:grpSpPr>
          <a:xfrm>
            <a:off x="7902500" y="5735830"/>
            <a:ext cx="2247984" cy="1257612"/>
            <a:chOff x="2543198" y="4388490"/>
            <a:chExt cx="2581650" cy="1358906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374671B-A4E0-4DEC-B225-75E9DDCC9C12}"/>
                </a:ext>
              </a:extLst>
            </p:cNvPr>
            <p:cNvSpPr txBox="1"/>
            <p:nvPr/>
          </p:nvSpPr>
          <p:spPr>
            <a:xfrm>
              <a:off x="2555593" y="5115520"/>
              <a:ext cx="2569255" cy="6318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接受結構話提示</a:t>
              </a:r>
              <a:endParaRPr lang="en-US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algn="ctr"/>
              <a:r>
                <a:rPr lang="zh-TW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並生成高於學習內容</a:t>
              </a:r>
              <a:endPara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89D1813-4FE4-4CB5-86EB-CA35EA19B544}"/>
                </a:ext>
              </a:extLst>
            </p:cNvPr>
            <p:cNvSpPr txBox="1"/>
            <p:nvPr/>
          </p:nvSpPr>
          <p:spPr>
            <a:xfrm>
              <a:off x="2543198" y="4388490"/>
              <a:ext cx="2577763" cy="7649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b="1" dirty="0">
                  <a:solidFill>
                    <a:schemeClr val="accent4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GPT-3.5</a:t>
              </a:r>
            </a:p>
            <a:p>
              <a:pPr algn="ctr"/>
              <a:r>
                <a:rPr lang="zh-TW" altLang="en-US" sz="2000" b="1" dirty="0">
                  <a:solidFill>
                    <a:schemeClr val="accent4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（大型語言模型）</a:t>
              </a:r>
              <a:endParaRPr lang="ko-KR" altLang="en-US" sz="2000" b="1" dirty="0">
                <a:solidFill>
                  <a:schemeClr val="accent4"/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</p:grpSp>
      <p:sp>
        <p:nvSpPr>
          <p:cNvPr id="60" name="Arrow: Chevron 4">
            <a:extLst>
              <a:ext uri="{FF2B5EF4-FFF2-40B4-BE49-F238E27FC236}">
                <a16:creationId xmlns:a16="http://schemas.microsoft.com/office/drawing/2014/main" id="{03B71509-409E-AFFB-CFF7-95E31ED5D1FC}"/>
              </a:ext>
            </a:extLst>
          </p:cNvPr>
          <p:cNvSpPr/>
          <p:nvPr/>
        </p:nvSpPr>
        <p:spPr>
          <a:xfrm>
            <a:off x="9893071" y="4252984"/>
            <a:ext cx="2081614" cy="395741"/>
          </a:xfrm>
          <a:prstGeom prst="chevron">
            <a:avLst>
              <a:gd name="adj" fmla="val 5251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>
              <a:solidFill>
                <a:schemeClr val="tx1"/>
              </a:solidFill>
            </a:endParaRPr>
          </a:p>
        </p:txBody>
      </p:sp>
      <p:grpSp>
        <p:nvGrpSpPr>
          <p:cNvPr id="61" name="Group 11">
            <a:extLst>
              <a:ext uri="{FF2B5EF4-FFF2-40B4-BE49-F238E27FC236}">
                <a16:creationId xmlns:a16="http://schemas.microsoft.com/office/drawing/2014/main" id="{2C13661F-7805-221A-E7EF-F40EB52C9C97}"/>
              </a:ext>
            </a:extLst>
          </p:cNvPr>
          <p:cNvGrpSpPr/>
          <p:nvPr/>
        </p:nvGrpSpPr>
        <p:grpSpPr>
          <a:xfrm>
            <a:off x="10445829" y="3687007"/>
            <a:ext cx="573039" cy="1003527"/>
            <a:chOff x="1710911" y="2861011"/>
            <a:chExt cx="605118" cy="1084356"/>
          </a:xfrm>
        </p:grpSpPr>
        <p:sp>
          <p:nvSpPr>
            <p:cNvPr id="62" name="Oval 12">
              <a:extLst>
                <a:ext uri="{FF2B5EF4-FFF2-40B4-BE49-F238E27FC236}">
                  <a16:creationId xmlns:a16="http://schemas.microsoft.com/office/drawing/2014/main" id="{8A33A55A-C833-2C10-8F99-FC993C679DEA}"/>
                </a:ext>
              </a:extLst>
            </p:cNvPr>
            <p:cNvSpPr/>
            <p:nvPr/>
          </p:nvSpPr>
          <p:spPr>
            <a:xfrm>
              <a:off x="1710911" y="3340249"/>
              <a:ext cx="605118" cy="605118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sp>
          <p:nvSpPr>
            <p:cNvPr id="63" name="Circle: Hollow 13">
              <a:extLst>
                <a:ext uri="{FF2B5EF4-FFF2-40B4-BE49-F238E27FC236}">
                  <a16:creationId xmlns:a16="http://schemas.microsoft.com/office/drawing/2014/main" id="{3845EA08-AAA7-C089-889B-4474F78AEA5C}"/>
                </a:ext>
              </a:extLst>
            </p:cNvPr>
            <p:cNvSpPr/>
            <p:nvPr/>
          </p:nvSpPr>
          <p:spPr>
            <a:xfrm>
              <a:off x="1774336" y="3403674"/>
              <a:ext cx="478269" cy="478269"/>
            </a:xfrm>
            <a:prstGeom prst="donut">
              <a:avLst>
                <a:gd name="adj" fmla="val 17543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>
                <a:solidFill>
                  <a:schemeClr val="tx1"/>
                </a:solidFill>
              </a:endParaRPr>
            </a:p>
          </p:txBody>
        </p:sp>
        <p:cxnSp>
          <p:nvCxnSpPr>
            <p:cNvPr id="64" name="Straight Connector 14">
              <a:extLst>
                <a:ext uri="{FF2B5EF4-FFF2-40B4-BE49-F238E27FC236}">
                  <a16:creationId xmlns:a16="http://schemas.microsoft.com/office/drawing/2014/main" id="{24F7A372-4894-1949-7697-CFE98DB1EB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13470" y="2861011"/>
              <a:ext cx="0" cy="542663"/>
            </a:xfrm>
            <a:prstGeom prst="line">
              <a:avLst/>
            </a:prstGeom>
            <a:ln w="19050">
              <a:solidFill>
                <a:schemeClr val="accent1"/>
              </a:solidFill>
              <a:headEnd type="none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Arrow: Chevron 1">
            <a:extLst>
              <a:ext uri="{FF2B5EF4-FFF2-40B4-BE49-F238E27FC236}">
                <a16:creationId xmlns:a16="http://schemas.microsoft.com/office/drawing/2014/main" id="{48BE6451-4B84-50C9-0A96-FE1169D0CA9A}"/>
              </a:ext>
            </a:extLst>
          </p:cNvPr>
          <p:cNvSpPr/>
          <p:nvPr/>
        </p:nvSpPr>
        <p:spPr>
          <a:xfrm>
            <a:off x="11831564" y="4242926"/>
            <a:ext cx="2081614" cy="395741"/>
          </a:xfrm>
          <a:prstGeom prst="chevron">
            <a:avLst>
              <a:gd name="adj" fmla="val 5251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>
              <a:solidFill>
                <a:schemeClr val="tx1"/>
              </a:solidFill>
            </a:endParaRPr>
          </a:p>
        </p:txBody>
      </p:sp>
      <p:grpSp>
        <p:nvGrpSpPr>
          <p:cNvPr id="66" name="Group 10">
            <a:extLst>
              <a:ext uri="{FF2B5EF4-FFF2-40B4-BE49-F238E27FC236}">
                <a16:creationId xmlns:a16="http://schemas.microsoft.com/office/drawing/2014/main" id="{5F3AB663-5F97-B2F7-2CF7-FD799945E39B}"/>
              </a:ext>
            </a:extLst>
          </p:cNvPr>
          <p:cNvGrpSpPr/>
          <p:nvPr/>
        </p:nvGrpSpPr>
        <p:grpSpPr>
          <a:xfrm>
            <a:off x="12384322" y="4136425"/>
            <a:ext cx="573039" cy="1003528"/>
            <a:chOff x="1710911" y="3340249"/>
            <a:chExt cx="605118" cy="1084357"/>
          </a:xfrm>
        </p:grpSpPr>
        <p:sp>
          <p:nvSpPr>
            <p:cNvPr id="67" name="Oval 2">
              <a:extLst>
                <a:ext uri="{FF2B5EF4-FFF2-40B4-BE49-F238E27FC236}">
                  <a16:creationId xmlns:a16="http://schemas.microsoft.com/office/drawing/2014/main" id="{A9188EEE-D952-EEC2-19C9-996DE24ACB0C}"/>
                </a:ext>
              </a:extLst>
            </p:cNvPr>
            <p:cNvSpPr/>
            <p:nvPr/>
          </p:nvSpPr>
          <p:spPr>
            <a:xfrm>
              <a:off x="1710911" y="3340249"/>
              <a:ext cx="605118" cy="605118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sp>
          <p:nvSpPr>
            <p:cNvPr id="68" name="Circle: Hollow 8">
              <a:extLst>
                <a:ext uri="{FF2B5EF4-FFF2-40B4-BE49-F238E27FC236}">
                  <a16:creationId xmlns:a16="http://schemas.microsoft.com/office/drawing/2014/main" id="{E89521D4-1835-B534-6760-85F28F86AB5E}"/>
                </a:ext>
              </a:extLst>
            </p:cNvPr>
            <p:cNvSpPr/>
            <p:nvPr/>
          </p:nvSpPr>
          <p:spPr>
            <a:xfrm>
              <a:off x="1774336" y="3403674"/>
              <a:ext cx="478269" cy="478269"/>
            </a:xfrm>
            <a:prstGeom prst="donut">
              <a:avLst>
                <a:gd name="adj" fmla="val 17543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>
                <a:solidFill>
                  <a:schemeClr val="tx1"/>
                </a:solidFill>
              </a:endParaRPr>
            </a:p>
          </p:txBody>
        </p:sp>
        <p:cxnSp>
          <p:nvCxnSpPr>
            <p:cNvPr id="69" name="Straight Connector 9">
              <a:extLst>
                <a:ext uri="{FF2B5EF4-FFF2-40B4-BE49-F238E27FC236}">
                  <a16:creationId xmlns:a16="http://schemas.microsoft.com/office/drawing/2014/main" id="{3301D369-4ABD-6B91-E959-82205E8E704B}"/>
                </a:ext>
              </a:extLst>
            </p:cNvPr>
            <p:cNvCxnSpPr>
              <a:cxnSpLocks/>
            </p:cNvCxnSpPr>
            <p:nvPr/>
          </p:nvCxnSpPr>
          <p:spPr>
            <a:xfrm>
              <a:off x="2013470" y="3881943"/>
              <a:ext cx="0" cy="542663"/>
            </a:xfrm>
            <a:prstGeom prst="line">
              <a:avLst/>
            </a:prstGeom>
            <a:ln w="19050">
              <a:solidFill>
                <a:schemeClr val="accent6"/>
              </a:solidFill>
              <a:headEnd type="none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31">
            <a:extLst>
              <a:ext uri="{FF2B5EF4-FFF2-40B4-BE49-F238E27FC236}">
                <a16:creationId xmlns:a16="http://schemas.microsoft.com/office/drawing/2014/main" id="{934361D3-6CE9-D870-39E9-DE3418840238}"/>
              </a:ext>
            </a:extLst>
          </p:cNvPr>
          <p:cNvGrpSpPr/>
          <p:nvPr/>
        </p:nvGrpSpPr>
        <p:grpSpPr>
          <a:xfrm>
            <a:off x="9024799" y="2125968"/>
            <a:ext cx="3378276" cy="1436488"/>
            <a:chOff x="2546236" y="4572819"/>
            <a:chExt cx="2606171" cy="1552190"/>
          </a:xfrm>
        </p:grpSpPr>
        <p:sp>
          <p:nvSpPr>
            <p:cNvPr id="71" name="TextBox 45">
              <a:extLst>
                <a:ext uri="{FF2B5EF4-FFF2-40B4-BE49-F238E27FC236}">
                  <a16:creationId xmlns:a16="http://schemas.microsoft.com/office/drawing/2014/main" id="{B602136E-392A-C9F5-F4C9-2F9E343AB41C}"/>
                </a:ext>
              </a:extLst>
            </p:cNvPr>
            <p:cNvSpPr txBox="1"/>
            <p:nvPr/>
          </p:nvSpPr>
          <p:spPr>
            <a:xfrm>
              <a:off x="2546236" y="4961026"/>
              <a:ext cx="2569255" cy="1163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altLang="zh-TW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Whisper API</a:t>
              </a:r>
            </a:p>
            <a:p>
              <a:pPr algn="ctr"/>
              <a:r>
                <a:rPr lang="zh-TW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（語音轉文字</a:t>
              </a:r>
              <a:r>
                <a:rPr lang="en-US" altLang="zh-TW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, STT</a:t>
              </a:r>
              <a:r>
                <a:rPr lang="zh-TW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）</a:t>
              </a:r>
              <a:endParaRPr lang="en-US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altLang="zh-TW" sz="16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gTTS</a:t>
              </a:r>
              <a:endParaRPr lang="en-US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algn="ctr"/>
              <a:r>
                <a:rPr lang="zh-TW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（文字轉語音</a:t>
              </a:r>
              <a:r>
                <a:rPr lang="en-US" altLang="zh-TW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, TTS</a:t>
              </a:r>
              <a:r>
                <a:rPr lang="zh-TW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）</a:t>
              </a:r>
              <a:endPara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  <p:sp>
          <p:nvSpPr>
            <p:cNvPr id="72" name="TextBox 46">
              <a:extLst>
                <a:ext uri="{FF2B5EF4-FFF2-40B4-BE49-F238E27FC236}">
                  <a16:creationId xmlns:a16="http://schemas.microsoft.com/office/drawing/2014/main" id="{62EABC70-971C-9A3C-1731-A332B3A90901}"/>
                </a:ext>
              </a:extLst>
            </p:cNvPr>
            <p:cNvSpPr txBox="1"/>
            <p:nvPr/>
          </p:nvSpPr>
          <p:spPr>
            <a:xfrm>
              <a:off x="2574644" y="4572819"/>
              <a:ext cx="2577763" cy="432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2000" b="1" dirty="0">
                  <a:solidFill>
                    <a:schemeClr val="accent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語音處理</a:t>
              </a:r>
              <a:endParaRPr lang="ko-KR" altLang="en-US" sz="2000" b="1" dirty="0">
                <a:solidFill>
                  <a:schemeClr val="accent1"/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</p:grpSp>
      <p:sp>
        <p:nvSpPr>
          <p:cNvPr id="75" name="TextBox 46">
            <a:extLst>
              <a:ext uri="{FF2B5EF4-FFF2-40B4-BE49-F238E27FC236}">
                <a16:creationId xmlns:a16="http://schemas.microsoft.com/office/drawing/2014/main" id="{A4989B54-9F0D-E8DB-D3EE-2EE0B8175FDE}"/>
              </a:ext>
            </a:extLst>
          </p:cNvPr>
          <p:cNvSpPr txBox="1"/>
          <p:nvPr/>
        </p:nvSpPr>
        <p:spPr>
          <a:xfrm>
            <a:off x="11750071" y="5481462"/>
            <a:ext cx="22445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>
                <a:solidFill>
                  <a:schemeClr val="accent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LINE Bot</a:t>
            </a:r>
            <a:r>
              <a:rPr lang="zh-TW" altLang="en-US" sz="2000" b="1" dirty="0">
                <a:solidFill>
                  <a:schemeClr val="accent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回傳結果（文字</a:t>
            </a:r>
            <a:r>
              <a:rPr lang="en-US" altLang="zh-TW" sz="2000" b="1" dirty="0">
                <a:solidFill>
                  <a:schemeClr val="accent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&amp;</a:t>
            </a:r>
            <a:r>
              <a:rPr lang="zh-TW" altLang="en-US" sz="2000" b="1" dirty="0">
                <a:solidFill>
                  <a:schemeClr val="accent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語音）</a:t>
            </a:r>
            <a:endParaRPr lang="ko-KR" altLang="en-US" sz="2000" b="1" dirty="0">
              <a:solidFill>
                <a:schemeClr val="accent6"/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4469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>
          <a:extLst>
            <a:ext uri="{FF2B5EF4-FFF2-40B4-BE49-F238E27FC236}">
              <a16:creationId xmlns:a16="http://schemas.microsoft.com/office/drawing/2014/main" id="{33CD9729-A340-E4F6-8DE3-D3DCF8C35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6">
            <a:extLst>
              <a:ext uri="{FF2B5EF4-FFF2-40B4-BE49-F238E27FC236}">
                <a16:creationId xmlns:a16="http://schemas.microsoft.com/office/drawing/2014/main" id="{0EA955C7-31EB-1D12-E200-5502857BB9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159" y="2097760"/>
            <a:ext cx="8108703" cy="1885920"/>
          </a:xfrm>
          <a:prstGeom prst="rect">
            <a:avLst/>
          </a:prstGeom>
        </p:spPr>
        <p:txBody>
          <a:bodyPr spcFirstLastPara="1" wrap="square" lIns="146280" tIns="146280" rIns="146280" bIns="146280" anchor="b" anchorCtr="0">
            <a:noAutofit/>
          </a:bodyPr>
          <a:lstStyle/>
          <a:p>
            <a:pPr algn="l"/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技術實作與部署流程</a:t>
            </a:r>
          </a:p>
        </p:txBody>
      </p:sp>
      <p:cxnSp>
        <p:nvCxnSpPr>
          <p:cNvPr id="661" name="Google Shape;661;p46">
            <a:extLst>
              <a:ext uri="{FF2B5EF4-FFF2-40B4-BE49-F238E27FC236}">
                <a16:creationId xmlns:a16="http://schemas.microsoft.com/office/drawing/2014/main" id="{25DF9A20-7DE8-D535-B24E-579C80F2EECF}"/>
              </a:ext>
            </a:extLst>
          </p:cNvPr>
          <p:cNvCxnSpPr/>
          <p:nvPr/>
        </p:nvCxnSpPr>
        <p:spPr>
          <a:xfrm>
            <a:off x="4182677" y="4267262"/>
            <a:ext cx="546288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8525112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82">
            <a:extLst>
              <a:ext uri="{FF2B5EF4-FFF2-40B4-BE49-F238E27FC236}">
                <a16:creationId xmlns:a16="http://schemas.microsoft.com/office/drawing/2014/main" id="{8E4600D5-2BA2-4F3B-9189-1E6FA2AE40BB}"/>
              </a:ext>
            </a:extLst>
          </p:cNvPr>
          <p:cNvCxnSpPr/>
          <p:nvPr/>
        </p:nvCxnSpPr>
        <p:spPr>
          <a:xfrm>
            <a:off x="9288630" y="3656668"/>
            <a:ext cx="548640" cy="548640"/>
          </a:xfrm>
          <a:prstGeom prst="line">
            <a:avLst/>
          </a:prstGeom>
          <a:ln w="22225">
            <a:solidFill>
              <a:schemeClr val="tx1">
                <a:lumMod val="75000"/>
                <a:lumOff val="25000"/>
              </a:schemeClr>
            </a:solidFill>
            <a:prstDash val="sysDash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83">
            <a:extLst>
              <a:ext uri="{FF2B5EF4-FFF2-40B4-BE49-F238E27FC236}">
                <a16:creationId xmlns:a16="http://schemas.microsoft.com/office/drawing/2014/main" id="{D935D87D-FB5A-4641-BDFD-8AE872B999DB}"/>
              </a:ext>
            </a:extLst>
          </p:cNvPr>
          <p:cNvCxnSpPr/>
          <p:nvPr/>
        </p:nvCxnSpPr>
        <p:spPr>
          <a:xfrm>
            <a:off x="5959789" y="3656668"/>
            <a:ext cx="548640" cy="548640"/>
          </a:xfrm>
          <a:prstGeom prst="line">
            <a:avLst/>
          </a:prstGeom>
          <a:ln w="22225">
            <a:solidFill>
              <a:schemeClr val="tx1">
                <a:lumMod val="75000"/>
                <a:lumOff val="25000"/>
              </a:schemeClr>
            </a:solidFill>
            <a:prstDash val="sysDash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84">
            <a:extLst>
              <a:ext uri="{FF2B5EF4-FFF2-40B4-BE49-F238E27FC236}">
                <a16:creationId xmlns:a16="http://schemas.microsoft.com/office/drawing/2014/main" id="{5C7C45C8-F5E0-4FC1-B5A1-FA0613F9569A}"/>
              </a:ext>
            </a:extLst>
          </p:cNvPr>
          <p:cNvCxnSpPr/>
          <p:nvPr/>
        </p:nvCxnSpPr>
        <p:spPr>
          <a:xfrm>
            <a:off x="2630951" y="3656668"/>
            <a:ext cx="548640" cy="548640"/>
          </a:xfrm>
          <a:prstGeom prst="line">
            <a:avLst/>
          </a:prstGeom>
          <a:ln w="22225">
            <a:solidFill>
              <a:schemeClr val="tx1">
                <a:lumMod val="75000"/>
                <a:lumOff val="25000"/>
              </a:schemeClr>
            </a:solidFill>
            <a:prstDash val="sysDash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85">
            <a:extLst>
              <a:ext uri="{FF2B5EF4-FFF2-40B4-BE49-F238E27FC236}">
                <a16:creationId xmlns:a16="http://schemas.microsoft.com/office/drawing/2014/main" id="{DA62A30A-39CF-427A-B705-E2372C403975}"/>
              </a:ext>
            </a:extLst>
          </p:cNvPr>
          <p:cNvCxnSpPr/>
          <p:nvPr/>
        </p:nvCxnSpPr>
        <p:spPr>
          <a:xfrm flipV="1">
            <a:off x="7624209" y="4814150"/>
            <a:ext cx="548640" cy="548640"/>
          </a:xfrm>
          <a:prstGeom prst="line">
            <a:avLst/>
          </a:prstGeom>
          <a:ln w="22225">
            <a:solidFill>
              <a:schemeClr val="tx1">
                <a:lumMod val="75000"/>
                <a:lumOff val="25000"/>
              </a:schemeClr>
            </a:solidFill>
            <a:prstDash val="sysDash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86">
            <a:extLst>
              <a:ext uri="{FF2B5EF4-FFF2-40B4-BE49-F238E27FC236}">
                <a16:creationId xmlns:a16="http://schemas.microsoft.com/office/drawing/2014/main" id="{2FF2B5C8-56FE-4C75-9987-9AC2D190ACF6}"/>
              </a:ext>
            </a:extLst>
          </p:cNvPr>
          <p:cNvCxnSpPr/>
          <p:nvPr/>
        </p:nvCxnSpPr>
        <p:spPr>
          <a:xfrm flipV="1">
            <a:off x="4295370" y="4814150"/>
            <a:ext cx="548640" cy="548640"/>
          </a:xfrm>
          <a:prstGeom prst="line">
            <a:avLst/>
          </a:prstGeom>
          <a:ln w="22225">
            <a:solidFill>
              <a:schemeClr val="tx1">
                <a:lumMod val="75000"/>
                <a:lumOff val="25000"/>
              </a:schemeClr>
            </a:solidFill>
            <a:prstDash val="sysDash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55">
            <a:extLst>
              <a:ext uri="{FF2B5EF4-FFF2-40B4-BE49-F238E27FC236}">
                <a16:creationId xmlns:a16="http://schemas.microsoft.com/office/drawing/2014/main" id="{3862F53B-DC67-49F4-A10E-A7BCCB86A383}"/>
              </a:ext>
            </a:extLst>
          </p:cNvPr>
          <p:cNvCxnSpPr/>
          <p:nvPr/>
        </p:nvCxnSpPr>
        <p:spPr>
          <a:xfrm flipV="1">
            <a:off x="11126068" y="4814150"/>
            <a:ext cx="548640" cy="548640"/>
          </a:xfrm>
          <a:prstGeom prst="line">
            <a:avLst/>
          </a:prstGeom>
          <a:ln w="22225">
            <a:solidFill>
              <a:schemeClr val="tx1">
                <a:lumMod val="75000"/>
                <a:lumOff val="25000"/>
              </a:schemeClr>
            </a:solidFill>
            <a:prstDash val="sysDash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hevron 2">
            <a:extLst>
              <a:ext uri="{FF2B5EF4-FFF2-40B4-BE49-F238E27FC236}">
                <a16:creationId xmlns:a16="http://schemas.microsoft.com/office/drawing/2014/main" id="{962A0E2E-8BEE-4C77-BB76-47ED27D985D3}"/>
              </a:ext>
            </a:extLst>
          </p:cNvPr>
          <p:cNvSpPr/>
          <p:nvPr/>
        </p:nvSpPr>
        <p:spPr>
          <a:xfrm>
            <a:off x="2109056" y="4205309"/>
            <a:ext cx="1905067" cy="617930"/>
          </a:xfrm>
          <a:prstGeom prst="chevr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>
              <a:solidFill>
                <a:schemeClr val="tx1"/>
              </a:solidFill>
            </a:endParaRPr>
          </a:p>
        </p:txBody>
      </p:sp>
      <p:sp>
        <p:nvSpPr>
          <p:cNvPr id="12" name="Chevron 37">
            <a:extLst>
              <a:ext uri="{FF2B5EF4-FFF2-40B4-BE49-F238E27FC236}">
                <a16:creationId xmlns:a16="http://schemas.microsoft.com/office/drawing/2014/main" id="{10829331-9F8B-42B2-AC2B-9AC21513805E}"/>
              </a:ext>
            </a:extLst>
          </p:cNvPr>
          <p:cNvSpPr/>
          <p:nvPr/>
        </p:nvSpPr>
        <p:spPr>
          <a:xfrm>
            <a:off x="3797048" y="4205309"/>
            <a:ext cx="1905067" cy="617930"/>
          </a:xfrm>
          <a:prstGeom prst="chevr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>
              <a:solidFill>
                <a:schemeClr val="tx1"/>
              </a:solidFill>
            </a:endParaRPr>
          </a:p>
        </p:txBody>
      </p:sp>
      <p:sp>
        <p:nvSpPr>
          <p:cNvPr id="13" name="Chevron 38">
            <a:extLst>
              <a:ext uri="{FF2B5EF4-FFF2-40B4-BE49-F238E27FC236}">
                <a16:creationId xmlns:a16="http://schemas.microsoft.com/office/drawing/2014/main" id="{EAB984BC-0012-4AE8-8238-8E8812EFB3C6}"/>
              </a:ext>
            </a:extLst>
          </p:cNvPr>
          <p:cNvSpPr/>
          <p:nvPr/>
        </p:nvSpPr>
        <p:spPr>
          <a:xfrm>
            <a:off x="5485038" y="4205309"/>
            <a:ext cx="1905067" cy="617930"/>
          </a:xfrm>
          <a:prstGeom prst="chevr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>
              <a:solidFill>
                <a:schemeClr val="tx1"/>
              </a:solidFill>
            </a:endParaRPr>
          </a:p>
        </p:txBody>
      </p:sp>
      <p:sp>
        <p:nvSpPr>
          <p:cNvPr id="14" name="Chevron 39">
            <a:extLst>
              <a:ext uri="{FF2B5EF4-FFF2-40B4-BE49-F238E27FC236}">
                <a16:creationId xmlns:a16="http://schemas.microsoft.com/office/drawing/2014/main" id="{9F08F313-81CD-43C6-89D4-3451017D7D3D}"/>
              </a:ext>
            </a:extLst>
          </p:cNvPr>
          <p:cNvSpPr/>
          <p:nvPr/>
        </p:nvSpPr>
        <p:spPr>
          <a:xfrm>
            <a:off x="7173030" y="4205309"/>
            <a:ext cx="1905067" cy="617930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>
              <a:solidFill>
                <a:schemeClr val="tx1"/>
              </a:solidFill>
            </a:endParaRPr>
          </a:p>
        </p:txBody>
      </p:sp>
      <p:sp>
        <p:nvSpPr>
          <p:cNvPr id="15" name="Chevron 40">
            <a:extLst>
              <a:ext uri="{FF2B5EF4-FFF2-40B4-BE49-F238E27FC236}">
                <a16:creationId xmlns:a16="http://schemas.microsoft.com/office/drawing/2014/main" id="{5D5961FB-AD8D-4406-8EFC-4B1CE25CED63}"/>
              </a:ext>
            </a:extLst>
          </p:cNvPr>
          <p:cNvSpPr/>
          <p:nvPr/>
        </p:nvSpPr>
        <p:spPr>
          <a:xfrm>
            <a:off x="8861022" y="4205309"/>
            <a:ext cx="1905067" cy="617930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>
              <a:solidFill>
                <a:schemeClr val="tx1"/>
              </a:solidFill>
            </a:endParaRPr>
          </a:p>
        </p:txBody>
      </p:sp>
      <p:sp>
        <p:nvSpPr>
          <p:cNvPr id="16" name="Chevron 2">
            <a:extLst>
              <a:ext uri="{FF2B5EF4-FFF2-40B4-BE49-F238E27FC236}">
                <a16:creationId xmlns:a16="http://schemas.microsoft.com/office/drawing/2014/main" id="{98E639F9-67B4-4749-9C43-F20FF10FCE54}"/>
              </a:ext>
            </a:extLst>
          </p:cNvPr>
          <p:cNvSpPr/>
          <p:nvPr/>
        </p:nvSpPr>
        <p:spPr>
          <a:xfrm>
            <a:off x="10532183" y="4205309"/>
            <a:ext cx="1905067" cy="61793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>
              <a:solidFill>
                <a:schemeClr val="tx1"/>
              </a:solidFill>
            </a:endParaRPr>
          </a:p>
        </p:txBody>
      </p:sp>
      <p:grpSp>
        <p:nvGrpSpPr>
          <p:cNvPr id="17" name="Group 52">
            <a:extLst>
              <a:ext uri="{FF2B5EF4-FFF2-40B4-BE49-F238E27FC236}">
                <a16:creationId xmlns:a16="http://schemas.microsoft.com/office/drawing/2014/main" id="{F919D0B5-B295-43C6-A82E-65E9B4183374}"/>
              </a:ext>
            </a:extLst>
          </p:cNvPr>
          <p:cNvGrpSpPr/>
          <p:nvPr/>
        </p:nvGrpSpPr>
        <p:grpSpPr>
          <a:xfrm>
            <a:off x="961203" y="2360340"/>
            <a:ext cx="2645993" cy="1286640"/>
            <a:chOff x="7026501" y="4479810"/>
            <a:chExt cx="1499710" cy="1072199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3C3D360-EB85-4686-B585-488E7A116E57}"/>
                </a:ext>
              </a:extLst>
            </p:cNvPr>
            <p:cNvSpPr txBox="1"/>
            <p:nvPr/>
          </p:nvSpPr>
          <p:spPr>
            <a:xfrm>
              <a:off x="7026501" y="4479810"/>
              <a:ext cx="1499710" cy="2821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b="1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 LINE Platform </a:t>
              </a:r>
              <a:r>
                <a:rPr lang="zh-TW" altLang="en-US" sz="1600" b="1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設定</a:t>
              </a:r>
              <a:endParaRPr lang="ko-KR" altLang="en-US" sz="1600" b="1" dirty="0">
                <a:latin typeface="Microsoft JhengHei" panose="020B0604030504040204" pitchFamily="34" charset="-12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C070ABE-7667-4E0F-9D87-822BE4D48C55}"/>
                </a:ext>
              </a:extLst>
            </p:cNvPr>
            <p:cNvSpPr txBox="1"/>
            <p:nvPr/>
          </p:nvSpPr>
          <p:spPr>
            <a:xfrm>
              <a:off x="7026501" y="4756921"/>
              <a:ext cx="1499710" cy="7950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cs typeface="Arial" pitchFamily="34" charset="0"/>
                </a:rPr>
                <a:t>註冊 </a:t>
              </a:r>
              <a:r>
                <a:rPr lang="en-US" altLang="ko-KR" sz="1400" dirty="0">
                  <a:cs typeface="Arial" pitchFamily="34" charset="0"/>
                </a:rPr>
                <a:t>LINE Developers </a:t>
              </a:r>
              <a:r>
                <a:rPr lang="zh-TW" altLang="en-US" sz="1400" dirty="0">
                  <a:cs typeface="Arial" pitchFamily="34" charset="0"/>
                </a:rPr>
                <a:t>並創建 </a:t>
              </a:r>
              <a:r>
                <a:rPr lang="en-US" altLang="ko-KR" sz="1400" dirty="0">
                  <a:cs typeface="Arial" pitchFamily="34" charset="0"/>
                </a:rPr>
                <a:t>Messaging API Channel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cs typeface="Arial" pitchFamily="34" charset="0"/>
                </a:rPr>
                <a:t>設定基本資訊</a:t>
              </a:r>
              <a:endParaRPr lang="en-US" altLang="zh-TW" sz="1400" dirty="0"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cs typeface="Arial" pitchFamily="34" charset="0"/>
                </a:rPr>
                <a:t>生成 </a:t>
              </a:r>
              <a:r>
                <a:rPr lang="en-US" altLang="ko-KR" sz="1400" dirty="0">
                  <a:cs typeface="Arial" pitchFamily="34" charset="0"/>
                </a:rPr>
                <a:t>Channel Access Token</a:t>
              </a:r>
              <a:endParaRPr lang="ko-KR" altLang="en-US" sz="1400" dirty="0">
                <a:cs typeface="Arial" pitchFamily="34" charset="0"/>
              </a:endParaRPr>
            </a:p>
          </p:txBody>
        </p:sp>
      </p:grpSp>
      <p:grpSp>
        <p:nvGrpSpPr>
          <p:cNvPr id="20" name="Group 53">
            <a:extLst>
              <a:ext uri="{FF2B5EF4-FFF2-40B4-BE49-F238E27FC236}">
                <a16:creationId xmlns:a16="http://schemas.microsoft.com/office/drawing/2014/main" id="{C63E8D6D-E32E-4402-B86B-1F6563979A1D}"/>
              </a:ext>
            </a:extLst>
          </p:cNvPr>
          <p:cNvGrpSpPr/>
          <p:nvPr/>
        </p:nvGrpSpPr>
        <p:grpSpPr>
          <a:xfrm>
            <a:off x="4618453" y="2403140"/>
            <a:ext cx="3140962" cy="1276091"/>
            <a:chOff x="7026501" y="4509120"/>
            <a:chExt cx="1499710" cy="1063409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D7BE2AE-5D2B-4874-8D2E-E79544861A3B}"/>
                </a:ext>
              </a:extLst>
            </p:cNvPr>
            <p:cNvSpPr txBox="1"/>
            <p:nvPr/>
          </p:nvSpPr>
          <p:spPr>
            <a:xfrm>
              <a:off x="7026501" y="4509120"/>
              <a:ext cx="1499710" cy="2821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應用程式設定</a:t>
              </a:r>
              <a:endPara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AE83B8B-D6E0-42E6-8BA3-07CF5BDECCB1}"/>
                </a:ext>
              </a:extLst>
            </p:cNvPr>
            <p:cNvSpPr txBox="1"/>
            <p:nvPr/>
          </p:nvSpPr>
          <p:spPr>
            <a:xfrm>
              <a:off x="7026501" y="4756921"/>
              <a:ext cx="1499710" cy="8156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4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設定環境變數存儲 </a:t>
              </a:r>
              <a:r>
                <a:rPr lang="en-US" altLang="zh-TW" sz="144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API </a:t>
              </a:r>
              <a:r>
                <a:rPr lang="zh-TW" altLang="en-US" sz="144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密鑰</a:t>
              </a:r>
              <a:endParaRPr lang="en-US" altLang="zh-TW" sz="144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4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配置 </a:t>
              </a:r>
              <a:r>
                <a:rPr lang="en-US" altLang="zh-TW" sz="144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Flask </a:t>
              </a:r>
              <a:r>
                <a:rPr lang="zh-TW" altLang="en-US" sz="144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路由和錯誤處理</a:t>
              </a:r>
              <a:endParaRPr lang="en-US" altLang="zh-TW" sz="144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4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整合 </a:t>
              </a:r>
              <a:r>
                <a:rPr lang="en-US" altLang="zh-TW" sz="144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OpenAI</a:t>
              </a:r>
              <a:r>
                <a:rPr lang="zh-TW" altLang="en-US" sz="144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、</a:t>
              </a:r>
              <a:r>
                <a:rPr lang="en-US" altLang="zh-TW" sz="14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gTTS</a:t>
              </a:r>
              <a:r>
                <a:rPr lang="zh-TW" altLang="en-US" sz="144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、</a:t>
              </a:r>
              <a:r>
                <a:rPr lang="en-US" altLang="zh-TW" sz="144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LINE API </a:t>
              </a:r>
              <a:r>
                <a:rPr lang="zh-TW" altLang="en-US" sz="144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服務</a:t>
              </a:r>
              <a:endParaRPr lang="ko-KR" altLang="en-US" sz="144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3" name="Group 54">
            <a:extLst>
              <a:ext uri="{FF2B5EF4-FFF2-40B4-BE49-F238E27FC236}">
                <a16:creationId xmlns:a16="http://schemas.microsoft.com/office/drawing/2014/main" id="{E88F88C9-7DC0-49A7-A46E-4E777219618B}"/>
              </a:ext>
            </a:extLst>
          </p:cNvPr>
          <p:cNvGrpSpPr/>
          <p:nvPr/>
        </p:nvGrpSpPr>
        <p:grpSpPr>
          <a:xfrm>
            <a:off x="8121973" y="2354301"/>
            <a:ext cx="2953219" cy="1719289"/>
            <a:chOff x="7026501" y="4509120"/>
            <a:chExt cx="1499710" cy="14327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AD3C53E-3B03-4E05-86F9-30F197903A1E}"/>
                </a:ext>
              </a:extLst>
            </p:cNvPr>
            <p:cNvSpPr txBox="1"/>
            <p:nvPr/>
          </p:nvSpPr>
          <p:spPr>
            <a:xfrm>
              <a:off x="7026501" y="4509120"/>
              <a:ext cx="1499710" cy="2821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服務啟動與監控</a:t>
              </a:r>
              <a:endPara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BACEDB1-73F5-455F-B38C-8F737B53B49A}"/>
                </a:ext>
              </a:extLst>
            </p:cNvPr>
            <p:cNvSpPr txBox="1"/>
            <p:nvPr/>
          </p:nvSpPr>
          <p:spPr>
            <a:xfrm>
              <a:off x="7026501" y="4756921"/>
              <a:ext cx="1499710" cy="11849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4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啟動 </a:t>
              </a:r>
              <a:r>
                <a:rPr lang="en-US" altLang="zh-TW" sz="144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Flask</a:t>
              </a:r>
              <a:r>
                <a:rPr lang="zh-TW" altLang="en-US" sz="144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：</a:t>
              </a:r>
              <a:r>
                <a:rPr lang="en-US" altLang="zh-TW" sz="144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python app.py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4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啟動 </a:t>
              </a:r>
              <a:r>
                <a:rPr lang="en-US" altLang="zh-TW" sz="14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ngrok</a:t>
              </a:r>
              <a:r>
                <a:rPr lang="zh-TW" altLang="en-US" sz="144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：</a:t>
              </a:r>
              <a:r>
                <a:rPr lang="en-US" altLang="zh-TW" sz="14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ngrok</a:t>
              </a:r>
              <a:r>
                <a:rPr lang="en-US" altLang="zh-TW" sz="144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 http 5000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4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設定日誌記錄和健康檢查</a:t>
              </a:r>
              <a:endParaRPr lang="ko-KR" altLang="en-US" sz="144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6" name="Group 55">
            <a:extLst>
              <a:ext uri="{FF2B5EF4-FFF2-40B4-BE49-F238E27FC236}">
                <a16:creationId xmlns:a16="http://schemas.microsoft.com/office/drawing/2014/main" id="{DE032EA6-5682-4B86-B9CE-CB3D562F7B4C}"/>
              </a:ext>
            </a:extLst>
          </p:cNvPr>
          <p:cNvGrpSpPr/>
          <p:nvPr/>
        </p:nvGrpSpPr>
        <p:grpSpPr>
          <a:xfrm>
            <a:off x="2432889" y="5491015"/>
            <a:ext cx="3030994" cy="1280078"/>
            <a:chOff x="7026501" y="4509120"/>
            <a:chExt cx="1542979" cy="1066732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02AB47B-33E1-4005-8311-6D33C71A4AF1}"/>
                </a:ext>
              </a:extLst>
            </p:cNvPr>
            <p:cNvSpPr txBox="1"/>
            <p:nvPr/>
          </p:nvSpPr>
          <p:spPr>
            <a:xfrm>
              <a:off x="7026501" y="4509120"/>
              <a:ext cx="1499710" cy="2821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Webhook </a:t>
              </a:r>
              <a:r>
                <a:rPr lang="zh-TW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配置</a:t>
              </a:r>
              <a:endPara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92A8538-C783-41AF-AE3B-14A281D669FB}"/>
                </a:ext>
              </a:extLst>
            </p:cNvPr>
            <p:cNvSpPr txBox="1"/>
            <p:nvPr/>
          </p:nvSpPr>
          <p:spPr>
            <a:xfrm>
              <a:off x="7069770" y="4780763"/>
              <a:ext cx="1499710" cy="79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ngrok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 </a:t>
              </a:r>
              <a:r>
                <a:rPr lang="zh-TW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生成 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HTTPS </a:t>
              </a:r>
              <a:r>
                <a:rPr lang="zh-TW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網址</a:t>
              </a:r>
              <a:endParaRPr lang="en-US" altLang="zh-TW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設定 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Webhook URL </a:t>
              </a:r>
              <a:r>
                <a:rPr lang="zh-TW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指向 </a:t>
              </a:r>
              <a:r>
                <a:rPr lang="en-US" altLang="zh-TW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/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callback </a:t>
              </a:r>
              <a:r>
                <a:rPr lang="zh-TW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路徑</a:t>
              </a:r>
              <a:endParaRPr lang="en-US" altLang="zh-TW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啟用文字和音訊訊息接收</a:t>
              </a:r>
              <a:endPara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</p:grpSp>
      <p:grpSp>
        <p:nvGrpSpPr>
          <p:cNvPr id="29" name="Group 56">
            <a:extLst>
              <a:ext uri="{FF2B5EF4-FFF2-40B4-BE49-F238E27FC236}">
                <a16:creationId xmlns:a16="http://schemas.microsoft.com/office/drawing/2014/main" id="{0B07893B-B690-4043-A2DE-F137DC57535B}"/>
              </a:ext>
            </a:extLst>
          </p:cNvPr>
          <p:cNvGrpSpPr/>
          <p:nvPr/>
        </p:nvGrpSpPr>
        <p:grpSpPr>
          <a:xfrm>
            <a:off x="6516568" y="5491018"/>
            <a:ext cx="2203222" cy="1036025"/>
            <a:chOff x="7026501" y="4509120"/>
            <a:chExt cx="1499710" cy="863354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FBC3951-F619-4460-B58C-57C3DDC3B180}"/>
                </a:ext>
              </a:extLst>
            </p:cNvPr>
            <p:cNvSpPr txBox="1"/>
            <p:nvPr/>
          </p:nvSpPr>
          <p:spPr>
            <a:xfrm>
              <a:off x="7026501" y="4509120"/>
              <a:ext cx="1499710" cy="2821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LINE Bot </a:t>
              </a:r>
              <a:r>
                <a:rPr lang="zh-TW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功能配置 </a:t>
              </a:r>
              <a:endPara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10E2136-52BF-4698-973A-B1CA58A38387}"/>
                </a:ext>
              </a:extLst>
            </p:cNvPr>
            <p:cNvSpPr txBox="1"/>
            <p:nvPr/>
          </p:nvSpPr>
          <p:spPr>
            <a:xfrm>
              <a:off x="7026501" y="4756921"/>
              <a:ext cx="149971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上傳 </a:t>
              </a:r>
              <a:r>
                <a:rPr lang="en-US" altLang="zh-TW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Rich Menu </a:t>
              </a:r>
              <a:r>
                <a:rPr lang="zh-TW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圖片）</a:t>
              </a:r>
              <a:endParaRPr lang="en-US" altLang="zh-TW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配置選單功能映射</a:t>
              </a:r>
              <a:endParaRPr lang="en-US" altLang="zh-TW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設定歡迎訊息</a:t>
              </a:r>
              <a:endPara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E2AAB6D1-FEB4-48C8-AC5C-54CE0BF2E54B}"/>
              </a:ext>
            </a:extLst>
          </p:cNvPr>
          <p:cNvSpPr txBox="1"/>
          <p:nvPr/>
        </p:nvSpPr>
        <p:spPr>
          <a:xfrm>
            <a:off x="2406430" y="4292675"/>
            <a:ext cx="1444396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160" b="1" dirty="0">
                <a:solidFill>
                  <a:schemeClr val="bg1"/>
                </a:solidFill>
                <a:cs typeface="Arial" pitchFamily="34" charset="0"/>
              </a:rPr>
              <a:t>1</a:t>
            </a:r>
            <a:endParaRPr lang="ko-KR" altLang="en-US" sz="216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83A8BB0-496B-4B60-946D-368C69859456}"/>
              </a:ext>
            </a:extLst>
          </p:cNvPr>
          <p:cNvSpPr txBox="1"/>
          <p:nvPr/>
        </p:nvSpPr>
        <p:spPr>
          <a:xfrm>
            <a:off x="4098304" y="4292675"/>
            <a:ext cx="1444396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160" b="1" dirty="0">
                <a:solidFill>
                  <a:schemeClr val="bg1"/>
                </a:solidFill>
                <a:cs typeface="Arial" pitchFamily="34" charset="0"/>
              </a:rPr>
              <a:t>2</a:t>
            </a:r>
            <a:endParaRPr lang="ko-KR" altLang="en-US" sz="216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85B873-18A3-456F-9DD7-85100101F9AA}"/>
              </a:ext>
            </a:extLst>
          </p:cNvPr>
          <p:cNvSpPr txBox="1"/>
          <p:nvPr/>
        </p:nvSpPr>
        <p:spPr>
          <a:xfrm>
            <a:off x="5790178" y="4292675"/>
            <a:ext cx="1444396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160" b="1" dirty="0">
                <a:solidFill>
                  <a:schemeClr val="bg1"/>
                </a:solidFill>
                <a:cs typeface="Arial" pitchFamily="34" charset="0"/>
              </a:rPr>
              <a:t>3</a:t>
            </a:r>
            <a:endParaRPr lang="ko-KR" altLang="en-US" sz="216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787AFC-A11C-4775-9F74-D1B68E04769D}"/>
              </a:ext>
            </a:extLst>
          </p:cNvPr>
          <p:cNvSpPr txBox="1"/>
          <p:nvPr/>
        </p:nvSpPr>
        <p:spPr>
          <a:xfrm>
            <a:off x="7482052" y="4292675"/>
            <a:ext cx="1444396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160" b="1" dirty="0">
                <a:solidFill>
                  <a:schemeClr val="bg1"/>
                </a:solidFill>
                <a:cs typeface="Arial" pitchFamily="34" charset="0"/>
              </a:rPr>
              <a:t>4</a:t>
            </a:r>
            <a:endParaRPr lang="ko-KR" altLang="en-US" sz="216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9BBD06A-FC54-443E-B957-56AF37F25257}"/>
              </a:ext>
            </a:extLst>
          </p:cNvPr>
          <p:cNvSpPr txBox="1"/>
          <p:nvPr/>
        </p:nvSpPr>
        <p:spPr>
          <a:xfrm>
            <a:off x="9173926" y="4292675"/>
            <a:ext cx="1444396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160" b="1" dirty="0">
                <a:solidFill>
                  <a:schemeClr val="bg1"/>
                </a:solidFill>
                <a:cs typeface="Arial" pitchFamily="34" charset="0"/>
              </a:rPr>
              <a:t>5</a:t>
            </a:r>
            <a:endParaRPr lang="ko-KR" altLang="en-US" sz="216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2D22E18-3B7A-432F-A372-C0353B86E383}"/>
              </a:ext>
            </a:extLst>
          </p:cNvPr>
          <p:cNvSpPr txBox="1"/>
          <p:nvPr/>
        </p:nvSpPr>
        <p:spPr>
          <a:xfrm>
            <a:off x="10865798" y="4292675"/>
            <a:ext cx="1444396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160" b="1" dirty="0">
                <a:solidFill>
                  <a:schemeClr val="bg1"/>
                </a:solidFill>
                <a:cs typeface="Arial" pitchFamily="34" charset="0"/>
              </a:rPr>
              <a:t>6</a:t>
            </a:r>
            <a:endParaRPr lang="ko-KR" altLang="en-US" sz="216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38" name="Group 71">
            <a:extLst>
              <a:ext uri="{FF2B5EF4-FFF2-40B4-BE49-F238E27FC236}">
                <a16:creationId xmlns:a16="http://schemas.microsoft.com/office/drawing/2014/main" id="{991BAC4C-69D5-428D-BA7D-EB8B7C5B3A9F}"/>
              </a:ext>
            </a:extLst>
          </p:cNvPr>
          <p:cNvGrpSpPr/>
          <p:nvPr/>
        </p:nvGrpSpPr>
        <p:grpSpPr>
          <a:xfrm>
            <a:off x="9994290" y="5503057"/>
            <a:ext cx="2807309" cy="1682356"/>
            <a:chOff x="13941990" y="4509120"/>
            <a:chExt cx="1499710" cy="1401963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56E0026-5357-4E7F-B224-A58FE8C7DC95}"/>
                </a:ext>
              </a:extLst>
            </p:cNvPr>
            <p:cNvSpPr txBox="1"/>
            <p:nvPr/>
          </p:nvSpPr>
          <p:spPr>
            <a:xfrm>
              <a:off x="13941990" y="4509120"/>
              <a:ext cx="1499710" cy="2821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系統測試與驗證 </a:t>
              </a:r>
              <a:endPara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354C9FB-4559-4AD2-A0AD-55331B495274}"/>
                </a:ext>
              </a:extLst>
            </p:cNvPr>
            <p:cNvSpPr txBox="1"/>
            <p:nvPr/>
          </p:nvSpPr>
          <p:spPr>
            <a:xfrm>
              <a:off x="13941990" y="4756921"/>
              <a:ext cx="1499710" cy="11541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功能測試：驗證四大學習模式</a:t>
              </a:r>
              <a:endParaRPr lang="en-US" altLang="zh-TW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壓力測試：多用戶同時使用</a:t>
              </a:r>
              <a:endParaRPr lang="en-US" altLang="zh-TW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異常測試：網路中斷恢復</a:t>
              </a:r>
              <a:endPara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</p:grpSp>
      <p:sp>
        <p:nvSpPr>
          <p:cNvPr id="47" name="Text Placeholder 1">
            <a:extLst>
              <a:ext uri="{FF2B5EF4-FFF2-40B4-BE49-F238E27FC236}">
                <a16:creationId xmlns:a16="http://schemas.microsoft.com/office/drawing/2014/main" id="{08220473-2CD2-7719-E64A-E2533D0B398D}"/>
              </a:ext>
            </a:extLst>
          </p:cNvPr>
          <p:cNvSpPr txBox="1">
            <a:spLocks/>
          </p:cNvSpPr>
          <p:nvPr/>
        </p:nvSpPr>
        <p:spPr>
          <a:xfrm>
            <a:off x="171161" y="291665"/>
            <a:ext cx="6453230" cy="869096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6480" b="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5400" b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技術實作與部署流程</a:t>
            </a:r>
            <a:endParaRPr lang="en-US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64422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>
          <a:extLst>
            <a:ext uri="{FF2B5EF4-FFF2-40B4-BE49-F238E27FC236}">
              <a16:creationId xmlns:a16="http://schemas.microsoft.com/office/drawing/2014/main" id="{880B047E-8B41-295E-A5CB-2035224E3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6">
            <a:extLst>
              <a:ext uri="{FF2B5EF4-FFF2-40B4-BE49-F238E27FC236}">
                <a16:creationId xmlns:a16="http://schemas.microsoft.com/office/drawing/2014/main" id="{4BCB9C7F-A7F8-5E62-B171-0DCEC151B0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159" y="2097760"/>
            <a:ext cx="8108703" cy="1885920"/>
          </a:xfrm>
          <a:prstGeom prst="rect">
            <a:avLst/>
          </a:prstGeom>
        </p:spPr>
        <p:txBody>
          <a:bodyPr spcFirstLastPara="1" wrap="square" lIns="146280" tIns="146280" rIns="146280" bIns="146280" anchor="b" anchorCtr="0">
            <a:noAutofit/>
          </a:bodyPr>
          <a:lstStyle/>
          <a:p>
            <a:pPr algn="l"/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現有英語學習應用比較</a:t>
            </a:r>
          </a:p>
        </p:txBody>
      </p:sp>
      <p:cxnSp>
        <p:nvCxnSpPr>
          <p:cNvPr id="661" name="Google Shape;661;p46">
            <a:extLst>
              <a:ext uri="{FF2B5EF4-FFF2-40B4-BE49-F238E27FC236}">
                <a16:creationId xmlns:a16="http://schemas.microsoft.com/office/drawing/2014/main" id="{EB764971-80C4-0653-099B-1452F22A9A08}"/>
              </a:ext>
            </a:extLst>
          </p:cNvPr>
          <p:cNvCxnSpPr/>
          <p:nvPr/>
        </p:nvCxnSpPr>
        <p:spPr>
          <a:xfrm>
            <a:off x="4182677" y="4267262"/>
            <a:ext cx="546288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443759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87364" y="271463"/>
            <a:ext cx="7186652" cy="950912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現有英語學習應用比較</a:t>
            </a:r>
            <a:endParaRPr lang="en-US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57974B2B-D7E9-2D4D-679F-CED51C1BE7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7960151"/>
              </p:ext>
            </p:extLst>
          </p:nvPr>
        </p:nvGraphicFramePr>
        <p:xfrm>
          <a:off x="810228" y="1514497"/>
          <a:ext cx="12824749" cy="2590800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1729465">
                  <a:extLst>
                    <a:ext uri="{9D8B030D-6E8A-4147-A177-3AD203B41FA5}">
                      <a16:colId xmlns:a16="http://schemas.microsoft.com/office/drawing/2014/main" val="2317270925"/>
                    </a:ext>
                  </a:extLst>
                </a:gridCol>
                <a:gridCol w="2973976">
                  <a:extLst>
                    <a:ext uri="{9D8B030D-6E8A-4147-A177-3AD203B41FA5}">
                      <a16:colId xmlns:a16="http://schemas.microsoft.com/office/drawing/2014/main" val="1292655883"/>
                    </a:ext>
                  </a:extLst>
                </a:gridCol>
                <a:gridCol w="2646729">
                  <a:extLst>
                    <a:ext uri="{9D8B030D-6E8A-4147-A177-3AD203B41FA5}">
                      <a16:colId xmlns:a16="http://schemas.microsoft.com/office/drawing/2014/main" val="330181598"/>
                    </a:ext>
                  </a:extLst>
                </a:gridCol>
                <a:gridCol w="2996722">
                  <a:extLst>
                    <a:ext uri="{9D8B030D-6E8A-4147-A177-3AD203B41FA5}">
                      <a16:colId xmlns:a16="http://schemas.microsoft.com/office/drawing/2014/main" val="3472439507"/>
                    </a:ext>
                  </a:extLst>
                </a:gridCol>
                <a:gridCol w="2477857">
                  <a:extLst>
                    <a:ext uri="{9D8B030D-6E8A-4147-A177-3AD203B41FA5}">
                      <a16:colId xmlns:a16="http://schemas.microsoft.com/office/drawing/2014/main" val="9941897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比較項目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Speak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Toko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ELSA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本研究系統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8339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平台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下載</a:t>
                      </a:r>
                      <a:r>
                        <a:rPr lang="en-US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下載</a:t>
                      </a:r>
                      <a:r>
                        <a:rPr lang="en-US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下載</a:t>
                      </a:r>
                      <a:r>
                        <a:rPr lang="en-US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Line Bot，</a:t>
                      </a:r>
                      <a:r>
                        <a:rPr lang="zh-TW" altLang="en-US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無需額外下載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22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主要功能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AI</a:t>
                      </a:r>
                      <a:r>
                        <a:rPr lang="zh-TW" altLang="en-US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對話練習、發音評估、自動回饋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對話練習、單字練習、社群互動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專業發音訓練、語音辨識、聽力練習、個人化建議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對話、單字造句、跟讀、聽力練習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0198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價格模式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訂閱制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訂閱制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訂閱制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免費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11717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目標用戶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廣泛使用者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廣泛使用者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廣泛使用者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英語初學者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0846726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0A30482B-0DE2-B56F-1C59-9F1DC0AE779B}"/>
              </a:ext>
            </a:extLst>
          </p:cNvPr>
          <p:cNvSpPr txBox="1"/>
          <p:nvPr/>
        </p:nvSpPr>
        <p:spPr>
          <a:xfrm>
            <a:off x="3256005" y="5074415"/>
            <a:ext cx="811838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差異化優勢總結</a:t>
            </a:r>
          </a:p>
          <a:p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✅ </a:t>
            </a:r>
            <a:r>
              <a:rPr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低使用門檻</a:t>
            </a: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：無需額外安裝、</a:t>
            </a:r>
            <a:r>
              <a:rPr lang="en-US" altLang="zh-TW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LINE</a:t>
            </a: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直接使用</a:t>
            </a:r>
            <a:b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✅ </a:t>
            </a:r>
            <a:r>
              <a:rPr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功能整合</a:t>
            </a: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：對話、造句、跟讀三合一</a:t>
            </a:r>
            <a:b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✅ </a:t>
            </a:r>
            <a:r>
              <a:rPr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零成本學習</a:t>
            </a: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：完全免費，無經濟壓力</a:t>
            </a:r>
            <a:b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✅ </a:t>
            </a:r>
            <a:r>
              <a:rPr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適合初學者</a:t>
            </a: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：簡易操作、降低技術門檻</a:t>
            </a:r>
          </a:p>
        </p:txBody>
      </p:sp>
    </p:spTree>
    <p:extLst>
      <p:ext uri="{BB962C8B-B14F-4D97-AF65-F5344CB8AC3E}">
        <p14:creationId xmlns:p14="http://schemas.microsoft.com/office/powerpoint/2010/main" val="26822710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>
          <a:extLst>
            <a:ext uri="{FF2B5EF4-FFF2-40B4-BE49-F238E27FC236}">
              <a16:creationId xmlns:a16="http://schemas.microsoft.com/office/drawing/2014/main" id="{68048183-B9FD-AA92-A600-5A67ABFB6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6">
            <a:extLst>
              <a:ext uri="{FF2B5EF4-FFF2-40B4-BE49-F238E27FC236}">
                <a16:creationId xmlns:a16="http://schemas.microsoft.com/office/drawing/2014/main" id="{29477FF6-FDBD-CEDD-985B-0FFBDDCBF8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159" y="2097760"/>
            <a:ext cx="8108703" cy="1885920"/>
          </a:xfrm>
          <a:prstGeom prst="rect">
            <a:avLst/>
          </a:prstGeom>
        </p:spPr>
        <p:txBody>
          <a:bodyPr spcFirstLastPara="1" wrap="square" lIns="146280" tIns="146280" rIns="146280" bIns="146280" anchor="b" anchorCtr="0">
            <a:noAutofit/>
          </a:bodyPr>
          <a:lstStyle/>
          <a:p>
            <a:pPr algn="l"/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使用者回饋與改善建議</a:t>
            </a:r>
          </a:p>
        </p:txBody>
      </p:sp>
      <p:cxnSp>
        <p:nvCxnSpPr>
          <p:cNvPr id="661" name="Google Shape;661;p46">
            <a:extLst>
              <a:ext uri="{FF2B5EF4-FFF2-40B4-BE49-F238E27FC236}">
                <a16:creationId xmlns:a16="http://schemas.microsoft.com/office/drawing/2014/main" id="{843E5EFD-475A-EDC0-5301-BC001FD13C67}"/>
              </a:ext>
            </a:extLst>
          </p:cNvPr>
          <p:cNvCxnSpPr/>
          <p:nvPr/>
        </p:nvCxnSpPr>
        <p:spPr>
          <a:xfrm>
            <a:off x="4182677" y="4267262"/>
            <a:ext cx="546288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9902312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E0205933-4EE2-4A46-9FA3-CC7EB24DA067}"/>
              </a:ext>
            </a:extLst>
          </p:cNvPr>
          <p:cNvSpPr/>
          <p:nvPr/>
        </p:nvSpPr>
        <p:spPr>
          <a:xfrm>
            <a:off x="4905056" y="1448756"/>
            <a:ext cx="4364072" cy="436407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8029" y="303856"/>
            <a:ext cx="7137171" cy="869096"/>
          </a:xfrm>
        </p:spPr>
        <p:txBody>
          <a:bodyPr/>
          <a:lstStyle/>
          <a:p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使用者回饋與改善建議</a:t>
            </a:r>
            <a:endParaRPr lang="en-US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CD09B46-3B65-4F09-9E94-91FE49C5A21F}"/>
              </a:ext>
            </a:extLst>
          </p:cNvPr>
          <p:cNvSpPr/>
          <p:nvPr/>
        </p:nvSpPr>
        <p:spPr>
          <a:xfrm>
            <a:off x="7337934" y="2333163"/>
            <a:ext cx="1744818" cy="2777628"/>
          </a:xfrm>
          <a:custGeom>
            <a:avLst/>
            <a:gdLst>
              <a:gd name="connsiteX0" fmla="*/ 1127628 w 1136356"/>
              <a:gd name="connsiteY0" fmla="*/ 671962 h 1808998"/>
              <a:gd name="connsiteX1" fmla="*/ 1015351 w 1136356"/>
              <a:gd name="connsiteY1" fmla="*/ 617607 h 1808998"/>
              <a:gd name="connsiteX2" fmla="*/ 995308 w 1136356"/>
              <a:gd name="connsiteY2" fmla="*/ 623383 h 1808998"/>
              <a:gd name="connsiteX3" fmla="*/ 953862 w 1136356"/>
              <a:gd name="connsiteY3" fmla="*/ 695573 h 1808998"/>
              <a:gd name="connsiteX4" fmla="*/ 846341 w 1136356"/>
              <a:gd name="connsiteY4" fmla="*/ 882418 h 1808998"/>
              <a:gd name="connsiteX5" fmla="*/ 833093 w 1136356"/>
              <a:gd name="connsiteY5" fmla="*/ 885305 h 1808998"/>
              <a:gd name="connsiteX6" fmla="*/ 778228 w 1136356"/>
              <a:gd name="connsiteY6" fmla="*/ 844029 h 1808998"/>
              <a:gd name="connsiteX7" fmla="*/ 725062 w 1136356"/>
              <a:gd name="connsiteY7" fmla="*/ 830441 h 1808998"/>
              <a:gd name="connsiteX8" fmla="*/ 715041 w 1136356"/>
              <a:gd name="connsiteY8" fmla="*/ 830271 h 1808998"/>
              <a:gd name="connsiteX9" fmla="*/ 698564 w 1136356"/>
              <a:gd name="connsiteY9" fmla="*/ 831120 h 1808998"/>
              <a:gd name="connsiteX10" fmla="*/ 680559 w 1136356"/>
              <a:gd name="connsiteY10" fmla="*/ 834687 h 1808998"/>
              <a:gd name="connsiteX11" fmla="*/ 614654 w 1136356"/>
              <a:gd name="connsiteY11" fmla="*/ 823137 h 1808998"/>
              <a:gd name="connsiteX12" fmla="*/ 606671 w 1136356"/>
              <a:gd name="connsiteY12" fmla="*/ 818551 h 1808998"/>
              <a:gd name="connsiteX13" fmla="*/ 584929 w 1136356"/>
              <a:gd name="connsiteY13" fmla="*/ 808189 h 1808998"/>
              <a:gd name="connsiteX14" fmla="*/ 552146 w 1136356"/>
              <a:gd name="connsiteY14" fmla="*/ 796639 h 1808998"/>
              <a:gd name="connsiteX15" fmla="*/ 545351 w 1136356"/>
              <a:gd name="connsiteY15" fmla="*/ 790524 h 1808998"/>
              <a:gd name="connsiteX16" fmla="*/ 499490 w 1136356"/>
              <a:gd name="connsiteY16" fmla="*/ 772689 h 1808998"/>
              <a:gd name="connsiteX17" fmla="*/ 475709 w 1136356"/>
              <a:gd name="connsiteY17" fmla="*/ 765555 h 1808998"/>
              <a:gd name="connsiteX18" fmla="*/ 449381 w 1136356"/>
              <a:gd name="connsiteY18" fmla="*/ 751796 h 1808998"/>
              <a:gd name="connsiteX19" fmla="*/ 440209 w 1136356"/>
              <a:gd name="connsiteY19" fmla="*/ 741944 h 1808998"/>
              <a:gd name="connsiteX20" fmla="*/ 428319 w 1136356"/>
              <a:gd name="connsiteY20" fmla="*/ 728865 h 1808998"/>
              <a:gd name="connsiteX21" fmla="*/ 418127 w 1136356"/>
              <a:gd name="connsiteY21" fmla="*/ 727846 h 1808998"/>
              <a:gd name="connsiteX22" fmla="*/ 406916 w 1136356"/>
              <a:gd name="connsiteY22" fmla="*/ 710520 h 1808998"/>
              <a:gd name="connsiteX23" fmla="*/ 413541 w 1136356"/>
              <a:gd name="connsiteY23" fmla="*/ 692175 h 1808998"/>
              <a:gd name="connsiteX24" fmla="*/ 421354 w 1136356"/>
              <a:gd name="connsiteY24" fmla="*/ 662620 h 1808998"/>
              <a:gd name="connsiteX25" fmla="*/ 419656 w 1136356"/>
              <a:gd name="connsiteY25" fmla="*/ 616928 h 1808998"/>
              <a:gd name="connsiteX26" fmla="*/ 403349 w 1136356"/>
              <a:gd name="connsiteY26" fmla="*/ 577011 h 1808998"/>
              <a:gd name="connsiteX27" fmla="*/ 389081 w 1136356"/>
              <a:gd name="connsiteY27" fmla="*/ 534376 h 1808998"/>
              <a:gd name="connsiteX28" fmla="*/ 367849 w 1136356"/>
              <a:gd name="connsiteY28" fmla="*/ 467452 h 1808998"/>
              <a:gd name="connsiteX29" fmla="*/ 373794 w 1136356"/>
              <a:gd name="connsiteY29" fmla="*/ 432631 h 1808998"/>
              <a:gd name="connsiteX30" fmla="*/ 376681 w 1136356"/>
              <a:gd name="connsiteY30" fmla="*/ 426516 h 1808998"/>
              <a:gd name="connsiteX31" fmla="*/ 372265 w 1136356"/>
              <a:gd name="connsiteY31" fmla="*/ 406812 h 1808998"/>
              <a:gd name="connsiteX32" fmla="*/ 350693 w 1136356"/>
              <a:gd name="connsiteY32" fmla="*/ 385240 h 1808998"/>
              <a:gd name="connsiteX33" fmla="*/ 351542 w 1136356"/>
              <a:gd name="connsiteY33" fmla="*/ 370123 h 1808998"/>
              <a:gd name="connsiteX34" fmla="*/ 370736 w 1136356"/>
              <a:gd name="connsiteY34" fmla="*/ 368764 h 1808998"/>
              <a:gd name="connsiteX35" fmla="*/ 400292 w 1136356"/>
              <a:gd name="connsiteY35" fmla="*/ 383542 h 1808998"/>
              <a:gd name="connsiteX36" fmla="*/ 430697 w 1136356"/>
              <a:gd name="connsiteY36" fmla="*/ 370972 h 1808998"/>
              <a:gd name="connsiteX37" fmla="*/ 444795 w 1136356"/>
              <a:gd name="connsiteY37" fmla="*/ 357383 h 1808998"/>
              <a:gd name="connsiteX38" fmla="*/ 468915 w 1136356"/>
              <a:gd name="connsiteY38" fmla="*/ 338529 h 1808998"/>
              <a:gd name="connsiteX39" fmla="*/ 470444 w 1136356"/>
              <a:gd name="connsiteY39" fmla="*/ 334622 h 1808998"/>
              <a:gd name="connsiteX40" fmla="*/ 485901 w 1136356"/>
              <a:gd name="connsiteY40" fmla="*/ 322732 h 1808998"/>
              <a:gd name="connsiteX41" fmla="*/ 506114 w 1136356"/>
              <a:gd name="connsiteY41" fmla="*/ 302689 h 1808998"/>
              <a:gd name="connsiteX42" fmla="*/ 503566 w 1136356"/>
              <a:gd name="connsiteY42" fmla="*/ 264640 h 1808998"/>
              <a:gd name="connsiteX43" fmla="*/ 510700 w 1136356"/>
              <a:gd name="connsiteY43" fmla="*/ 231518 h 1808998"/>
              <a:gd name="connsiteX44" fmla="*/ 514607 w 1136356"/>
              <a:gd name="connsiteY44" fmla="*/ 220477 h 1808998"/>
              <a:gd name="connsiteX45" fmla="*/ 518344 w 1136356"/>
              <a:gd name="connsiteY45" fmla="*/ 188543 h 1808998"/>
              <a:gd name="connsiteX46" fmla="*/ 532782 w 1136356"/>
              <a:gd name="connsiteY46" fmla="*/ 141153 h 1808998"/>
              <a:gd name="connsiteX47" fmla="*/ 534480 w 1136356"/>
              <a:gd name="connsiteY47" fmla="*/ 131301 h 1808998"/>
              <a:gd name="connsiteX48" fmla="*/ 527686 w 1136356"/>
              <a:gd name="connsiteY48" fmla="*/ 107860 h 1808998"/>
              <a:gd name="connsiteX49" fmla="*/ 498980 w 1136356"/>
              <a:gd name="connsiteY49" fmla="*/ 61829 h 1808998"/>
              <a:gd name="connsiteX50" fmla="*/ 496772 w 1136356"/>
              <a:gd name="connsiteY50" fmla="*/ 59281 h 1808998"/>
              <a:gd name="connsiteX51" fmla="*/ 471293 w 1136356"/>
              <a:gd name="connsiteY51" fmla="*/ 38728 h 1808998"/>
              <a:gd name="connsiteX52" fmla="*/ 445644 w 1136356"/>
              <a:gd name="connsiteY52" fmla="*/ 18345 h 1808998"/>
              <a:gd name="connsiteX53" fmla="*/ 423223 w 1136356"/>
              <a:gd name="connsiteY53" fmla="*/ 5945 h 1808998"/>
              <a:gd name="connsiteX54" fmla="*/ 381777 w 1136356"/>
              <a:gd name="connsiteY54" fmla="*/ 0 h 1808998"/>
              <a:gd name="connsiteX55" fmla="*/ 373284 w 1136356"/>
              <a:gd name="connsiteY55" fmla="*/ 0 h 1808998"/>
              <a:gd name="connsiteX56" fmla="*/ 344918 w 1136356"/>
              <a:gd name="connsiteY56" fmla="*/ 9852 h 1808998"/>
              <a:gd name="connsiteX57" fmla="*/ 300075 w 1136356"/>
              <a:gd name="connsiteY57" fmla="*/ 35161 h 1808998"/>
              <a:gd name="connsiteX58" fmla="*/ 273407 w 1136356"/>
              <a:gd name="connsiteY58" fmla="*/ 71001 h 1808998"/>
              <a:gd name="connsiteX59" fmla="*/ 251156 w 1136356"/>
              <a:gd name="connsiteY59" fmla="*/ 134358 h 1808998"/>
              <a:gd name="connsiteX60" fmla="*/ 243172 w 1136356"/>
              <a:gd name="connsiteY60" fmla="*/ 183618 h 1808998"/>
              <a:gd name="connsiteX61" fmla="*/ 237907 w 1136356"/>
              <a:gd name="connsiteY61" fmla="*/ 235594 h 1808998"/>
              <a:gd name="connsiteX62" fmla="*/ 227375 w 1136356"/>
              <a:gd name="connsiteY62" fmla="*/ 272794 h 1808998"/>
              <a:gd name="connsiteX63" fmla="*/ 214636 w 1136356"/>
              <a:gd name="connsiteY63" fmla="*/ 276530 h 1808998"/>
              <a:gd name="connsiteX64" fmla="*/ 194423 w 1136356"/>
              <a:gd name="connsiteY64" fmla="*/ 286382 h 1808998"/>
              <a:gd name="connsiteX65" fmla="*/ 167925 w 1136356"/>
              <a:gd name="connsiteY65" fmla="*/ 335641 h 1808998"/>
              <a:gd name="connsiteX66" fmla="*/ 153317 w 1136356"/>
              <a:gd name="connsiteY66" fmla="*/ 353307 h 1808998"/>
              <a:gd name="connsiteX67" fmla="*/ 115948 w 1136356"/>
              <a:gd name="connsiteY67" fmla="*/ 403585 h 1808998"/>
              <a:gd name="connsiteX68" fmla="*/ 59045 w 1136356"/>
              <a:gd name="connsiteY68" fmla="*/ 481550 h 1808998"/>
              <a:gd name="connsiteX69" fmla="*/ 49193 w 1136356"/>
              <a:gd name="connsiteY69" fmla="*/ 495139 h 1808998"/>
              <a:gd name="connsiteX70" fmla="*/ 29320 w 1136356"/>
              <a:gd name="connsiteY70" fmla="*/ 577181 h 1808998"/>
              <a:gd name="connsiteX71" fmla="*/ 29320 w 1136356"/>
              <a:gd name="connsiteY71" fmla="*/ 660752 h 1808998"/>
              <a:gd name="connsiteX72" fmla="*/ 25753 w 1136356"/>
              <a:gd name="connsiteY72" fmla="*/ 670264 h 1808998"/>
              <a:gd name="connsiteX73" fmla="*/ 614 w 1136356"/>
              <a:gd name="connsiteY73" fmla="*/ 734131 h 1808998"/>
              <a:gd name="connsiteX74" fmla="*/ 17600 w 1136356"/>
              <a:gd name="connsiteY74" fmla="*/ 818041 h 1808998"/>
              <a:gd name="connsiteX75" fmla="*/ 34416 w 1136356"/>
              <a:gd name="connsiteY75" fmla="*/ 881059 h 1808998"/>
              <a:gd name="connsiteX76" fmla="*/ 53949 w 1136356"/>
              <a:gd name="connsiteY76" fmla="*/ 945435 h 1808998"/>
              <a:gd name="connsiteX77" fmla="*/ 61763 w 1136356"/>
              <a:gd name="connsiteY77" fmla="*/ 982295 h 1808998"/>
              <a:gd name="connsiteX78" fmla="*/ 59894 w 1136356"/>
              <a:gd name="connsiteY78" fmla="*/ 1014398 h 1808998"/>
              <a:gd name="connsiteX79" fmla="*/ 54289 w 1136356"/>
              <a:gd name="connsiteY79" fmla="*/ 1099837 h 1808998"/>
              <a:gd name="connsiteX80" fmla="*/ 79768 w 1136356"/>
              <a:gd name="connsiteY80" fmla="*/ 1170498 h 1808998"/>
              <a:gd name="connsiteX81" fmla="*/ 97943 w 1136356"/>
              <a:gd name="connsiteY81" fmla="*/ 1188673 h 1808998"/>
              <a:gd name="connsiteX82" fmla="*/ 115269 w 1136356"/>
              <a:gd name="connsiteY82" fmla="*/ 1200903 h 1808998"/>
              <a:gd name="connsiteX83" fmla="*/ 140408 w 1136356"/>
              <a:gd name="connsiteY83" fmla="*/ 1210755 h 1808998"/>
              <a:gd name="connsiteX84" fmla="*/ 196801 w 1136356"/>
              <a:gd name="connsiteY84" fmla="*/ 1222985 h 1808998"/>
              <a:gd name="connsiteX85" fmla="*/ 239945 w 1136356"/>
              <a:gd name="connsiteY85" fmla="*/ 1225872 h 1808998"/>
              <a:gd name="connsiteX86" fmla="*/ 259649 w 1136356"/>
              <a:gd name="connsiteY86" fmla="*/ 1242349 h 1808998"/>
              <a:gd name="connsiteX87" fmla="*/ 270690 w 1136356"/>
              <a:gd name="connsiteY87" fmla="*/ 1256787 h 1808998"/>
              <a:gd name="connsiteX88" fmla="*/ 304661 w 1136356"/>
              <a:gd name="connsiteY88" fmla="*/ 1252031 h 1808998"/>
              <a:gd name="connsiteX89" fmla="*/ 314004 w 1136356"/>
              <a:gd name="connsiteY89" fmla="*/ 1237253 h 1808998"/>
              <a:gd name="connsiteX90" fmla="*/ 327762 w 1136356"/>
              <a:gd name="connsiteY90" fmla="*/ 1223494 h 1808998"/>
              <a:gd name="connsiteX91" fmla="*/ 337954 w 1136356"/>
              <a:gd name="connsiteY91" fmla="*/ 1224174 h 1808998"/>
              <a:gd name="connsiteX92" fmla="*/ 344578 w 1136356"/>
              <a:gd name="connsiteY92" fmla="*/ 1229779 h 1808998"/>
              <a:gd name="connsiteX93" fmla="*/ 359016 w 1136356"/>
              <a:gd name="connsiteY93" fmla="*/ 1241500 h 1808998"/>
              <a:gd name="connsiteX94" fmla="*/ 365811 w 1136356"/>
              <a:gd name="connsiteY94" fmla="*/ 1251861 h 1808998"/>
              <a:gd name="connsiteX95" fmla="*/ 353241 w 1136356"/>
              <a:gd name="connsiteY95" fmla="*/ 1261543 h 1808998"/>
              <a:gd name="connsiteX96" fmla="*/ 347636 w 1136356"/>
              <a:gd name="connsiteY96" fmla="*/ 1266639 h 1808998"/>
              <a:gd name="connsiteX97" fmla="*/ 348315 w 1136356"/>
              <a:gd name="connsiteY97" fmla="*/ 1298742 h 1808998"/>
              <a:gd name="connsiteX98" fmla="*/ 348994 w 1136356"/>
              <a:gd name="connsiteY98" fmla="*/ 1315558 h 1808998"/>
              <a:gd name="connsiteX99" fmla="*/ 349504 w 1136356"/>
              <a:gd name="connsiteY99" fmla="*/ 1334582 h 1808998"/>
              <a:gd name="connsiteX100" fmla="*/ 348994 w 1136356"/>
              <a:gd name="connsiteY100" fmla="*/ 1367365 h 1808998"/>
              <a:gd name="connsiteX101" fmla="*/ 349164 w 1136356"/>
              <a:gd name="connsiteY101" fmla="*/ 1383502 h 1808998"/>
              <a:gd name="connsiteX102" fmla="*/ 347975 w 1136356"/>
              <a:gd name="connsiteY102" fmla="*/ 1410679 h 1808998"/>
              <a:gd name="connsiteX103" fmla="*/ 349164 w 1136356"/>
              <a:gd name="connsiteY103" fmla="*/ 1443802 h 1808998"/>
              <a:gd name="connsiteX104" fmla="*/ 346616 w 1136356"/>
              <a:gd name="connsiteY104" fmla="*/ 1497137 h 1808998"/>
              <a:gd name="connsiteX105" fmla="*/ 336255 w 1136356"/>
              <a:gd name="connsiteY105" fmla="*/ 1503932 h 1808998"/>
              <a:gd name="connsiteX106" fmla="*/ 292431 w 1136356"/>
              <a:gd name="connsiteY106" fmla="*/ 1486096 h 1808998"/>
              <a:gd name="connsiteX107" fmla="*/ 216335 w 1136356"/>
              <a:gd name="connsiteY107" fmla="*/ 1454842 h 1808998"/>
              <a:gd name="connsiteX108" fmla="*/ 193743 w 1136356"/>
              <a:gd name="connsiteY108" fmla="*/ 1467922 h 1808998"/>
              <a:gd name="connsiteX109" fmla="*/ 201387 w 1136356"/>
              <a:gd name="connsiteY109" fmla="*/ 1533147 h 1808998"/>
              <a:gd name="connsiteX110" fmla="*/ 203086 w 1136356"/>
              <a:gd name="connsiteY110" fmla="*/ 1537903 h 1808998"/>
              <a:gd name="connsiteX111" fmla="*/ 208012 w 1136356"/>
              <a:gd name="connsiteY111" fmla="*/ 1545037 h 1808998"/>
              <a:gd name="connsiteX112" fmla="*/ 212598 w 1136356"/>
              <a:gd name="connsiteY112" fmla="*/ 1556078 h 1808998"/>
              <a:gd name="connsiteX113" fmla="*/ 205124 w 1136356"/>
              <a:gd name="connsiteY113" fmla="*/ 1561854 h 1808998"/>
              <a:gd name="connsiteX114" fmla="*/ 138369 w 1136356"/>
              <a:gd name="connsiteY114" fmla="*/ 1577650 h 1808998"/>
              <a:gd name="connsiteX115" fmla="*/ 73653 w 1136356"/>
              <a:gd name="connsiteY115" fmla="*/ 1591579 h 1808998"/>
              <a:gd name="connsiteX116" fmla="*/ 54119 w 1136356"/>
              <a:gd name="connsiteY116" fmla="*/ 1608055 h 1808998"/>
              <a:gd name="connsiteX117" fmla="*/ 66009 w 1136356"/>
              <a:gd name="connsiteY117" fmla="*/ 1685001 h 1808998"/>
              <a:gd name="connsiteX118" fmla="*/ 81467 w 1136356"/>
              <a:gd name="connsiteY118" fmla="*/ 1699949 h 1808998"/>
              <a:gd name="connsiteX119" fmla="*/ 115608 w 1136356"/>
              <a:gd name="connsiteY119" fmla="*/ 1695193 h 1808998"/>
              <a:gd name="connsiteX120" fmla="*/ 134123 w 1136356"/>
              <a:gd name="connsiteY120" fmla="*/ 1651199 h 1808998"/>
              <a:gd name="connsiteX121" fmla="*/ 131235 w 1136356"/>
              <a:gd name="connsiteY121" fmla="*/ 1640668 h 1808998"/>
              <a:gd name="connsiteX122" fmla="*/ 137860 w 1136356"/>
              <a:gd name="connsiteY122" fmla="*/ 1626400 h 1808998"/>
              <a:gd name="connsiteX123" fmla="*/ 239775 w 1136356"/>
              <a:gd name="connsiteY123" fmla="*/ 1615529 h 1808998"/>
              <a:gd name="connsiteX124" fmla="*/ 245550 w 1136356"/>
              <a:gd name="connsiteY124" fmla="*/ 1614680 h 1808998"/>
              <a:gd name="connsiteX125" fmla="*/ 265933 w 1136356"/>
              <a:gd name="connsiteY125" fmla="*/ 1608395 h 1808998"/>
              <a:gd name="connsiteX126" fmla="*/ 316042 w 1136356"/>
              <a:gd name="connsiteY126" fmla="*/ 1599902 h 1808998"/>
              <a:gd name="connsiteX127" fmla="*/ 348994 w 1136356"/>
              <a:gd name="connsiteY127" fmla="*/ 1599053 h 1808998"/>
              <a:gd name="connsiteX128" fmla="*/ 364112 w 1136356"/>
              <a:gd name="connsiteY128" fmla="*/ 1612132 h 1808998"/>
              <a:gd name="connsiteX129" fmla="*/ 368528 w 1136356"/>
              <a:gd name="connsiteY129" fmla="*/ 1668015 h 1808998"/>
              <a:gd name="connsiteX130" fmla="*/ 353750 w 1136356"/>
              <a:gd name="connsiteY130" fmla="*/ 1679906 h 1808998"/>
              <a:gd name="connsiteX131" fmla="*/ 345427 w 1136356"/>
              <a:gd name="connsiteY131" fmla="*/ 1685171 h 1808998"/>
              <a:gd name="connsiteX132" fmla="*/ 344578 w 1136356"/>
              <a:gd name="connsiteY132" fmla="*/ 1694513 h 1808998"/>
              <a:gd name="connsiteX133" fmla="*/ 361394 w 1136356"/>
              <a:gd name="connsiteY133" fmla="*/ 1786067 h 1808998"/>
              <a:gd name="connsiteX134" fmla="*/ 372435 w 1136356"/>
              <a:gd name="connsiteY134" fmla="*/ 1798297 h 1808998"/>
              <a:gd name="connsiteX135" fmla="*/ 419995 w 1136356"/>
              <a:gd name="connsiteY135" fmla="*/ 1808998 h 1808998"/>
              <a:gd name="connsiteX136" fmla="*/ 435453 w 1136356"/>
              <a:gd name="connsiteY136" fmla="*/ 1803223 h 1808998"/>
              <a:gd name="connsiteX137" fmla="*/ 456006 w 1136356"/>
              <a:gd name="connsiteY137" fmla="*/ 1753624 h 1808998"/>
              <a:gd name="connsiteX138" fmla="*/ 441568 w 1136356"/>
              <a:gd name="connsiteY138" fmla="*/ 1732562 h 1808998"/>
              <a:gd name="connsiteX139" fmla="*/ 432056 w 1136356"/>
              <a:gd name="connsiteY139" fmla="*/ 1729165 h 1808998"/>
              <a:gd name="connsiteX140" fmla="*/ 417108 w 1136356"/>
              <a:gd name="connsiteY140" fmla="*/ 1711499 h 1808998"/>
              <a:gd name="connsiteX141" fmla="*/ 410653 w 1136356"/>
              <a:gd name="connsiteY141" fmla="*/ 1615869 h 1808998"/>
              <a:gd name="connsiteX142" fmla="*/ 425771 w 1136356"/>
              <a:gd name="connsiteY142" fmla="*/ 1597694 h 1808998"/>
              <a:gd name="connsiteX143" fmla="*/ 475709 w 1136356"/>
              <a:gd name="connsiteY143" fmla="*/ 1599053 h 1808998"/>
              <a:gd name="connsiteX144" fmla="*/ 555713 w 1136356"/>
              <a:gd name="connsiteY144" fmla="*/ 1608395 h 1808998"/>
              <a:gd name="connsiteX145" fmla="*/ 662894 w 1136356"/>
              <a:gd name="connsiteY145" fmla="*/ 1618926 h 1808998"/>
              <a:gd name="connsiteX146" fmla="*/ 671726 w 1136356"/>
              <a:gd name="connsiteY146" fmla="*/ 1630477 h 1808998"/>
              <a:gd name="connsiteX147" fmla="*/ 680389 w 1136356"/>
              <a:gd name="connsiteY147" fmla="*/ 1677188 h 1808998"/>
              <a:gd name="connsiteX148" fmla="*/ 694488 w 1136356"/>
              <a:gd name="connsiteY148" fmla="*/ 1714896 h 1808998"/>
              <a:gd name="connsiteX149" fmla="*/ 733725 w 1136356"/>
              <a:gd name="connsiteY149" fmla="*/ 1752945 h 1808998"/>
              <a:gd name="connsiteX150" fmla="*/ 800140 w 1136356"/>
              <a:gd name="connsiteY150" fmla="*/ 1760758 h 1808998"/>
              <a:gd name="connsiteX151" fmla="*/ 808463 w 1136356"/>
              <a:gd name="connsiteY151" fmla="*/ 1759739 h 1808998"/>
              <a:gd name="connsiteX152" fmla="*/ 825449 w 1136356"/>
              <a:gd name="connsiteY152" fmla="*/ 1757022 h 1808998"/>
              <a:gd name="connsiteX153" fmla="*/ 875217 w 1136356"/>
              <a:gd name="connsiteY153" fmla="*/ 1766873 h 1808998"/>
              <a:gd name="connsiteX154" fmla="*/ 972207 w 1136356"/>
              <a:gd name="connsiteY154" fmla="*/ 1778594 h 1808998"/>
              <a:gd name="connsiteX155" fmla="*/ 1054589 w 1136356"/>
              <a:gd name="connsiteY155" fmla="*/ 1768572 h 1808998"/>
              <a:gd name="connsiteX156" fmla="*/ 1096204 w 1136356"/>
              <a:gd name="connsiteY156" fmla="*/ 1747339 h 1808998"/>
              <a:gd name="connsiteX157" fmla="*/ 1099771 w 1136356"/>
              <a:gd name="connsiteY157" fmla="*/ 1719483 h 1808998"/>
              <a:gd name="connsiteX158" fmla="*/ 1043038 w 1136356"/>
              <a:gd name="connsiteY158" fmla="*/ 1684662 h 1808998"/>
              <a:gd name="connsiteX159" fmla="*/ 1022145 w 1136356"/>
              <a:gd name="connsiteY159" fmla="*/ 1682623 h 1808998"/>
              <a:gd name="connsiteX160" fmla="*/ 1001253 w 1136356"/>
              <a:gd name="connsiteY160" fmla="*/ 1681434 h 1808998"/>
              <a:gd name="connsiteX161" fmla="*/ 995308 w 1136356"/>
              <a:gd name="connsiteY161" fmla="*/ 1680755 h 1808998"/>
              <a:gd name="connsiteX162" fmla="*/ 980870 w 1136356"/>
              <a:gd name="connsiteY162" fmla="*/ 1671243 h 1808998"/>
              <a:gd name="connsiteX163" fmla="*/ 948257 w 1136356"/>
              <a:gd name="connsiteY163" fmla="*/ 1655616 h 1808998"/>
              <a:gd name="connsiteX164" fmla="*/ 945539 w 1136356"/>
              <a:gd name="connsiteY164" fmla="*/ 1651879 h 1808998"/>
              <a:gd name="connsiteX165" fmla="*/ 950295 w 1136356"/>
              <a:gd name="connsiteY165" fmla="*/ 1649331 h 1808998"/>
              <a:gd name="connsiteX166" fmla="*/ 964733 w 1136356"/>
              <a:gd name="connsiteY166" fmla="*/ 1648991 h 1808998"/>
              <a:gd name="connsiteX167" fmla="*/ 1037773 w 1136356"/>
              <a:gd name="connsiteY167" fmla="*/ 1646783 h 1808998"/>
              <a:gd name="connsiteX168" fmla="*/ 1088560 w 1136356"/>
              <a:gd name="connsiteY168" fmla="*/ 1626740 h 1808998"/>
              <a:gd name="connsiteX169" fmla="*/ 1092467 w 1136356"/>
              <a:gd name="connsiteY169" fmla="*/ 1607206 h 1808998"/>
              <a:gd name="connsiteX170" fmla="*/ 1071235 w 1136356"/>
              <a:gd name="connsiteY170" fmla="*/ 1587842 h 1808998"/>
              <a:gd name="connsiteX171" fmla="*/ 1058326 w 1136356"/>
              <a:gd name="connsiteY171" fmla="*/ 1584105 h 1808998"/>
              <a:gd name="connsiteX172" fmla="*/ 1055947 w 1136356"/>
              <a:gd name="connsiteY172" fmla="*/ 1584615 h 1808998"/>
              <a:gd name="connsiteX173" fmla="*/ 1044737 w 1136356"/>
              <a:gd name="connsiteY173" fmla="*/ 1587332 h 1808998"/>
              <a:gd name="connsiteX174" fmla="*/ 1029959 w 1136356"/>
              <a:gd name="connsiteY174" fmla="*/ 1581387 h 1808998"/>
              <a:gd name="connsiteX175" fmla="*/ 1003461 w 1136356"/>
              <a:gd name="connsiteY175" fmla="*/ 1570347 h 1808998"/>
              <a:gd name="connsiteX176" fmla="*/ 994968 w 1136356"/>
              <a:gd name="connsiteY176" fmla="*/ 1561514 h 1808998"/>
              <a:gd name="connsiteX177" fmla="*/ 995987 w 1136356"/>
              <a:gd name="connsiteY177" fmla="*/ 1489324 h 1808998"/>
              <a:gd name="connsiteX178" fmla="*/ 1001253 w 1136356"/>
              <a:gd name="connsiteY178" fmla="*/ 1482360 h 1808998"/>
              <a:gd name="connsiteX179" fmla="*/ 1008047 w 1136356"/>
              <a:gd name="connsiteY179" fmla="*/ 1468941 h 1808998"/>
              <a:gd name="connsiteX180" fmla="*/ 1006519 w 1136356"/>
              <a:gd name="connsiteY180" fmla="*/ 1457220 h 1808998"/>
              <a:gd name="connsiteX181" fmla="*/ 1002442 w 1136356"/>
              <a:gd name="connsiteY181" fmla="*/ 1390296 h 1808998"/>
              <a:gd name="connsiteX182" fmla="*/ 1006519 w 1136356"/>
              <a:gd name="connsiteY182" fmla="*/ 1229439 h 1808998"/>
              <a:gd name="connsiteX183" fmla="*/ 1015691 w 1136356"/>
              <a:gd name="connsiteY183" fmla="*/ 1100856 h 1808998"/>
              <a:gd name="connsiteX184" fmla="*/ 999724 w 1136356"/>
              <a:gd name="connsiteY184" fmla="*/ 1050238 h 1808998"/>
              <a:gd name="connsiteX185" fmla="*/ 992760 w 1136356"/>
              <a:gd name="connsiteY185" fmla="*/ 1032403 h 1808998"/>
              <a:gd name="connsiteX186" fmla="*/ 983248 w 1136356"/>
              <a:gd name="connsiteY186" fmla="*/ 1004037 h 1808998"/>
              <a:gd name="connsiteX187" fmla="*/ 981719 w 1136356"/>
              <a:gd name="connsiteY187" fmla="*/ 990957 h 1808998"/>
              <a:gd name="connsiteX188" fmla="*/ 1133403 w 1136356"/>
              <a:gd name="connsiteY188" fmla="*/ 687759 h 1808998"/>
              <a:gd name="connsiteX189" fmla="*/ 1137819 w 1136356"/>
              <a:gd name="connsiteY189" fmla="*/ 680795 h 1808998"/>
              <a:gd name="connsiteX190" fmla="*/ 1137819 w 1136356"/>
              <a:gd name="connsiteY190" fmla="*/ 679096 h 1808998"/>
              <a:gd name="connsiteX191" fmla="*/ 1127628 w 1136356"/>
              <a:gd name="connsiteY191" fmla="*/ 671962 h 1808998"/>
              <a:gd name="connsiteX192" fmla="*/ 187798 w 1136356"/>
              <a:gd name="connsiteY192" fmla="*/ 1154022 h 1808998"/>
              <a:gd name="connsiteX193" fmla="*/ 143125 w 1136356"/>
              <a:gd name="connsiteY193" fmla="*/ 1155891 h 1808998"/>
              <a:gd name="connsiteX194" fmla="*/ 125630 w 1136356"/>
              <a:gd name="connsiteY194" fmla="*/ 1144000 h 1808998"/>
              <a:gd name="connsiteX195" fmla="*/ 103548 w 1136356"/>
              <a:gd name="connsiteY195" fmla="*/ 1086079 h 1808998"/>
              <a:gd name="connsiteX196" fmla="*/ 103548 w 1136356"/>
              <a:gd name="connsiteY196" fmla="*/ 1069942 h 1808998"/>
              <a:gd name="connsiteX197" fmla="*/ 107795 w 1136356"/>
              <a:gd name="connsiteY197" fmla="*/ 997242 h 1808998"/>
              <a:gd name="connsiteX198" fmla="*/ 120364 w 1136356"/>
              <a:gd name="connsiteY198" fmla="*/ 987051 h 1808998"/>
              <a:gd name="connsiteX199" fmla="*/ 128687 w 1136356"/>
              <a:gd name="connsiteY199" fmla="*/ 997072 h 1808998"/>
              <a:gd name="connsiteX200" fmla="*/ 152128 w 1136356"/>
              <a:gd name="connsiteY200" fmla="*/ 1027817 h 1808998"/>
              <a:gd name="connsiteX201" fmla="*/ 176078 w 1136356"/>
              <a:gd name="connsiteY201" fmla="*/ 1063317 h 1808998"/>
              <a:gd name="connsiteX202" fmla="*/ 176758 w 1136356"/>
              <a:gd name="connsiteY202" fmla="*/ 1066545 h 1808998"/>
              <a:gd name="connsiteX203" fmla="*/ 192215 w 1136356"/>
              <a:gd name="connsiteY203" fmla="*/ 1124636 h 1808998"/>
              <a:gd name="connsiteX204" fmla="*/ 187798 w 1136356"/>
              <a:gd name="connsiteY204" fmla="*/ 1154022 h 1808998"/>
              <a:gd name="connsiteX205" fmla="*/ 795724 w 1136356"/>
              <a:gd name="connsiteY205" fmla="*/ 1195638 h 1808998"/>
              <a:gd name="connsiteX206" fmla="*/ 783663 w 1136356"/>
              <a:gd name="connsiteY206" fmla="*/ 1278699 h 1808998"/>
              <a:gd name="connsiteX207" fmla="*/ 782305 w 1136356"/>
              <a:gd name="connsiteY207" fmla="*/ 1330506 h 1808998"/>
              <a:gd name="connsiteX208" fmla="*/ 772962 w 1136356"/>
              <a:gd name="connsiteY208" fmla="*/ 1370422 h 1808998"/>
              <a:gd name="connsiteX209" fmla="*/ 750201 w 1136356"/>
              <a:gd name="connsiteY209" fmla="*/ 1462486 h 1808998"/>
              <a:gd name="connsiteX210" fmla="*/ 721495 w 1136356"/>
              <a:gd name="connsiteY210" fmla="*/ 1605337 h 1808998"/>
              <a:gd name="connsiteX211" fmla="*/ 720306 w 1136356"/>
              <a:gd name="connsiteY211" fmla="*/ 1606526 h 1808998"/>
              <a:gd name="connsiteX212" fmla="*/ 715041 w 1136356"/>
              <a:gd name="connsiteY212" fmla="*/ 1586313 h 1808998"/>
              <a:gd name="connsiteX213" fmla="*/ 702981 w 1136356"/>
              <a:gd name="connsiteY213" fmla="*/ 1577820 h 1808998"/>
              <a:gd name="connsiteX214" fmla="*/ 615673 w 1136356"/>
              <a:gd name="connsiteY214" fmla="*/ 1561174 h 1808998"/>
              <a:gd name="connsiteX215" fmla="*/ 590024 w 1136356"/>
              <a:gd name="connsiteY215" fmla="*/ 1555739 h 1808998"/>
              <a:gd name="connsiteX216" fmla="*/ 585778 w 1136356"/>
              <a:gd name="connsiteY216" fmla="*/ 1550643 h 1808998"/>
              <a:gd name="connsiteX217" fmla="*/ 589515 w 1136356"/>
              <a:gd name="connsiteY217" fmla="*/ 1516671 h 1808998"/>
              <a:gd name="connsiteX218" fmla="*/ 585608 w 1136356"/>
              <a:gd name="connsiteY218" fmla="*/ 1479302 h 1808998"/>
              <a:gd name="connsiteX219" fmla="*/ 579493 w 1136356"/>
              <a:gd name="connsiteY219" fmla="*/ 1475395 h 1808998"/>
              <a:gd name="connsiteX220" fmla="*/ 569471 w 1136356"/>
              <a:gd name="connsiteY220" fmla="*/ 1463675 h 1808998"/>
              <a:gd name="connsiteX221" fmla="*/ 553335 w 1136356"/>
              <a:gd name="connsiteY221" fmla="*/ 1443292 h 1808998"/>
              <a:gd name="connsiteX222" fmla="*/ 541275 w 1136356"/>
              <a:gd name="connsiteY222" fmla="*/ 1444481 h 1808998"/>
              <a:gd name="connsiteX223" fmla="*/ 442077 w 1136356"/>
              <a:gd name="connsiteY223" fmla="*/ 1492381 h 1808998"/>
              <a:gd name="connsiteX224" fmla="*/ 424072 w 1136356"/>
              <a:gd name="connsiteY224" fmla="*/ 1481340 h 1808998"/>
              <a:gd name="connsiteX225" fmla="*/ 423053 w 1136356"/>
              <a:gd name="connsiteY225" fmla="*/ 1308933 h 1808998"/>
              <a:gd name="connsiteX226" fmla="*/ 423393 w 1136356"/>
              <a:gd name="connsiteY226" fmla="*/ 1264261 h 1808998"/>
              <a:gd name="connsiteX227" fmla="*/ 419486 w 1136356"/>
              <a:gd name="connsiteY227" fmla="*/ 1258485 h 1808998"/>
              <a:gd name="connsiteX228" fmla="*/ 409294 w 1136356"/>
              <a:gd name="connsiteY228" fmla="*/ 1254239 h 1808998"/>
              <a:gd name="connsiteX229" fmla="*/ 404708 w 1136356"/>
              <a:gd name="connsiteY229" fmla="*/ 1251012 h 1808998"/>
              <a:gd name="connsiteX230" fmla="*/ 408275 w 1136356"/>
              <a:gd name="connsiteY230" fmla="*/ 1246086 h 1808998"/>
              <a:gd name="connsiteX231" fmla="*/ 413371 w 1136356"/>
              <a:gd name="connsiteY231" fmla="*/ 1241669 h 1808998"/>
              <a:gd name="connsiteX232" fmla="*/ 440039 w 1136356"/>
              <a:gd name="connsiteY232" fmla="*/ 1229439 h 1808998"/>
              <a:gd name="connsiteX233" fmla="*/ 585268 w 1136356"/>
              <a:gd name="connsiteY233" fmla="*/ 1229100 h 1808998"/>
              <a:gd name="connsiteX234" fmla="*/ 658987 w 1136356"/>
              <a:gd name="connsiteY234" fmla="*/ 1213133 h 1808998"/>
              <a:gd name="connsiteX235" fmla="*/ 680559 w 1136356"/>
              <a:gd name="connsiteY235" fmla="*/ 1196996 h 1808998"/>
              <a:gd name="connsiteX236" fmla="*/ 690241 w 1136356"/>
              <a:gd name="connsiteY236" fmla="*/ 1192580 h 1808998"/>
              <a:gd name="connsiteX237" fmla="*/ 788589 w 1136356"/>
              <a:gd name="connsiteY237" fmla="*/ 1186805 h 1808998"/>
              <a:gd name="connsiteX238" fmla="*/ 795724 w 1136356"/>
              <a:gd name="connsiteY238" fmla="*/ 1195638 h 1808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</a:cxnLst>
            <a:rect l="l" t="t" r="r" b="b"/>
            <a:pathLst>
              <a:path w="1136356" h="1808998">
                <a:moveTo>
                  <a:pt x="1127628" y="671962"/>
                </a:moveTo>
                <a:cubicBezTo>
                  <a:pt x="1090089" y="653957"/>
                  <a:pt x="1052720" y="635612"/>
                  <a:pt x="1015351" y="617607"/>
                </a:cubicBezTo>
                <a:cubicBezTo>
                  <a:pt x="1003121" y="611662"/>
                  <a:pt x="1001932" y="611832"/>
                  <a:pt x="995308" y="623383"/>
                </a:cubicBezTo>
                <a:cubicBezTo>
                  <a:pt x="981549" y="647503"/>
                  <a:pt x="967621" y="671453"/>
                  <a:pt x="953862" y="695573"/>
                </a:cubicBezTo>
                <a:cubicBezTo>
                  <a:pt x="918022" y="757911"/>
                  <a:pt x="882182" y="820079"/>
                  <a:pt x="846341" y="882418"/>
                </a:cubicBezTo>
                <a:cubicBezTo>
                  <a:pt x="841416" y="891080"/>
                  <a:pt x="840906" y="891080"/>
                  <a:pt x="833093" y="885305"/>
                </a:cubicBezTo>
                <a:cubicBezTo>
                  <a:pt x="814748" y="871547"/>
                  <a:pt x="796063" y="858128"/>
                  <a:pt x="778228" y="844029"/>
                </a:cubicBezTo>
                <a:cubicBezTo>
                  <a:pt x="762261" y="831460"/>
                  <a:pt x="744766" y="827043"/>
                  <a:pt x="725062" y="830441"/>
                </a:cubicBezTo>
                <a:cubicBezTo>
                  <a:pt x="721665" y="830950"/>
                  <a:pt x="718268" y="831630"/>
                  <a:pt x="715041" y="830271"/>
                </a:cubicBezTo>
                <a:cubicBezTo>
                  <a:pt x="709435" y="827893"/>
                  <a:pt x="704000" y="828912"/>
                  <a:pt x="698564" y="831120"/>
                </a:cubicBezTo>
                <a:cubicBezTo>
                  <a:pt x="692789" y="833328"/>
                  <a:pt x="687014" y="835536"/>
                  <a:pt x="680559" y="834687"/>
                </a:cubicBezTo>
                <a:cubicBezTo>
                  <a:pt x="658308" y="831969"/>
                  <a:pt x="636736" y="826194"/>
                  <a:pt x="614654" y="823137"/>
                </a:cubicBezTo>
                <a:cubicBezTo>
                  <a:pt x="611427" y="822627"/>
                  <a:pt x="608879" y="820929"/>
                  <a:pt x="606671" y="818551"/>
                </a:cubicBezTo>
                <a:cubicBezTo>
                  <a:pt x="600895" y="812096"/>
                  <a:pt x="593422" y="809208"/>
                  <a:pt x="584929" y="808189"/>
                </a:cubicBezTo>
                <a:cubicBezTo>
                  <a:pt x="573208" y="806830"/>
                  <a:pt x="563017" y="800715"/>
                  <a:pt x="552146" y="796639"/>
                </a:cubicBezTo>
                <a:cubicBezTo>
                  <a:pt x="549258" y="795620"/>
                  <a:pt x="546710" y="793411"/>
                  <a:pt x="545351" y="790524"/>
                </a:cubicBezTo>
                <a:cubicBezTo>
                  <a:pt x="535500" y="770990"/>
                  <a:pt x="516306" y="772349"/>
                  <a:pt x="499490" y="772689"/>
                </a:cubicBezTo>
                <a:cubicBezTo>
                  <a:pt x="489977" y="772858"/>
                  <a:pt x="482164" y="772519"/>
                  <a:pt x="475709" y="765555"/>
                </a:cubicBezTo>
                <a:cubicBezTo>
                  <a:pt x="468405" y="757571"/>
                  <a:pt x="459912" y="752815"/>
                  <a:pt x="449381" y="751796"/>
                </a:cubicBezTo>
                <a:cubicBezTo>
                  <a:pt x="443606" y="751286"/>
                  <a:pt x="439869" y="748399"/>
                  <a:pt x="440209" y="741944"/>
                </a:cubicBezTo>
                <a:cubicBezTo>
                  <a:pt x="440548" y="733961"/>
                  <a:pt x="435623" y="730394"/>
                  <a:pt x="428319" y="728865"/>
                </a:cubicBezTo>
                <a:cubicBezTo>
                  <a:pt x="424921" y="728186"/>
                  <a:pt x="421524" y="728016"/>
                  <a:pt x="418127" y="727846"/>
                </a:cubicBezTo>
                <a:cubicBezTo>
                  <a:pt x="407426" y="727336"/>
                  <a:pt x="402840" y="720542"/>
                  <a:pt x="406916" y="710520"/>
                </a:cubicBezTo>
                <a:cubicBezTo>
                  <a:pt x="409464" y="704405"/>
                  <a:pt x="411333" y="698290"/>
                  <a:pt x="413541" y="692175"/>
                </a:cubicBezTo>
                <a:cubicBezTo>
                  <a:pt x="417278" y="682663"/>
                  <a:pt x="417108" y="672132"/>
                  <a:pt x="421354" y="662620"/>
                </a:cubicBezTo>
                <a:cubicBezTo>
                  <a:pt x="428319" y="646993"/>
                  <a:pt x="427469" y="632045"/>
                  <a:pt x="419656" y="616928"/>
                </a:cubicBezTo>
                <a:cubicBezTo>
                  <a:pt x="413031" y="604189"/>
                  <a:pt x="406747" y="591109"/>
                  <a:pt x="403349" y="577011"/>
                </a:cubicBezTo>
                <a:cubicBezTo>
                  <a:pt x="399782" y="562403"/>
                  <a:pt x="394177" y="548475"/>
                  <a:pt x="389081" y="534376"/>
                </a:cubicBezTo>
                <a:cubicBezTo>
                  <a:pt x="381098" y="512295"/>
                  <a:pt x="370567" y="491062"/>
                  <a:pt x="367849" y="467452"/>
                </a:cubicBezTo>
                <a:cubicBezTo>
                  <a:pt x="366490" y="455392"/>
                  <a:pt x="364791" y="443162"/>
                  <a:pt x="373794" y="432631"/>
                </a:cubicBezTo>
                <a:cubicBezTo>
                  <a:pt x="375323" y="430932"/>
                  <a:pt x="375832" y="428554"/>
                  <a:pt x="376681" y="426516"/>
                </a:cubicBezTo>
                <a:cubicBezTo>
                  <a:pt x="379739" y="418872"/>
                  <a:pt x="379060" y="412588"/>
                  <a:pt x="372265" y="406812"/>
                </a:cubicBezTo>
                <a:cubicBezTo>
                  <a:pt x="364452" y="400188"/>
                  <a:pt x="357487" y="392884"/>
                  <a:pt x="350693" y="385240"/>
                </a:cubicBezTo>
                <a:cubicBezTo>
                  <a:pt x="345258" y="379125"/>
                  <a:pt x="345597" y="375558"/>
                  <a:pt x="351542" y="370123"/>
                </a:cubicBezTo>
                <a:cubicBezTo>
                  <a:pt x="357657" y="364517"/>
                  <a:pt x="362753" y="363838"/>
                  <a:pt x="370736" y="368764"/>
                </a:cubicBezTo>
                <a:cubicBezTo>
                  <a:pt x="380249" y="374539"/>
                  <a:pt x="389931" y="379635"/>
                  <a:pt x="400292" y="383542"/>
                </a:cubicBezTo>
                <a:cubicBezTo>
                  <a:pt x="414900" y="388977"/>
                  <a:pt x="424752" y="384901"/>
                  <a:pt x="430697" y="370972"/>
                </a:cubicBezTo>
                <a:cubicBezTo>
                  <a:pt x="433584" y="364178"/>
                  <a:pt x="438001" y="360101"/>
                  <a:pt x="444795" y="357383"/>
                </a:cubicBezTo>
                <a:cubicBezTo>
                  <a:pt x="454647" y="353646"/>
                  <a:pt x="459403" y="342945"/>
                  <a:pt x="468915" y="338529"/>
                </a:cubicBezTo>
                <a:cubicBezTo>
                  <a:pt x="469934" y="338019"/>
                  <a:pt x="470104" y="335981"/>
                  <a:pt x="470444" y="334622"/>
                </a:cubicBezTo>
                <a:cubicBezTo>
                  <a:pt x="474011" y="323921"/>
                  <a:pt x="475200" y="322902"/>
                  <a:pt x="485901" y="322732"/>
                </a:cubicBezTo>
                <a:cubicBezTo>
                  <a:pt x="500509" y="322392"/>
                  <a:pt x="505435" y="317466"/>
                  <a:pt x="506114" y="302689"/>
                </a:cubicBezTo>
                <a:cubicBezTo>
                  <a:pt x="506624" y="289949"/>
                  <a:pt x="505265" y="277210"/>
                  <a:pt x="503566" y="264640"/>
                </a:cubicBezTo>
                <a:cubicBezTo>
                  <a:pt x="501868" y="252580"/>
                  <a:pt x="503906" y="241539"/>
                  <a:pt x="510700" y="231518"/>
                </a:cubicBezTo>
                <a:cubicBezTo>
                  <a:pt x="512908" y="228121"/>
                  <a:pt x="514267" y="224554"/>
                  <a:pt x="514607" y="220477"/>
                </a:cubicBezTo>
                <a:cubicBezTo>
                  <a:pt x="515626" y="209776"/>
                  <a:pt x="516475" y="199075"/>
                  <a:pt x="518344" y="188543"/>
                </a:cubicBezTo>
                <a:cubicBezTo>
                  <a:pt x="521231" y="172237"/>
                  <a:pt x="522081" y="155251"/>
                  <a:pt x="532782" y="141153"/>
                </a:cubicBezTo>
                <a:cubicBezTo>
                  <a:pt x="534820" y="138435"/>
                  <a:pt x="535500" y="134698"/>
                  <a:pt x="534480" y="131301"/>
                </a:cubicBezTo>
                <a:cubicBezTo>
                  <a:pt x="531933" y="123487"/>
                  <a:pt x="531593" y="114655"/>
                  <a:pt x="527686" y="107860"/>
                </a:cubicBezTo>
                <a:cubicBezTo>
                  <a:pt x="518853" y="92233"/>
                  <a:pt x="514607" y="73379"/>
                  <a:pt x="498980" y="61829"/>
                </a:cubicBezTo>
                <a:cubicBezTo>
                  <a:pt x="498131" y="61149"/>
                  <a:pt x="497451" y="60130"/>
                  <a:pt x="496772" y="59281"/>
                </a:cubicBezTo>
                <a:cubicBezTo>
                  <a:pt x="490147" y="50108"/>
                  <a:pt x="481145" y="43484"/>
                  <a:pt x="471293" y="38728"/>
                </a:cubicBezTo>
                <a:cubicBezTo>
                  <a:pt x="461101" y="33802"/>
                  <a:pt x="452439" y="27008"/>
                  <a:pt x="445644" y="18345"/>
                </a:cubicBezTo>
                <a:cubicBezTo>
                  <a:pt x="439699" y="10871"/>
                  <a:pt x="432056" y="7983"/>
                  <a:pt x="423223" y="5945"/>
                </a:cubicBezTo>
                <a:cubicBezTo>
                  <a:pt x="409634" y="3397"/>
                  <a:pt x="395706" y="1868"/>
                  <a:pt x="381777" y="0"/>
                </a:cubicBezTo>
                <a:cubicBezTo>
                  <a:pt x="378890" y="0"/>
                  <a:pt x="376172" y="0"/>
                  <a:pt x="373284" y="0"/>
                </a:cubicBezTo>
                <a:cubicBezTo>
                  <a:pt x="363772" y="3227"/>
                  <a:pt x="354430" y="6964"/>
                  <a:pt x="344918" y="9852"/>
                </a:cubicBezTo>
                <a:cubicBezTo>
                  <a:pt x="327932" y="14778"/>
                  <a:pt x="313154" y="23780"/>
                  <a:pt x="300075" y="35161"/>
                </a:cubicBezTo>
                <a:cubicBezTo>
                  <a:pt x="288695" y="45013"/>
                  <a:pt x="280202" y="57412"/>
                  <a:pt x="273407" y="71001"/>
                </a:cubicBezTo>
                <a:cubicBezTo>
                  <a:pt x="263216" y="91214"/>
                  <a:pt x="253194" y="111088"/>
                  <a:pt x="251156" y="134358"/>
                </a:cubicBezTo>
                <a:cubicBezTo>
                  <a:pt x="249797" y="150835"/>
                  <a:pt x="246909" y="167311"/>
                  <a:pt x="243172" y="183618"/>
                </a:cubicBezTo>
                <a:cubicBezTo>
                  <a:pt x="239435" y="200603"/>
                  <a:pt x="234510" y="217929"/>
                  <a:pt x="237907" y="235594"/>
                </a:cubicBezTo>
                <a:cubicBezTo>
                  <a:pt x="240794" y="250202"/>
                  <a:pt x="234510" y="261583"/>
                  <a:pt x="227375" y="272794"/>
                </a:cubicBezTo>
                <a:cubicBezTo>
                  <a:pt x="224488" y="277380"/>
                  <a:pt x="221091" y="279758"/>
                  <a:pt x="214636" y="276530"/>
                </a:cubicBezTo>
                <a:cubicBezTo>
                  <a:pt x="205124" y="271605"/>
                  <a:pt x="196801" y="275681"/>
                  <a:pt x="194423" y="286382"/>
                </a:cubicBezTo>
                <a:cubicBezTo>
                  <a:pt x="190007" y="305237"/>
                  <a:pt x="181514" y="321713"/>
                  <a:pt x="167925" y="335641"/>
                </a:cubicBezTo>
                <a:cubicBezTo>
                  <a:pt x="162659" y="341077"/>
                  <a:pt x="157903" y="347192"/>
                  <a:pt x="153317" y="353307"/>
                </a:cubicBezTo>
                <a:cubicBezTo>
                  <a:pt x="140747" y="370123"/>
                  <a:pt x="126309" y="385240"/>
                  <a:pt x="115948" y="403585"/>
                </a:cubicBezTo>
                <a:cubicBezTo>
                  <a:pt x="99811" y="431612"/>
                  <a:pt x="81976" y="458449"/>
                  <a:pt x="59045" y="481550"/>
                </a:cubicBezTo>
                <a:cubicBezTo>
                  <a:pt x="55138" y="485627"/>
                  <a:pt x="51062" y="489703"/>
                  <a:pt x="49193" y="495139"/>
                </a:cubicBezTo>
                <a:cubicBezTo>
                  <a:pt x="39681" y="521807"/>
                  <a:pt x="33057" y="549494"/>
                  <a:pt x="29320" y="577181"/>
                </a:cubicBezTo>
                <a:cubicBezTo>
                  <a:pt x="25753" y="604698"/>
                  <a:pt x="23035" y="632895"/>
                  <a:pt x="29320" y="660752"/>
                </a:cubicBezTo>
                <a:cubicBezTo>
                  <a:pt x="30169" y="664658"/>
                  <a:pt x="29320" y="667546"/>
                  <a:pt x="25753" y="670264"/>
                </a:cubicBezTo>
                <a:cubicBezTo>
                  <a:pt x="3841" y="686230"/>
                  <a:pt x="-2104" y="709331"/>
                  <a:pt x="614" y="734131"/>
                </a:cubicBezTo>
                <a:cubicBezTo>
                  <a:pt x="3501" y="762497"/>
                  <a:pt x="10126" y="790354"/>
                  <a:pt x="17600" y="818041"/>
                </a:cubicBezTo>
                <a:cubicBezTo>
                  <a:pt x="23375" y="838934"/>
                  <a:pt x="30509" y="859656"/>
                  <a:pt x="34416" y="881059"/>
                </a:cubicBezTo>
                <a:cubicBezTo>
                  <a:pt x="38492" y="903480"/>
                  <a:pt x="44098" y="925052"/>
                  <a:pt x="53949" y="945435"/>
                </a:cubicBezTo>
                <a:cubicBezTo>
                  <a:pt x="59725" y="957325"/>
                  <a:pt x="61763" y="969555"/>
                  <a:pt x="61763" y="982295"/>
                </a:cubicBezTo>
                <a:cubicBezTo>
                  <a:pt x="61763" y="992996"/>
                  <a:pt x="60574" y="1003697"/>
                  <a:pt x="59894" y="1014398"/>
                </a:cubicBezTo>
                <a:cubicBezTo>
                  <a:pt x="57856" y="1042934"/>
                  <a:pt x="53440" y="1071131"/>
                  <a:pt x="54289" y="1099837"/>
                </a:cubicBezTo>
                <a:cubicBezTo>
                  <a:pt x="55138" y="1126335"/>
                  <a:pt x="63801" y="1149436"/>
                  <a:pt x="79768" y="1170498"/>
                </a:cubicBezTo>
                <a:cubicBezTo>
                  <a:pt x="85204" y="1177632"/>
                  <a:pt x="92847" y="1181709"/>
                  <a:pt x="97943" y="1188673"/>
                </a:cubicBezTo>
                <a:cubicBezTo>
                  <a:pt x="102189" y="1194449"/>
                  <a:pt x="108814" y="1197676"/>
                  <a:pt x="115269" y="1200903"/>
                </a:cubicBezTo>
                <a:cubicBezTo>
                  <a:pt x="123252" y="1205150"/>
                  <a:pt x="131575" y="1208377"/>
                  <a:pt x="140408" y="1210755"/>
                </a:cubicBezTo>
                <a:cubicBezTo>
                  <a:pt x="158922" y="1215851"/>
                  <a:pt x="177267" y="1221966"/>
                  <a:pt x="196801" y="1222985"/>
                </a:cubicBezTo>
                <a:cubicBezTo>
                  <a:pt x="211239" y="1223834"/>
                  <a:pt x="225677" y="1224514"/>
                  <a:pt x="239945" y="1225872"/>
                </a:cubicBezTo>
                <a:cubicBezTo>
                  <a:pt x="255402" y="1227401"/>
                  <a:pt x="255232" y="1227741"/>
                  <a:pt x="259649" y="1242349"/>
                </a:cubicBezTo>
                <a:cubicBezTo>
                  <a:pt x="261517" y="1248294"/>
                  <a:pt x="262536" y="1255428"/>
                  <a:pt x="270690" y="1256787"/>
                </a:cubicBezTo>
                <a:cubicBezTo>
                  <a:pt x="282410" y="1258655"/>
                  <a:pt x="293790" y="1257126"/>
                  <a:pt x="304661" y="1252031"/>
                </a:cubicBezTo>
                <a:cubicBezTo>
                  <a:pt x="310946" y="1249143"/>
                  <a:pt x="313834" y="1244387"/>
                  <a:pt x="314004" y="1237253"/>
                </a:cubicBezTo>
                <a:cubicBezTo>
                  <a:pt x="314004" y="1223834"/>
                  <a:pt x="314683" y="1223494"/>
                  <a:pt x="327762" y="1223494"/>
                </a:cubicBezTo>
                <a:cubicBezTo>
                  <a:pt x="331159" y="1223494"/>
                  <a:pt x="334556" y="1223834"/>
                  <a:pt x="337954" y="1224174"/>
                </a:cubicBezTo>
                <a:cubicBezTo>
                  <a:pt x="341351" y="1224514"/>
                  <a:pt x="344578" y="1226212"/>
                  <a:pt x="344578" y="1229779"/>
                </a:cubicBezTo>
                <a:cubicBezTo>
                  <a:pt x="344408" y="1240141"/>
                  <a:pt x="351203" y="1241160"/>
                  <a:pt x="359016" y="1241500"/>
                </a:cubicBezTo>
                <a:cubicBezTo>
                  <a:pt x="365980" y="1241839"/>
                  <a:pt x="367509" y="1245576"/>
                  <a:pt x="365811" y="1251861"/>
                </a:cubicBezTo>
                <a:cubicBezTo>
                  <a:pt x="364112" y="1258485"/>
                  <a:pt x="358846" y="1260184"/>
                  <a:pt x="353241" y="1261543"/>
                </a:cubicBezTo>
                <a:cubicBezTo>
                  <a:pt x="350693" y="1262222"/>
                  <a:pt x="346447" y="1261883"/>
                  <a:pt x="347636" y="1266639"/>
                </a:cubicBezTo>
                <a:cubicBezTo>
                  <a:pt x="350014" y="1277340"/>
                  <a:pt x="348655" y="1288041"/>
                  <a:pt x="348315" y="1298742"/>
                </a:cubicBezTo>
                <a:cubicBezTo>
                  <a:pt x="348145" y="1304347"/>
                  <a:pt x="346447" y="1310462"/>
                  <a:pt x="348994" y="1315558"/>
                </a:cubicBezTo>
                <a:cubicBezTo>
                  <a:pt x="352222" y="1322013"/>
                  <a:pt x="350014" y="1328807"/>
                  <a:pt x="349504" y="1334582"/>
                </a:cubicBezTo>
                <a:cubicBezTo>
                  <a:pt x="348485" y="1345623"/>
                  <a:pt x="347975" y="1356324"/>
                  <a:pt x="348994" y="1367365"/>
                </a:cubicBezTo>
                <a:cubicBezTo>
                  <a:pt x="349504" y="1372801"/>
                  <a:pt x="349504" y="1378236"/>
                  <a:pt x="349164" y="1383502"/>
                </a:cubicBezTo>
                <a:cubicBezTo>
                  <a:pt x="348825" y="1392504"/>
                  <a:pt x="346616" y="1401846"/>
                  <a:pt x="347975" y="1410679"/>
                </a:cubicBezTo>
                <a:cubicBezTo>
                  <a:pt x="349844" y="1421720"/>
                  <a:pt x="349674" y="1433100"/>
                  <a:pt x="349164" y="1443802"/>
                </a:cubicBezTo>
                <a:cubicBezTo>
                  <a:pt x="348145" y="1461637"/>
                  <a:pt x="348485" y="1479472"/>
                  <a:pt x="346616" y="1497137"/>
                </a:cubicBezTo>
                <a:cubicBezTo>
                  <a:pt x="345767" y="1505291"/>
                  <a:pt x="343559" y="1506989"/>
                  <a:pt x="336255" y="1503932"/>
                </a:cubicBezTo>
                <a:cubicBezTo>
                  <a:pt x="321647" y="1497987"/>
                  <a:pt x="306700" y="1493061"/>
                  <a:pt x="292431" y="1486096"/>
                </a:cubicBezTo>
                <a:cubicBezTo>
                  <a:pt x="267802" y="1474206"/>
                  <a:pt x="242323" y="1463845"/>
                  <a:pt x="216335" y="1454842"/>
                </a:cubicBezTo>
                <a:cubicBezTo>
                  <a:pt x="203425" y="1450426"/>
                  <a:pt x="194593" y="1454333"/>
                  <a:pt x="193743" y="1467922"/>
                </a:cubicBezTo>
                <a:cubicBezTo>
                  <a:pt x="192384" y="1489833"/>
                  <a:pt x="184911" y="1513104"/>
                  <a:pt x="201387" y="1533147"/>
                </a:cubicBezTo>
                <a:cubicBezTo>
                  <a:pt x="202406" y="1534336"/>
                  <a:pt x="202916" y="1536205"/>
                  <a:pt x="203086" y="1537903"/>
                </a:cubicBezTo>
                <a:cubicBezTo>
                  <a:pt x="203255" y="1541301"/>
                  <a:pt x="204614" y="1543509"/>
                  <a:pt x="208012" y="1545037"/>
                </a:cubicBezTo>
                <a:cubicBezTo>
                  <a:pt x="212598" y="1547076"/>
                  <a:pt x="212937" y="1551662"/>
                  <a:pt x="212598" y="1556078"/>
                </a:cubicBezTo>
                <a:cubicBezTo>
                  <a:pt x="212258" y="1560665"/>
                  <a:pt x="208181" y="1560834"/>
                  <a:pt x="205124" y="1561854"/>
                </a:cubicBezTo>
                <a:cubicBezTo>
                  <a:pt x="183212" y="1568478"/>
                  <a:pt x="160791" y="1572894"/>
                  <a:pt x="138369" y="1577650"/>
                </a:cubicBezTo>
                <a:cubicBezTo>
                  <a:pt x="116797" y="1582237"/>
                  <a:pt x="95225" y="1586653"/>
                  <a:pt x="73653" y="1591579"/>
                </a:cubicBezTo>
                <a:cubicBezTo>
                  <a:pt x="64651" y="1593617"/>
                  <a:pt x="55818" y="1597524"/>
                  <a:pt x="54119" y="1608055"/>
                </a:cubicBezTo>
                <a:cubicBezTo>
                  <a:pt x="49873" y="1634893"/>
                  <a:pt x="44098" y="1662070"/>
                  <a:pt x="66009" y="1685001"/>
                </a:cubicBezTo>
                <a:cubicBezTo>
                  <a:pt x="66009" y="1695363"/>
                  <a:pt x="74502" y="1696722"/>
                  <a:pt x="81467" y="1699949"/>
                </a:cubicBezTo>
                <a:cubicBezTo>
                  <a:pt x="91658" y="1704535"/>
                  <a:pt x="107625" y="1703006"/>
                  <a:pt x="115608" y="1695193"/>
                </a:cubicBezTo>
                <a:cubicBezTo>
                  <a:pt x="127838" y="1683303"/>
                  <a:pt x="134802" y="1668695"/>
                  <a:pt x="134123" y="1651199"/>
                </a:cubicBezTo>
                <a:cubicBezTo>
                  <a:pt x="133953" y="1647463"/>
                  <a:pt x="133274" y="1644065"/>
                  <a:pt x="131235" y="1640668"/>
                </a:cubicBezTo>
                <a:cubicBezTo>
                  <a:pt x="125290" y="1631156"/>
                  <a:pt x="126819" y="1627759"/>
                  <a:pt x="137860" y="1626400"/>
                </a:cubicBezTo>
                <a:cubicBezTo>
                  <a:pt x="171832" y="1621984"/>
                  <a:pt x="205634" y="1616548"/>
                  <a:pt x="239775" y="1615529"/>
                </a:cubicBezTo>
                <a:cubicBezTo>
                  <a:pt x="241813" y="1615529"/>
                  <a:pt x="244531" y="1615699"/>
                  <a:pt x="245550" y="1614680"/>
                </a:cubicBezTo>
                <a:cubicBezTo>
                  <a:pt x="250986" y="1608055"/>
                  <a:pt x="258969" y="1609754"/>
                  <a:pt x="265933" y="1608395"/>
                </a:cubicBezTo>
                <a:cubicBezTo>
                  <a:pt x="282580" y="1605337"/>
                  <a:pt x="299396" y="1602790"/>
                  <a:pt x="316042" y="1599902"/>
                </a:cubicBezTo>
                <a:cubicBezTo>
                  <a:pt x="327083" y="1598033"/>
                  <a:pt x="338124" y="1597694"/>
                  <a:pt x="348994" y="1599053"/>
                </a:cubicBezTo>
                <a:cubicBezTo>
                  <a:pt x="356468" y="1600072"/>
                  <a:pt x="363432" y="1602790"/>
                  <a:pt x="364112" y="1612132"/>
                </a:cubicBezTo>
                <a:cubicBezTo>
                  <a:pt x="365471" y="1630816"/>
                  <a:pt x="368698" y="1649161"/>
                  <a:pt x="368528" y="1668015"/>
                </a:cubicBezTo>
                <a:cubicBezTo>
                  <a:pt x="368358" y="1680585"/>
                  <a:pt x="366150" y="1682453"/>
                  <a:pt x="353750" y="1679906"/>
                </a:cubicBezTo>
                <a:cubicBezTo>
                  <a:pt x="348655" y="1678886"/>
                  <a:pt x="346107" y="1680075"/>
                  <a:pt x="345427" y="1685171"/>
                </a:cubicBezTo>
                <a:cubicBezTo>
                  <a:pt x="345088" y="1688229"/>
                  <a:pt x="344578" y="1691286"/>
                  <a:pt x="344578" y="1694513"/>
                </a:cubicBezTo>
                <a:cubicBezTo>
                  <a:pt x="344748" y="1726107"/>
                  <a:pt x="348825" y="1756852"/>
                  <a:pt x="361394" y="1786067"/>
                </a:cubicBezTo>
                <a:cubicBezTo>
                  <a:pt x="363772" y="1791503"/>
                  <a:pt x="367000" y="1796259"/>
                  <a:pt x="372435" y="1798297"/>
                </a:cubicBezTo>
                <a:cubicBezTo>
                  <a:pt x="387722" y="1804072"/>
                  <a:pt x="403349" y="1808829"/>
                  <a:pt x="419995" y="1808998"/>
                </a:cubicBezTo>
                <a:cubicBezTo>
                  <a:pt x="425771" y="1809168"/>
                  <a:pt x="431376" y="1807639"/>
                  <a:pt x="435453" y="1803223"/>
                </a:cubicBezTo>
                <a:cubicBezTo>
                  <a:pt x="448532" y="1789295"/>
                  <a:pt x="456006" y="1772988"/>
                  <a:pt x="456006" y="1753624"/>
                </a:cubicBezTo>
                <a:cubicBezTo>
                  <a:pt x="456006" y="1743263"/>
                  <a:pt x="450570" y="1736639"/>
                  <a:pt x="441568" y="1732562"/>
                </a:cubicBezTo>
                <a:cubicBezTo>
                  <a:pt x="438510" y="1731203"/>
                  <a:pt x="435283" y="1729844"/>
                  <a:pt x="432056" y="1729165"/>
                </a:cubicBezTo>
                <a:cubicBezTo>
                  <a:pt x="422374" y="1727126"/>
                  <a:pt x="418297" y="1721181"/>
                  <a:pt x="417108" y="1711499"/>
                </a:cubicBezTo>
                <a:cubicBezTo>
                  <a:pt x="413371" y="1679736"/>
                  <a:pt x="412692" y="1647632"/>
                  <a:pt x="410653" y="1615869"/>
                </a:cubicBezTo>
                <a:cubicBezTo>
                  <a:pt x="409804" y="1603299"/>
                  <a:pt x="413201" y="1599562"/>
                  <a:pt x="425771" y="1597694"/>
                </a:cubicBezTo>
                <a:cubicBezTo>
                  <a:pt x="442417" y="1595316"/>
                  <a:pt x="459063" y="1597524"/>
                  <a:pt x="475709" y="1599053"/>
                </a:cubicBezTo>
                <a:cubicBezTo>
                  <a:pt x="502377" y="1601770"/>
                  <a:pt x="529045" y="1605847"/>
                  <a:pt x="555713" y="1608395"/>
                </a:cubicBezTo>
                <a:cubicBezTo>
                  <a:pt x="591553" y="1611792"/>
                  <a:pt x="627223" y="1614850"/>
                  <a:pt x="662894" y="1618926"/>
                </a:cubicBezTo>
                <a:cubicBezTo>
                  <a:pt x="670537" y="1619775"/>
                  <a:pt x="674105" y="1623173"/>
                  <a:pt x="671726" y="1630477"/>
                </a:cubicBezTo>
                <a:cubicBezTo>
                  <a:pt x="665951" y="1647802"/>
                  <a:pt x="672916" y="1663259"/>
                  <a:pt x="680389" y="1677188"/>
                </a:cubicBezTo>
                <a:cubicBezTo>
                  <a:pt x="686844" y="1689418"/>
                  <a:pt x="691770" y="1701478"/>
                  <a:pt x="694488" y="1714896"/>
                </a:cubicBezTo>
                <a:cubicBezTo>
                  <a:pt x="698904" y="1736299"/>
                  <a:pt x="712493" y="1748019"/>
                  <a:pt x="733725" y="1752945"/>
                </a:cubicBezTo>
                <a:cubicBezTo>
                  <a:pt x="755637" y="1758041"/>
                  <a:pt x="777888" y="1758890"/>
                  <a:pt x="800140" y="1760758"/>
                </a:cubicBezTo>
                <a:cubicBezTo>
                  <a:pt x="802858" y="1760928"/>
                  <a:pt x="805915" y="1761438"/>
                  <a:pt x="808463" y="1759739"/>
                </a:cubicBezTo>
                <a:cubicBezTo>
                  <a:pt x="813729" y="1755832"/>
                  <a:pt x="819504" y="1756512"/>
                  <a:pt x="825449" y="1757022"/>
                </a:cubicBezTo>
                <a:cubicBezTo>
                  <a:pt x="842605" y="1758041"/>
                  <a:pt x="858911" y="1762117"/>
                  <a:pt x="875217" y="1766873"/>
                </a:cubicBezTo>
                <a:cubicBezTo>
                  <a:pt x="906981" y="1776386"/>
                  <a:pt x="939084" y="1781651"/>
                  <a:pt x="972207" y="1778594"/>
                </a:cubicBezTo>
                <a:cubicBezTo>
                  <a:pt x="999724" y="1776046"/>
                  <a:pt x="1027411" y="1773498"/>
                  <a:pt x="1054589" y="1768572"/>
                </a:cubicBezTo>
                <a:cubicBezTo>
                  <a:pt x="1070725" y="1765684"/>
                  <a:pt x="1085673" y="1761608"/>
                  <a:pt x="1096204" y="1747339"/>
                </a:cubicBezTo>
                <a:cubicBezTo>
                  <a:pt x="1101979" y="1739526"/>
                  <a:pt x="1104527" y="1727806"/>
                  <a:pt x="1099771" y="1719483"/>
                </a:cubicBezTo>
                <a:cubicBezTo>
                  <a:pt x="1087371" y="1697401"/>
                  <a:pt x="1068857" y="1685171"/>
                  <a:pt x="1043038" y="1684662"/>
                </a:cubicBezTo>
                <a:cubicBezTo>
                  <a:pt x="1036074" y="1684492"/>
                  <a:pt x="1028430" y="1685851"/>
                  <a:pt x="1022145" y="1682623"/>
                </a:cubicBezTo>
                <a:cubicBezTo>
                  <a:pt x="1015011" y="1678886"/>
                  <a:pt x="1008387" y="1677867"/>
                  <a:pt x="1001253" y="1681434"/>
                </a:cubicBezTo>
                <a:cubicBezTo>
                  <a:pt x="999215" y="1682453"/>
                  <a:pt x="995987" y="1683473"/>
                  <a:pt x="995308" y="1680755"/>
                </a:cubicBezTo>
                <a:cubicBezTo>
                  <a:pt x="993609" y="1672432"/>
                  <a:pt x="986305" y="1673111"/>
                  <a:pt x="980870" y="1671243"/>
                </a:cubicBezTo>
                <a:cubicBezTo>
                  <a:pt x="969319" y="1667336"/>
                  <a:pt x="957769" y="1663939"/>
                  <a:pt x="948257" y="1655616"/>
                </a:cubicBezTo>
                <a:cubicBezTo>
                  <a:pt x="947068" y="1654597"/>
                  <a:pt x="945029" y="1653917"/>
                  <a:pt x="945539" y="1651879"/>
                </a:cubicBezTo>
                <a:cubicBezTo>
                  <a:pt x="946049" y="1649501"/>
                  <a:pt x="948427" y="1649331"/>
                  <a:pt x="950295" y="1649331"/>
                </a:cubicBezTo>
                <a:cubicBezTo>
                  <a:pt x="955051" y="1649161"/>
                  <a:pt x="959977" y="1648991"/>
                  <a:pt x="964733" y="1648991"/>
                </a:cubicBezTo>
                <a:cubicBezTo>
                  <a:pt x="989023" y="1648991"/>
                  <a:pt x="1013483" y="1649840"/>
                  <a:pt x="1037773" y="1646783"/>
                </a:cubicBezTo>
                <a:cubicBezTo>
                  <a:pt x="1055947" y="1644575"/>
                  <a:pt x="1075821" y="1645084"/>
                  <a:pt x="1088560" y="1626740"/>
                </a:cubicBezTo>
                <a:cubicBezTo>
                  <a:pt x="1093147" y="1619945"/>
                  <a:pt x="1097053" y="1614510"/>
                  <a:pt x="1092467" y="1607206"/>
                </a:cubicBezTo>
                <a:cubicBezTo>
                  <a:pt x="1087202" y="1598883"/>
                  <a:pt x="1084144" y="1588182"/>
                  <a:pt x="1071235" y="1587842"/>
                </a:cubicBezTo>
                <a:cubicBezTo>
                  <a:pt x="1066819" y="1587842"/>
                  <a:pt x="1061383" y="1589880"/>
                  <a:pt x="1058326" y="1584105"/>
                </a:cubicBezTo>
                <a:cubicBezTo>
                  <a:pt x="1057646" y="1582916"/>
                  <a:pt x="1056627" y="1583426"/>
                  <a:pt x="1055947" y="1584615"/>
                </a:cubicBezTo>
                <a:cubicBezTo>
                  <a:pt x="1053230" y="1589880"/>
                  <a:pt x="1048474" y="1588012"/>
                  <a:pt x="1044737" y="1587332"/>
                </a:cubicBezTo>
                <a:cubicBezTo>
                  <a:pt x="1039471" y="1586483"/>
                  <a:pt x="1034715" y="1583595"/>
                  <a:pt x="1029959" y="1581387"/>
                </a:cubicBezTo>
                <a:cubicBezTo>
                  <a:pt x="1021296" y="1577650"/>
                  <a:pt x="1014332" y="1569667"/>
                  <a:pt x="1003461" y="1570347"/>
                </a:cubicBezTo>
                <a:cubicBezTo>
                  <a:pt x="998195" y="1570686"/>
                  <a:pt x="994968" y="1566610"/>
                  <a:pt x="994968" y="1561514"/>
                </a:cubicBezTo>
                <a:cubicBezTo>
                  <a:pt x="994459" y="1537394"/>
                  <a:pt x="994119" y="1513444"/>
                  <a:pt x="995987" y="1489324"/>
                </a:cubicBezTo>
                <a:cubicBezTo>
                  <a:pt x="996327" y="1485757"/>
                  <a:pt x="998026" y="1483209"/>
                  <a:pt x="1001253" y="1482360"/>
                </a:cubicBezTo>
                <a:cubicBezTo>
                  <a:pt x="1008727" y="1480321"/>
                  <a:pt x="1008727" y="1474886"/>
                  <a:pt x="1008047" y="1468941"/>
                </a:cubicBezTo>
                <a:cubicBezTo>
                  <a:pt x="1007538" y="1465034"/>
                  <a:pt x="1006688" y="1461127"/>
                  <a:pt x="1006519" y="1457220"/>
                </a:cubicBezTo>
                <a:cubicBezTo>
                  <a:pt x="1005160" y="1434969"/>
                  <a:pt x="1005329" y="1412378"/>
                  <a:pt x="1002442" y="1390296"/>
                </a:cubicBezTo>
                <a:cubicBezTo>
                  <a:pt x="995648" y="1336451"/>
                  <a:pt x="1001593" y="1282775"/>
                  <a:pt x="1006519" y="1229439"/>
                </a:cubicBezTo>
                <a:cubicBezTo>
                  <a:pt x="1010425" y="1186635"/>
                  <a:pt x="1016370" y="1144170"/>
                  <a:pt x="1015691" y="1100856"/>
                </a:cubicBezTo>
                <a:cubicBezTo>
                  <a:pt x="1015351" y="1081832"/>
                  <a:pt x="1010595" y="1065356"/>
                  <a:pt x="999724" y="1050238"/>
                </a:cubicBezTo>
                <a:cubicBezTo>
                  <a:pt x="995817" y="1044803"/>
                  <a:pt x="993609" y="1039028"/>
                  <a:pt x="992760" y="1032403"/>
                </a:cubicBezTo>
                <a:cubicBezTo>
                  <a:pt x="991231" y="1022381"/>
                  <a:pt x="990042" y="1011850"/>
                  <a:pt x="983248" y="1004037"/>
                </a:cubicBezTo>
                <a:cubicBezTo>
                  <a:pt x="979001" y="999111"/>
                  <a:pt x="979171" y="996053"/>
                  <a:pt x="981719" y="990957"/>
                </a:cubicBezTo>
                <a:cubicBezTo>
                  <a:pt x="1032337" y="889891"/>
                  <a:pt x="1082785" y="788825"/>
                  <a:pt x="1133403" y="687759"/>
                </a:cubicBezTo>
                <a:cubicBezTo>
                  <a:pt x="1134592" y="685381"/>
                  <a:pt x="1135102" y="682324"/>
                  <a:pt x="1137819" y="680795"/>
                </a:cubicBezTo>
                <a:cubicBezTo>
                  <a:pt x="1137819" y="680285"/>
                  <a:pt x="1137819" y="679606"/>
                  <a:pt x="1137819" y="679096"/>
                </a:cubicBezTo>
                <a:cubicBezTo>
                  <a:pt x="1135442" y="675359"/>
                  <a:pt x="1131365" y="673831"/>
                  <a:pt x="1127628" y="671962"/>
                </a:cubicBezTo>
                <a:close/>
                <a:moveTo>
                  <a:pt x="187798" y="1154022"/>
                </a:moveTo>
                <a:cubicBezTo>
                  <a:pt x="172851" y="1168800"/>
                  <a:pt x="159432" y="1169479"/>
                  <a:pt x="143125" y="1155891"/>
                </a:cubicBezTo>
                <a:cubicBezTo>
                  <a:pt x="137690" y="1151304"/>
                  <a:pt x="130896" y="1148926"/>
                  <a:pt x="125630" y="1144000"/>
                </a:cubicBezTo>
                <a:cubicBezTo>
                  <a:pt x="108984" y="1128204"/>
                  <a:pt x="105417" y="1107481"/>
                  <a:pt x="103548" y="1086079"/>
                </a:cubicBezTo>
                <a:cubicBezTo>
                  <a:pt x="103039" y="1080813"/>
                  <a:pt x="103548" y="1075377"/>
                  <a:pt x="103548" y="1069942"/>
                </a:cubicBezTo>
                <a:cubicBezTo>
                  <a:pt x="104228" y="1045652"/>
                  <a:pt x="107455" y="1021532"/>
                  <a:pt x="107795" y="997242"/>
                </a:cubicBezTo>
                <a:cubicBezTo>
                  <a:pt x="107965" y="989938"/>
                  <a:pt x="113740" y="985012"/>
                  <a:pt x="120364" y="987051"/>
                </a:cubicBezTo>
                <a:cubicBezTo>
                  <a:pt x="125120" y="988410"/>
                  <a:pt x="126989" y="993335"/>
                  <a:pt x="128687" y="997072"/>
                </a:cubicBezTo>
                <a:cubicBezTo>
                  <a:pt x="134463" y="1008962"/>
                  <a:pt x="143125" y="1018135"/>
                  <a:pt x="152128" y="1027817"/>
                </a:cubicBezTo>
                <a:cubicBezTo>
                  <a:pt x="161810" y="1038178"/>
                  <a:pt x="168265" y="1051427"/>
                  <a:pt x="176078" y="1063317"/>
                </a:cubicBezTo>
                <a:cubicBezTo>
                  <a:pt x="176588" y="1064167"/>
                  <a:pt x="177097" y="1065695"/>
                  <a:pt x="176758" y="1066545"/>
                </a:cubicBezTo>
                <a:cubicBezTo>
                  <a:pt x="170643" y="1088796"/>
                  <a:pt x="183892" y="1106292"/>
                  <a:pt x="192215" y="1124636"/>
                </a:cubicBezTo>
                <a:cubicBezTo>
                  <a:pt x="199858" y="1141453"/>
                  <a:pt x="201047" y="1140943"/>
                  <a:pt x="187798" y="1154022"/>
                </a:cubicBezTo>
                <a:close/>
                <a:moveTo>
                  <a:pt x="795724" y="1195638"/>
                </a:moveTo>
                <a:cubicBezTo>
                  <a:pt x="790458" y="1223155"/>
                  <a:pt x="786211" y="1250842"/>
                  <a:pt x="783663" y="1278699"/>
                </a:cubicBezTo>
                <a:cubicBezTo>
                  <a:pt x="782135" y="1295854"/>
                  <a:pt x="782305" y="1313180"/>
                  <a:pt x="782305" y="1330506"/>
                </a:cubicBezTo>
                <a:cubicBezTo>
                  <a:pt x="782305" y="1344604"/>
                  <a:pt x="780436" y="1358362"/>
                  <a:pt x="772962" y="1370422"/>
                </a:cubicBezTo>
                <a:cubicBezTo>
                  <a:pt x="755467" y="1398789"/>
                  <a:pt x="753599" y="1430553"/>
                  <a:pt x="750201" y="1462486"/>
                </a:cubicBezTo>
                <a:cubicBezTo>
                  <a:pt x="744936" y="1510896"/>
                  <a:pt x="732706" y="1558117"/>
                  <a:pt x="721495" y="1605337"/>
                </a:cubicBezTo>
                <a:cubicBezTo>
                  <a:pt x="721325" y="1605677"/>
                  <a:pt x="720816" y="1606017"/>
                  <a:pt x="720306" y="1606526"/>
                </a:cubicBezTo>
                <a:cubicBezTo>
                  <a:pt x="717418" y="1600242"/>
                  <a:pt x="720306" y="1592598"/>
                  <a:pt x="715041" y="1586313"/>
                </a:cubicBezTo>
                <a:cubicBezTo>
                  <a:pt x="711473" y="1582237"/>
                  <a:pt x="708076" y="1579179"/>
                  <a:pt x="702981" y="1577820"/>
                </a:cubicBezTo>
                <a:cubicBezTo>
                  <a:pt x="674274" y="1569837"/>
                  <a:pt x="644719" y="1567119"/>
                  <a:pt x="615673" y="1561174"/>
                </a:cubicBezTo>
                <a:cubicBezTo>
                  <a:pt x="607180" y="1559475"/>
                  <a:pt x="598517" y="1557437"/>
                  <a:pt x="590024" y="1555739"/>
                </a:cubicBezTo>
                <a:cubicBezTo>
                  <a:pt x="586967" y="1555229"/>
                  <a:pt x="585778" y="1553700"/>
                  <a:pt x="585778" y="1550643"/>
                </a:cubicBezTo>
                <a:cubicBezTo>
                  <a:pt x="585268" y="1539092"/>
                  <a:pt x="584419" y="1528221"/>
                  <a:pt x="589515" y="1516671"/>
                </a:cubicBezTo>
                <a:cubicBezTo>
                  <a:pt x="594950" y="1504611"/>
                  <a:pt x="593082" y="1491192"/>
                  <a:pt x="585608" y="1479302"/>
                </a:cubicBezTo>
                <a:cubicBezTo>
                  <a:pt x="584079" y="1476924"/>
                  <a:pt x="582041" y="1475225"/>
                  <a:pt x="579493" y="1475395"/>
                </a:cubicBezTo>
                <a:cubicBezTo>
                  <a:pt x="571170" y="1475565"/>
                  <a:pt x="569981" y="1470639"/>
                  <a:pt x="569471" y="1463675"/>
                </a:cubicBezTo>
                <a:cubicBezTo>
                  <a:pt x="568792" y="1453484"/>
                  <a:pt x="564036" y="1446349"/>
                  <a:pt x="553335" y="1443292"/>
                </a:cubicBezTo>
                <a:cubicBezTo>
                  <a:pt x="548749" y="1441933"/>
                  <a:pt x="545182" y="1442443"/>
                  <a:pt x="541275" y="1444481"/>
                </a:cubicBezTo>
                <a:cubicBezTo>
                  <a:pt x="508322" y="1460618"/>
                  <a:pt x="475200" y="1476584"/>
                  <a:pt x="442077" y="1492381"/>
                </a:cubicBezTo>
                <a:cubicBezTo>
                  <a:pt x="426110" y="1500025"/>
                  <a:pt x="424921" y="1499006"/>
                  <a:pt x="424072" y="1481340"/>
                </a:cubicBezTo>
                <a:cubicBezTo>
                  <a:pt x="421015" y="1423928"/>
                  <a:pt x="421864" y="1366346"/>
                  <a:pt x="423053" y="1308933"/>
                </a:cubicBezTo>
                <a:cubicBezTo>
                  <a:pt x="423393" y="1293986"/>
                  <a:pt x="421185" y="1279038"/>
                  <a:pt x="423393" y="1264261"/>
                </a:cubicBezTo>
                <a:cubicBezTo>
                  <a:pt x="423902" y="1261033"/>
                  <a:pt x="421864" y="1259505"/>
                  <a:pt x="419486" y="1258485"/>
                </a:cubicBezTo>
                <a:cubicBezTo>
                  <a:pt x="416259" y="1256957"/>
                  <a:pt x="412692" y="1255768"/>
                  <a:pt x="409294" y="1254239"/>
                </a:cubicBezTo>
                <a:cubicBezTo>
                  <a:pt x="407426" y="1253559"/>
                  <a:pt x="405218" y="1253220"/>
                  <a:pt x="404708" y="1251012"/>
                </a:cubicBezTo>
                <a:cubicBezTo>
                  <a:pt x="404199" y="1248294"/>
                  <a:pt x="406407" y="1247275"/>
                  <a:pt x="408275" y="1246086"/>
                </a:cubicBezTo>
                <a:cubicBezTo>
                  <a:pt x="410144" y="1244897"/>
                  <a:pt x="412522" y="1243538"/>
                  <a:pt x="413371" y="1241669"/>
                </a:cubicBezTo>
                <a:cubicBezTo>
                  <a:pt x="418807" y="1229609"/>
                  <a:pt x="428828" y="1229439"/>
                  <a:pt x="440039" y="1229439"/>
                </a:cubicBezTo>
                <a:cubicBezTo>
                  <a:pt x="488449" y="1229779"/>
                  <a:pt x="536859" y="1230459"/>
                  <a:pt x="585268" y="1229100"/>
                </a:cubicBezTo>
                <a:cubicBezTo>
                  <a:pt x="610577" y="1228420"/>
                  <a:pt x="635886" y="1224683"/>
                  <a:pt x="658987" y="1213133"/>
                </a:cubicBezTo>
                <a:cubicBezTo>
                  <a:pt x="667140" y="1209056"/>
                  <a:pt x="673935" y="1203111"/>
                  <a:pt x="680559" y="1196996"/>
                </a:cubicBezTo>
                <a:cubicBezTo>
                  <a:pt x="683447" y="1194449"/>
                  <a:pt x="686164" y="1192750"/>
                  <a:pt x="690241" y="1192580"/>
                </a:cubicBezTo>
                <a:cubicBezTo>
                  <a:pt x="723024" y="1190881"/>
                  <a:pt x="755807" y="1189183"/>
                  <a:pt x="788589" y="1186805"/>
                </a:cubicBezTo>
                <a:cubicBezTo>
                  <a:pt x="796743" y="1186295"/>
                  <a:pt x="797082" y="1189183"/>
                  <a:pt x="795724" y="1195638"/>
                </a:cubicBezTo>
                <a:close/>
              </a:path>
            </a:pathLst>
          </a:custGeom>
          <a:solidFill>
            <a:schemeClr val="accent3"/>
          </a:solidFill>
          <a:ln w="169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16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6F2BF412-86C4-482C-9098-4975791B54C0}"/>
              </a:ext>
            </a:extLst>
          </p:cNvPr>
          <p:cNvSpPr/>
          <p:nvPr/>
        </p:nvSpPr>
        <p:spPr>
          <a:xfrm>
            <a:off x="5566097" y="2379964"/>
            <a:ext cx="1551820" cy="2767195"/>
          </a:xfrm>
          <a:custGeom>
            <a:avLst/>
            <a:gdLst>
              <a:gd name="connsiteX0" fmla="*/ 1010278 w 1010660"/>
              <a:gd name="connsiteY0" fmla="*/ 1613160 h 1802203"/>
              <a:gd name="connsiteX1" fmla="*/ 998557 w 1010660"/>
              <a:gd name="connsiteY1" fmla="*/ 1603308 h 1802203"/>
              <a:gd name="connsiteX2" fmla="*/ 990404 w 1010660"/>
              <a:gd name="connsiteY2" fmla="*/ 1596344 h 1802203"/>
              <a:gd name="connsiteX3" fmla="*/ 988536 w 1010660"/>
              <a:gd name="connsiteY3" fmla="*/ 1584624 h 1802203"/>
              <a:gd name="connsiteX4" fmla="*/ 968322 w 1010660"/>
              <a:gd name="connsiteY4" fmla="*/ 1564241 h 1802203"/>
              <a:gd name="connsiteX5" fmla="*/ 871163 w 1010660"/>
              <a:gd name="connsiteY5" fmla="*/ 1548444 h 1802203"/>
              <a:gd name="connsiteX6" fmla="*/ 749714 w 1010660"/>
              <a:gd name="connsiteY6" fmla="*/ 1529589 h 1802203"/>
              <a:gd name="connsiteX7" fmla="*/ 717101 w 1010660"/>
              <a:gd name="connsiteY7" fmla="*/ 1522625 h 1802203"/>
              <a:gd name="connsiteX8" fmla="*/ 717441 w 1010660"/>
              <a:gd name="connsiteY8" fmla="*/ 1520417 h 1802203"/>
              <a:gd name="connsiteX9" fmla="*/ 740032 w 1010660"/>
              <a:gd name="connsiteY9" fmla="*/ 1517020 h 1802203"/>
              <a:gd name="connsiteX10" fmla="*/ 743769 w 1010660"/>
              <a:gd name="connsiteY10" fmla="*/ 1518379 h 1802203"/>
              <a:gd name="connsiteX11" fmla="*/ 750563 w 1010660"/>
              <a:gd name="connsiteY11" fmla="*/ 1523474 h 1802203"/>
              <a:gd name="connsiteX12" fmla="*/ 804069 w 1010660"/>
              <a:gd name="connsiteY12" fmla="*/ 1521946 h 1802203"/>
              <a:gd name="connsiteX13" fmla="*/ 813581 w 1010660"/>
              <a:gd name="connsiteY13" fmla="*/ 1509036 h 1802203"/>
              <a:gd name="connsiteX14" fmla="*/ 816129 w 1010660"/>
              <a:gd name="connsiteY14" fmla="*/ 1490522 h 1802203"/>
              <a:gd name="connsiteX15" fmla="*/ 806277 w 1010660"/>
              <a:gd name="connsiteY15" fmla="*/ 1469459 h 1802203"/>
              <a:gd name="connsiteX16" fmla="*/ 798124 w 1010660"/>
              <a:gd name="connsiteY16" fmla="*/ 1455871 h 1802203"/>
              <a:gd name="connsiteX17" fmla="*/ 797274 w 1010660"/>
              <a:gd name="connsiteY17" fmla="*/ 1445849 h 1802203"/>
              <a:gd name="connsiteX18" fmla="*/ 786064 w 1010660"/>
              <a:gd name="connsiteY18" fmla="*/ 1441772 h 1802203"/>
              <a:gd name="connsiteX19" fmla="*/ 758037 w 1010660"/>
              <a:gd name="connsiteY19" fmla="*/ 1457739 h 1802203"/>
              <a:gd name="connsiteX20" fmla="*/ 698586 w 1010660"/>
              <a:gd name="connsiteY20" fmla="*/ 1490012 h 1802203"/>
              <a:gd name="connsiteX21" fmla="*/ 685507 w 1010660"/>
              <a:gd name="connsiteY21" fmla="*/ 1481859 h 1802203"/>
              <a:gd name="connsiteX22" fmla="*/ 683299 w 1010660"/>
              <a:gd name="connsiteY22" fmla="*/ 1417313 h 1802203"/>
              <a:gd name="connsiteX23" fmla="*/ 692302 w 1010660"/>
              <a:gd name="connsiteY23" fmla="*/ 1403214 h 1802203"/>
              <a:gd name="connsiteX24" fmla="*/ 708608 w 1010660"/>
              <a:gd name="connsiteY24" fmla="*/ 1399138 h 1802203"/>
              <a:gd name="connsiteX25" fmla="*/ 784875 w 1010660"/>
              <a:gd name="connsiteY25" fmla="*/ 1387417 h 1802203"/>
              <a:gd name="connsiteX26" fmla="*/ 833794 w 1010660"/>
              <a:gd name="connsiteY26" fmla="*/ 1365675 h 1802203"/>
              <a:gd name="connsiteX27" fmla="*/ 910231 w 1010660"/>
              <a:gd name="connsiteY27" fmla="*/ 1264100 h 1802203"/>
              <a:gd name="connsiteX28" fmla="*/ 935540 w 1010660"/>
              <a:gd name="connsiteY28" fmla="*/ 1186474 h 1802203"/>
              <a:gd name="connsiteX29" fmla="*/ 939616 w 1010660"/>
              <a:gd name="connsiteY29" fmla="*/ 1178661 h 1802203"/>
              <a:gd name="connsiteX30" fmla="*/ 960679 w 1010660"/>
              <a:gd name="connsiteY30" fmla="*/ 1157768 h 1802203"/>
              <a:gd name="connsiteX31" fmla="*/ 976646 w 1010660"/>
              <a:gd name="connsiteY31" fmla="*/ 1104602 h 1802203"/>
              <a:gd name="connsiteX32" fmla="*/ 958301 w 1010660"/>
              <a:gd name="connsiteY32" fmla="*/ 973301 h 1802203"/>
              <a:gd name="connsiteX33" fmla="*/ 956942 w 1010660"/>
              <a:gd name="connsiteY33" fmla="*/ 961751 h 1802203"/>
              <a:gd name="connsiteX34" fmla="*/ 957451 w 1010660"/>
              <a:gd name="connsiteY34" fmla="*/ 937970 h 1802203"/>
              <a:gd name="connsiteX35" fmla="*/ 957961 w 1010660"/>
              <a:gd name="connsiteY35" fmla="*/ 901281 h 1802203"/>
              <a:gd name="connsiteX36" fmla="*/ 957621 w 1010660"/>
              <a:gd name="connsiteY36" fmla="*/ 891259 h 1802203"/>
              <a:gd name="connsiteX37" fmla="*/ 957112 w 1010660"/>
              <a:gd name="connsiteY37" fmla="*/ 861364 h 1802203"/>
              <a:gd name="connsiteX38" fmla="*/ 959829 w 1010660"/>
              <a:gd name="connsiteY38" fmla="*/ 813804 h 1802203"/>
              <a:gd name="connsiteX39" fmla="*/ 962547 w 1010660"/>
              <a:gd name="connsiteY39" fmla="*/ 801064 h 1802203"/>
              <a:gd name="connsiteX40" fmla="*/ 953205 w 1010660"/>
              <a:gd name="connsiteY40" fmla="*/ 776435 h 1802203"/>
              <a:gd name="connsiteX41" fmla="*/ 944882 w 1010660"/>
              <a:gd name="connsiteY41" fmla="*/ 774566 h 1802203"/>
              <a:gd name="connsiteX42" fmla="*/ 930784 w 1010660"/>
              <a:gd name="connsiteY42" fmla="*/ 756561 h 1802203"/>
              <a:gd name="connsiteX43" fmla="*/ 931463 w 1010660"/>
              <a:gd name="connsiteY43" fmla="*/ 743822 h 1802203"/>
              <a:gd name="connsiteX44" fmla="*/ 939107 w 1010660"/>
              <a:gd name="connsiteY44" fmla="*/ 650059 h 1802203"/>
              <a:gd name="connsiteX45" fmla="*/ 916685 w 1010660"/>
              <a:gd name="connsiteY45" fmla="*/ 635112 h 1802203"/>
              <a:gd name="connsiteX46" fmla="*/ 902077 w 1010660"/>
              <a:gd name="connsiteY46" fmla="*/ 624581 h 1802203"/>
              <a:gd name="connsiteX47" fmla="*/ 902417 w 1010660"/>
              <a:gd name="connsiteY47" fmla="*/ 621183 h 1802203"/>
              <a:gd name="connsiteX48" fmla="*/ 907173 w 1010660"/>
              <a:gd name="connsiteY48" fmla="*/ 545087 h 1802203"/>
              <a:gd name="connsiteX49" fmla="*/ 896132 w 1010660"/>
              <a:gd name="connsiteY49" fmla="*/ 478162 h 1802203"/>
              <a:gd name="connsiteX50" fmla="*/ 888489 w 1010660"/>
              <a:gd name="connsiteY50" fmla="*/ 462195 h 1802203"/>
              <a:gd name="connsiteX51" fmla="*/ 887300 w 1010660"/>
              <a:gd name="connsiteY51" fmla="*/ 448267 h 1802203"/>
              <a:gd name="connsiteX52" fmla="*/ 891376 w 1010660"/>
              <a:gd name="connsiteY52" fmla="*/ 426355 h 1802203"/>
              <a:gd name="connsiteX53" fmla="*/ 908702 w 1010660"/>
              <a:gd name="connsiteY53" fmla="*/ 416333 h 1802203"/>
              <a:gd name="connsiteX54" fmla="*/ 919233 w 1010660"/>
              <a:gd name="connsiteY54" fmla="*/ 418881 h 1802203"/>
              <a:gd name="connsiteX55" fmla="*/ 913798 w 1010660"/>
              <a:gd name="connsiteY55" fmla="*/ 397819 h 1802203"/>
              <a:gd name="connsiteX56" fmla="*/ 915836 w 1010660"/>
              <a:gd name="connsiteY56" fmla="*/ 361129 h 1802203"/>
              <a:gd name="connsiteX57" fmla="*/ 915157 w 1010660"/>
              <a:gd name="connsiteY57" fmla="*/ 340067 h 1802203"/>
              <a:gd name="connsiteX58" fmla="*/ 933501 w 1010660"/>
              <a:gd name="connsiteY58" fmla="*/ 275520 h 1802203"/>
              <a:gd name="connsiteX59" fmla="*/ 941315 w 1010660"/>
              <a:gd name="connsiteY59" fmla="*/ 225922 h 1802203"/>
              <a:gd name="connsiteX60" fmla="*/ 940635 w 1010660"/>
              <a:gd name="connsiteY60" fmla="*/ 202141 h 1802203"/>
              <a:gd name="connsiteX61" fmla="*/ 934521 w 1010660"/>
              <a:gd name="connsiteY61" fmla="*/ 161205 h 1802203"/>
              <a:gd name="connsiteX62" fmla="*/ 920592 w 1010660"/>
              <a:gd name="connsiteY62" fmla="*/ 124006 h 1802203"/>
              <a:gd name="connsiteX63" fmla="*/ 914477 w 1010660"/>
              <a:gd name="connsiteY63" fmla="*/ 105661 h 1802203"/>
              <a:gd name="connsiteX64" fmla="*/ 893415 w 1010660"/>
              <a:gd name="connsiteY64" fmla="*/ 67783 h 1802203"/>
              <a:gd name="connsiteX65" fmla="*/ 792858 w 1010660"/>
              <a:gd name="connsiteY65" fmla="*/ 9 h 1802203"/>
              <a:gd name="connsiteX66" fmla="*/ 773834 w 1010660"/>
              <a:gd name="connsiteY66" fmla="*/ 8332 h 1802203"/>
              <a:gd name="connsiteX67" fmla="*/ 760415 w 1010660"/>
              <a:gd name="connsiteY67" fmla="*/ 28885 h 1802203"/>
              <a:gd name="connsiteX68" fmla="*/ 741221 w 1010660"/>
              <a:gd name="connsiteY68" fmla="*/ 35849 h 1802203"/>
              <a:gd name="connsiteX69" fmla="*/ 724235 w 1010660"/>
              <a:gd name="connsiteY69" fmla="*/ 30923 h 1802203"/>
              <a:gd name="connsiteX70" fmla="*/ 656801 w 1010660"/>
              <a:gd name="connsiteY70" fmla="*/ 30074 h 1802203"/>
              <a:gd name="connsiteX71" fmla="*/ 585630 w 1010660"/>
              <a:gd name="connsiteY71" fmla="*/ 72029 h 1802203"/>
              <a:gd name="connsiteX72" fmla="*/ 566946 w 1010660"/>
              <a:gd name="connsiteY72" fmla="*/ 104812 h 1802203"/>
              <a:gd name="connsiteX73" fmla="*/ 560491 w 1010660"/>
              <a:gd name="connsiteY73" fmla="*/ 189232 h 1802203"/>
              <a:gd name="connsiteX74" fmla="*/ 563209 w 1010660"/>
              <a:gd name="connsiteY74" fmla="*/ 206558 h 1802203"/>
              <a:gd name="connsiteX75" fmla="*/ 563379 w 1010660"/>
              <a:gd name="connsiteY75" fmla="*/ 259554 h 1802203"/>
              <a:gd name="connsiteX76" fmla="*/ 561340 w 1010660"/>
              <a:gd name="connsiteY76" fmla="*/ 276370 h 1802203"/>
              <a:gd name="connsiteX77" fmla="*/ 570853 w 1010660"/>
              <a:gd name="connsiteY77" fmla="*/ 288260 h 1802203"/>
              <a:gd name="connsiteX78" fmla="*/ 584781 w 1010660"/>
              <a:gd name="connsiteY78" fmla="*/ 303887 h 1802203"/>
              <a:gd name="connsiteX79" fmla="*/ 590386 w 1010660"/>
              <a:gd name="connsiteY79" fmla="*/ 312380 h 1802203"/>
              <a:gd name="connsiteX80" fmla="*/ 601937 w 1010660"/>
              <a:gd name="connsiteY80" fmla="*/ 335311 h 1802203"/>
              <a:gd name="connsiteX81" fmla="*/ 603635 w 1010660"/>
              <a:gd name="connsiteY81" fmla="*/ 341595 h 1802203"/>
              <a:gd name="connsiteX82" fmla="*/ 616205 w 1010660"/>
              <a:gd name="connsiteY82" fmla="*/ 359940 h 1802203"/>
              <a:gd name="connsiteX83" fmla="*/ 637947 w 1010660"/>
              <a:gd name="connsiteY83" fmla="*/ 374888 h 1802203"/>
              <a:gd name="connsiteX84" fmla="*/ 660708 w 1010660"/>
              <a:gd name="connsiteY84" fmla="*/ 372510 h 1802203"/>
              <a:gd name="connsiteX85" fmla="*/ 685168 w 1010660"/>
              <a:gd name="connsiteY85" fmla="*/ 382362 h 1802203"/>
              <a:gd name="connsiteX86" fmla="*/ 698247 w 1010660"/>
              <a:gd name="connsiteY86" fmla="*/ 402065 h 1802203"/>
              <a:gd name="connsiteX87" fmla="*/ 694680 w 1010660"/>
              <a:gd name="connsiteY87" fmla="*/ 422788 h 1802203"/>
              <a:gd name="connsiteX88" fmla="*/ 690603 w 1010660"/>
              <a:gd name="connsiteY88" fmla="*/ 425846 h 1802203"/>
              <a:gd name="connsiteX89" fmla="*/ 656971 w 1010660"/>
              <a:gd name="connsiteY89" fmla="*/ 466442 h 1802203"/>
              <a:gd name="connsiteX90" fmla="*/ 637607 w 1010660"/>
              <a:gd name="connsiteY90" fmla="*/ 500414 h 1802203"/>
              <a:gd name="connsiteX91" fmla="*/ 635229 w 1010660"/>
              <a:gd name="connsiteY91" fmla="*/ 507378 h 1802203"/>
              <a:gd name="connsiteX92" fmla="*/ 628605 w 1010660"/>
              <a:gd name="connsiteY92" fmla="*/ 536084 h 1802203"/>
              <a:gd name="connsiteX93" fmla="*/ 601597 w 1010660"/>
              <a:gd name="connsiteY93" fmla="*/ 588910 h 1802203"/>
              <a:gd name="connsiteX94" fmla="*/ 576118 w 1010660"/>
              <a:gd name="connsiteY94" fmla="*/ 666876 h 1802203"/>
              <a:gd name="connsiteX95" fmla="*/ 566776 w 1010660"/>
              <a:gd name="connsiteY95" fmla="*/ 710699 h 1802203"/>
              <a:gd name="connsiteX96" fmla="*/ 552847 w 1010660"/>
              <a:gd name="connsiteY96" fmla="*/ 799535 h 1802203"/>
              <a:gd name="connsiteX97" fmla="*/ 547582 w 1010660"/>
              <a:gd name="connsiteY97" fmla="*/ 812784 h 1802203"/>
              <a:gd name="connsiteX98" fmla="*/ 532804 w 1010660"/>
              <a:gd name="connsiteY98" fmla="*/ 815332 h 1802203"/>
              <a:gd name="connsiteX99" fmla="*/ 491189 w 1010660"/>
              <a:gd name="connsiteY99" fmla="*/ 818220 h 1802203"/>
              <a:gd name="connsiteX100" fmla="*/ 458406 w 1010660"/>
              <a:gd name="connsiteY100" fmla="*/ 835885 h 1802203"/>
              <a:gd name="connsiteX101" fmla="*/ 411015 w 1010660"/>
              <a:gd name="connsiteY101" fmla="*/ 853720 h 1802203"/>
              <a:gd name="connsiteX102" fmla="*/ 394199 w 1010660"/>
              <a:gd name="connsiteY102" fmla="*/ 854400 h 1802203"/>
              <a:gd name="connsiteX103" fmla="*/ 375345 w 1010660"/>
              <a:gd name="connsiteY103" fmla="*/ 856948 h 1802203"/>
              <a:gd name="connsiteX104" fmla="*/ 367361 w 1010660"/>
              <a:gd name="connsiteY104" fmla="*/ 858646 h 1802203"/>
              <a:gd name="connsiteX105" fmla="*/ 355471 w 1010660"/>
              <a:gd name="connsiteY105" fmla="*/ 859156 h 1802203"/>
              <a:gd name="connsiteX106" fmla="*/ 346469 w 1010660"/>
              <a:gd name="connsiteY106" fmla="*/ 866800 h 1802203"/>
              <a:gd name="connsiteX107" fmla="*/ 318102 w 1010660"/>
              <a:gd name="connsiteY107" fmla="*/ 884125 h 1802203"/>
              <a:gd name="connsiteX108" fmla="*/ 274788 w 1010660"/>
              <a:gd name="connsiteY108" fmla="*/ 891259 h 1802203"/>
              <a:gd name="connsiteX109" fmla="*/ 219754 w 1010660"/>
              <a:gd name="connsiteY109" fmla="*/ 894487 h 1802203"/>
              <a:gd name="connsiteX110" fmla="*/ 211771 w 1010660"/>
              <a:gd name="connsiteY110" fmla="*/ 889391 h 1802203"/>
              <a:gd name="connsiteX111" fmla="*/ 186801 w 1010660"/>
              <a:gd name="connsiteY111" fmla="*/ 833677 h 1802203"/>
              <a:gd name="connsiteX112" fmla="*/ 87094 w 1010660"/>
              <a:gd name="connsiteY112" fmla="*/ 610992 h 1802203"/>
              <a:gd name="connsiteX113" fmla="*/ 76393 w 1010660"/>
              <a:gd name="connsiteY113" fmla="*/ 607255 h 1802203"/>
              <a:gd name="connsiteX114" fmla="*/ 5222 w 1010660"/>
              <a:gd name="connsiteY114" fmla="*/ 643095 h 1802203"/>
              <a:gd name="connsiteX115" fmla="*/ 1655 w 1010660"/>
              <a:gd name="connsiteY115" fmla="*/ 654306 h 1802203"/>
              <a:gd name="connsiteX116" fmla="*/ 35117 w 1010660"/>
              <a:gd name="connsiteY116" fmla="*/ 727515 h 1802203"/>
              <a:gd name="connsiteX117" fmla="*/ 141789 w 1010660"/>
              <a:gd name="connsiteY117" fmla="*/ 969394 h 1802203"/>
              <a:gd name="connsiteX118" fmla="*/ 138561 w 1010660"/>
              <a:gd name="connsiteY118" fmla="*/ 994194 h 1802203"/>
              <a:gd name="connsiteX119" fmla="*/ 135334 w 1010660"/>
              <a:gd name="connsiteY119" fmla="*/ 999969 h 1802203"/>
              <a:gd name="connsiteX120" fmla="*/ 125143 w 1010660"/>
              <a:gd name="connsiteY120" fmla="*/ 1013897 h 1802203"/>
              <a:gd name="connsiteX121" fmla="*/ 96436 w 1010660"/>
              <a:gd name="connsiteY121" fmla="*/ 1073178 h 1802203"/>
              <a:gd name="connsiteX122" fmla="*/ 96946 w 1010660"/>
              <a:gd name="connsiteY122" fmla="*/ 1119040 h 1802203"/>
              <a:gd name="connsiteX123" fmla="*/ 98305 w 1010660"/>
              <a:gd name="connsiteY123" fmla="*/ 1129062 h 1802203"/>
              <a:gd name="connsiteX124" fmla="*/ 105779 w 1010660"/>
              <a:gd name="connsiteY124" fmla="*/ 1168979 h 1802203"/>
              <a:gd name="connsiteX125" fmla="*/ 120726 w 1010660"/>
              <a:gd name="connsiteY125" fmla="*/ 1260872 h 1802203"/>
              <a:gd name="connsiteX126" fmla="*/ 157076 w 1010660"/>
              <a:gd name="connsiteY126" fmla="*/ 1380793 h 1802203"/>
              <a:gd name="connsiteX127" fmla="*/ 171514 w 1010660"/>
              <a:gd name="connsiteY127" fmla="*/ 1439224 h 1802203"/>
              <a:gd name="connsiteX128" fmla="*/ 162512 w 1010660"/>
              <a:gd name="connsiteY128" fmla="*/ 1504110 h 1802203"/>
              <a:gd name="connsiteX129" fmla="*/ 140430 w 1010660"/>
              <a:gd name="connsiteY129" fmla="*/ 1544197 h 1802203"/>
              <a:gd name="connsiteX130" fmla="*/ 123274 w 1010660"/>
              <a:gd name="connsiteY130" fmla="*/ 1557786 h 1802203"/>
              <a:gd name="connsiteX131" fmla="*/ 94228 w 1010660"/>
              <a:gd name="connsiteY131" fmla="*/ 1563731 h 1802203"/>
              <a:gd name="connsiteX132" fmla="*/ 85226 w 1010660"/>
              <a:gd name="connsiteY132" fmla="*/ 1569167 h 1802203"/>
              <a:gd name="connsiteX133" fmla="*/ 59917 w 1010660"/>
              <a:gd name="connsiteY133" fmla="*/ 1597533 h 1802203"/>
              <a:gd name="connsiteX134" fmla="*/ 47347 w 1010660"/>
              <a:gd name="connsiteY134" fmla="*/ 1636940 h 1802203"/>
              <a:gd name="connsiteX135" fmla="*/ 82848 w 1010660"/>
              <a:gd name="connsiteY135" fmla="*/ 1670233 h 1802203"/>
              <a:gd name="connsiteX136" fmla="*/ 168626 w 1010660"/>
              <a:gd name="connsiteY136" fmla="*/ 1675668 h 1802203"/>
              <a:gd name="connsiteX137" fmla="*/ 225699 w 1010660"/>
              <a:gd name="connsiteY137" fmla="*/ 1626239 h 1802203"/>
              <a:gd name="connsiteX138" fmla="*/ 241496 w 1010660"/>
              <a:gd name="connsiteY138" fmla="*/ 1605007 h 1802203"/>
              <a:gd name="connsiteX139" fmla="*/ 272750 w 1010660"/>
              <a:gd name="connsiteY139" fmla="*/ 1588021 h 1802203"/>
              <a:gd name="connsiteX140" fmla="*/ 282092 w 1010660"/>
              <a:gd name="connsiteY140" fmla="*/ 1593966 h 1802203"/>
              <a:gd name="connsiteX141" fmla="*/ 279884 w 1010660"/>
              <a:gd name="connsiteY141" fmla="*/ 1643055 h 1802203"/>
              <a:gd name="connsiteX142" fmla="*/ 287698 w 1010660"/>
              <a:gd name="connsiteY142" fmla="*/ 1653417 h 1802203"/>
              <a:gd name="connsiteX143" fmla="*/ 291095 w 1010660"/>
              <a:gd name="connsiteY143" fmla="*/ 1645943 h 1802203"/>
              <a:gd name="connsiteX144" fmla="*/ 292963 w 1010660"/>
              <a:gd name="connsiteY144" fmla="*/ 1604327 h 1802203"/>
              <a:gd name="connsiteX145" fmla="*/ 295681 w 1010660"/>
              <a:gd name="connsiteY145" fmla="*/ 1579188 h 1802203"/>
              <a:gd name="connsiteX146" fmla="*/ 311648 w 1010660"/>
              <a:gd name="connsiteY146" fmla="*/ 1549633 h 1802203"/>
              <a:gd name="connsiteX147" fmla="*/ 316234 w 1010660"/>
              <a:gd name="connsiteY147" fmla="*/ 1517190 h 1802203"/>
              <a:gd name="connsiteX148" fmla="*/ 316743 w 1010660"/>
              <a:gd name="connsiteY148" fmla="*/ 1507338 h 1802203"/>
              <a:gd name="connsiteX149" fmla="*/ 313686 w 1010660"/>
              <a:gd name="connsiteY149" fmla="*/ 1474385 h 1802203"/>
              <a:gd name="connsiteX150" fmla="*/ 294662 w 1010660"/>
              <a:gd name="connsiteY150" fmla="*/ 1451794 h 1802203"/>
              <a:gd name="connsiteX151" fmla="*/ 281073 w 1010660"/>
              <a:gd name="connsiteY151" fmla="*/ 1446189 h 1802203"/>
              <a:gd name="connsiteX152" fmla="*/ 272071 w 1010660"/>
              <a:gd name="connsiteY152" fmla="*/ 1439734 h 1802203"/>
              <a:gd name="connsiteX153" fmla="*/ 270542 w 1010660"/>
              <a:gd name="connsiteY153" fmla="*/ 1428863 h 1802203"/>
              <a:gd name="connsiteX154" fmla="*/ 278355 w 1010660"/>
              <a:gd name="connsiteY154" fmla="*/ 1303677 h 1802203"/>
              <a:gd name="connsiteX155" fmla="*/ 285659 w 1010660"/>
              <a:gd name="connsiteY155" fmla="*/ 1212293 h 1802203"/>
              <a:gd name="connsiteX156" fmla="*/ 280564 w 1010660"/>
              <a:gd name="connsiteY156" fmla="*/ 1182398 h 1802203"/>
              <a:gd name="connsiteX157" fmla="*/ 269862 w 1010660"/>
              <a:gd name="connsiteY157" fmla="*/ 1148596 h 1802203"/>
              <a:gd name="connsiteX158" fmla="*/ 278016 w 1010660"/>
              <a:gd name="connsiteY158" fmla="*/ 1137725 h 1802203"/>
              <a:gd name="connsiteX159" fmla="*/ 313686 w 1010660"/>
              <a:gd name="connsiteY159" fmla="*/ 1138234 h 1802203"/>
              <a:gd name="connsiteX160" fmla="*/ 323708 w 1010660"/>
              <a:gd name="connsiteY160" fmla="*/ 1148596 h 1802203"/>
              <a:gd name="connsiteX161" fmla="*/ 337296 w 1010660"/>
              <a:gd name="connsiteY161" fmla="*/ 1174414 h 1802203"/>
              <a:gd name="connsiteX162" fmla="*/ 383668 w 1010660"/>
              <a:gd name="connsiteY162" fmla="*/ 1187663 h 1802203"/>
              <a:gd name="connsiteX163" fmla="*/ 507325 w 1010660"/>
              <a:gd name="connsiteY163" fmla="*/ 1194797 h 1802203"/>
              <a:gd name="connsiteX164" fmla="*/ 517007 w 1010660"/>
              <a:gd name="connsiteY164" fmla="*/ 1204309 h 1802203"/>
              <a:gd name="connsiteX165" fmla="*/ 509194 w 1010660"/>
              <a:gd name="connsiteY165" fmla="*/ 1295524 h 1802203"/>
              <a:gd name="connsiteX166" fmla="*/ 499851 w 1010660"/>
              <a:gd name="connsiteY166" fmla="*/ 1395910 h 1802203"/>
              <a:gd name="connsiteX167" fmla="*/ 506816 w 1010660"/>
              <a:gd name="connsiteY167" fmla="*/ 1404064 h 1802203"/>
              <a:gd name="connsiteX168" fmla="*/ 593104 w 1010660"/>
              <a:gd name="connsiteY168" fmla="*/ 1408140 h 1802203"/>
              <a:gd name="connsiteX169" fmla="*/ 606693 w 1010660"/>
              <a:gd name="connsiteY169" fmla="*/ 1407970 h 1802203"/>
              <a:gd name="connsiteX170" fmla="*/ 615016 w 1010660"/>
              <a:gd name="connsiteY170" fmla="*/ 1416293 h 1802203"/>
              <a:gd name="connsiteX171" fmla="*/ 614167 w 1010660"/>
              <a:gd name="connsiteY171" fmla="*/ 1485936 h 1802203"/>
              <a:gd name="connsiteX172" fmla="*/ 610430 w 1010660"/>
              <a:gd name="connsiteY172" fmla="*/ 1490861 h 1802203"/>
              <a:gd name="connsiteX173" fmla="*/ 560831 w 1010660"/>
              <a:gd name="connsiteY173" fmla="*/ 1486105 h 1802203"/>
              <a:gd name="connsiteX174" fmla="*/ 452801 w 1010660"/>
              <a:gd name="connsiteY174" fmla="*/ 1450945 h 1802203"/>
              <a:gd name="connsiteX175" fmla="*/ 429870 w 1010660"/>
              <a:gd name="connsiteY175" fmla="*/ 1458928 h 1802203"/>
              <a:gd name="connsiteX176" fmla="*/ 428341 w 1010660"/>
              <a:gd name="connsiteY176" fmla="*/ 1467081 h 1802203"/>
              <a:gd name="connsiteX177" fmla="*/ 428171 w 1010660"/>
              <a:gd name="connsiteY177" fmla="*/ 1505300 h 1802203"/>
              <a:gd name="connsiteX178" fmla="*/ 434626 w 1010660"/>
              <a:gd name="connsiteY178" fmla="*/ 1523474 h 1802203"/>
              <a:gd name="connsiteX179" fmla="*/ 438193 w 1010660"/>
              <a:gd name="connsiteY179" fmla="*/ 1531628 h 1802203"/>
              <a:gd name="connsiteX180" fmla="*/ 448214 w 1010660"/>
              <a:gd name="connsiteY180" fmla="*/ 1551671 h 1802203"/>
              <a:gd name="connsiteX181" fmla="*/ 451611 w 1010660"/>
              <a:gd name="connsiteY181" fmla="*/ 1557956 h 1802203"/>
              <a:gd name="connsiteX182" fmla="*/ 446346 w 1010660"/>
              <a:gd name="connsiteY182" fmla="*/ 1561523 h 1802203"/>
              <a:gd name="connsiteX183" fmla="*/ 350715 w 1010660"/>
              <a:gd name="connsiteY183" fmla="*/ 1584454 h 1802203"/>
              <a:gd name="connsiteX184" fmla="*/ 327954 w 1010660"/>
              <a:gd name="connsiteY184" fmla="*/ 1610782 h 1802203"/>
              <a:gd name="connsiteX185" fmla="*/ 327954 w 1010660"/>
              <a:gd name="connsiteY185" fmla="*/ 1649850 h 1802203"/>
              <a:gd name="connsiteX186" fmla="*/ 335428 w 1010660"/>
              <a:gd name="connsiteY186" fmla="*/ 1668194 h 1802203"/>
              <a:gd name="connsiteX187" fmla="*/ 346809 w 1010660"/>
              <a:gd name="connsiteY187" fmla="*/ 1688407 h 1802203"/>
              <a:gd name="connsiteX188" fmla="*/ 351904 w 1010660"/>
              <a:gd name="connsiteY188" fmla="*/ 1693673 h 1802203"/>
              <a:gd name="connsiteX189" fmla="*/ 395558 w 1010660"/>
              <a:gd name="connsiteY189" fmla="*/ 1687219 h 1802203"/>
              <a:gd name="connsiteX190" fmla="*/ 410166 w 1010660"/>
              <a:gd name="connsiteY190" fmla="*/ 1651888 h 1802203"/>
              <a:gd name="connsiteX191" fmla="*/ 398615 w 1010660"/>
              <a:gd name="connsiteY191" fmla="*/ 1632354 h 1802203"/>
              <a:gd name="connsiteX192" fmla="*/ 395388 w 1010660"/>
              <a:gd name="connsiteY192" fmla="*/ 1623182 h 1802203"/>
              <a:gd name="connsiteX193" fmla="*/ 403032 w 1010660"/>
              <a:gd name="connsiteY193" fmla="*/ 1619445 h 1802203"/>
              <a:gd name="connsiteX194" fmla="*/ 500701 w 1010660"/>
              <a:gd name="connsiteY194" fmla="*/ 1603478 h 1802203"/>
              <a:gd name="connsiteX195" fmla="*/ 566606 w 1010660"/>
              <a:gd name="connsiteY195" fmla="*/ 1591928 h 1802203"/>
              <a:gd name="connsiteX196" fmla="*/ 616205 w 1010660"/>
              <a:gd name="connsiteY196" fmla="*/ 1587341 h 1802203"/>
              <a:gd name="connsiteX197" fmla="*/ 638626 w 1010660"/>
              <a:gd name="connsiteY197" fmla="*/ 1604667 h 1802203"/>
              <a:gd name="connsiteX198" fmla="*/ 663935 w 1010660"/>
              <a:gd name="connsiteY198" fmla="*/ 1683312 h 1802203"/>
              <a:gd name="connsiteX199" fmla="*/ 667502 w 1010660"/>
              <a:gd name="connsiteY199" fmla="*/ 1731891 h 1802203"/>
              <a:gd name="connsiteX200" fmla="*/ 665634 w 1010660"/>
              <a:gd name="connsiteY200" fmla="*/ 1757200 h 1802203"/>
              <a:gd name="connsiteX201" fmla="*/ 712345 w 1010660"/>
              <a:gd name="connsiteY201" fmla="*/ 1803402 h 1802203"/>
              <a:gd name="connsiteX202" fmla="*/ 763642 w 1010660"/>
              <a:gd name="connsiteY202" fmla="*/ 1762976 h 1802203"/>
              <a:gd name="connsiteX203" fmla="*/ 760415 w 1010660"/>
              <a:gd name="connsiteY203" fmla="*/ 1742423 h 1802203"/>
              <a:gd name="connsiteX204" fmla="*/ 730860 w 1010660"/>
              <a:gd name="connsiteY204" fmla="*/ 1710319 h 1802203"/>
              <a:gd name="connsiteX205" fmla="*/ 725934 w 1010660"/>
              <a:gd name="connsiteY205" fmla="*/ 1704204 h 1802203"/>
              <a:gd name="connsiteX206" fmla="*/ 695189 w 1010660"/>
              <a:gd name="connsiteY206" fmla="*/ 1594985 h 1802203"/>
              <a:gd name="connsiteX207" fmla="*/ 705890 w 1010660"/>
              <a:gd name="connsiteY207" fmla="*/ 1581736 h 1802203"/>
              <a:gd name="connsiteX208" fmla="*/ 711835 w 1010660"/>
              <a:gd name="connsiteY208" fmla="*/ 1582246 h 1802203"/>
              <a:gd name="connsiteX209" fmla="*/ 783516 w 1010660"/>
              <a:gd name="connsiteY209" fmla="*/ 1589719 h 1802203"/>
              <a:gd name="connsiteX210" fmla="*/ 928236 w 1010660"/>
              <a:gd name="connsiteY210" fmla="*/ 1601270 h 1802203"/>
              <a:gd name="connsiteX211" fmla="*/ 942844 w 1010660"/>
              <a:gd name="connsiteY211" fmla="*/ 1623182 h 1802203"/>
              <a:gd name="connsiteX212" fmla="*/ 943353 w 1010660"/>
              <a:gd name="connsiteY212" fmla="*/ 1639488 h 1802203"/>
              <a:gd name="connsiteX213" fmla="*/ 951506 w 1010660"/>
              <a:gd name="connsiteY213" fmla="*/ 1656984 h 1802203"/>
              <a:gd name="connsiteX214" fmla="*/ 958980 w 1010660"/>
              <a:gd name="connsiteY214" fmla="*/ 1663778 h 1802203"/>
              <a:gd name="connsiteX215" fmla="*/ 989385 w 1010660"/>
              <a:gd name="connsiteY215" fmla="*/ 1666496 h 1802203"/>
              <a:gd name="connsiteX216" fmla="*/ 1002974 w 1010660"/>
              <a:gd name="connsiteY216" fmla="*/ 1659531 h 1802203"/>
              <a:gd name="connsiteX217" fmla="*/ 1010278 w 1010660"/>
              <a:gd name="connsiteY217" fmla="*/ 1613160 h 1802203"/>
              <a:gd name="connsiteX218" fmla="*/ 893245 w 1010660"/>
              <a:gd name="connsiteY218" fmla="*/ 959203 h 1802203"/>
              <a:gd name="connsiteX219" fmla="*/ 911929 w 1010660"/>
              <a:gd name="connsiteY219" fmla="*/ 957674 h 1802203"/>
              <a:gd name="connsiteX220" fmla="*/ 923310 w 1010660"/>
              <a:gd name="connsiteY220" fmla="*/ 963110 h 1802203"/>
              <a:gd name="connsiteX221" fmla="*/ 941655 w 1010660"/>
              <a:gd name="connsiteY221" fmla="*/ 1071989 h 1802203"/>
              <a:gd name="connsiteX222" fmla="*/ 943183 w 1010660"/>
              <a:gd name="connsiteY222" fmla="*/ 1086257 h 1802203"/>
              <a:gd name="connsiteX223" fmla="*/ 942504 w 1010660"/>
              <a:gd name="connsiteY223" fmla="*/ 1086257 h 1802203"/>
              <a:gd name="connsiteX224" fmla="*/ 942504 w 1010660"/>
              <a:gd name="connsiteY224" fmla="*/ 1098147 h 1802203"/>
              <a:gd name="connsiteX225" fmla="*/ 937748 w 1010660"/>
              <a:gd name="connsiteY225" fmla="*/ 1103073 h 1802203"/>
              <a:gd name="connsiteX226" fmla="*/ 932822 w 1010660"/>
              <a:gd name="connsiteY226" fmla="*/ 1098317 h 1802203"/>
              <a:gd name="connsiteX227" fmla="*/ 912269 w 1010660"/>
              <a:gd name="connsiteY227" fmla="*/ 1033261 h 1802203"/>
              <a:gd name="connsiteX228" fmla="*/ 893245 w 1010660"/>
              <a:gd name="connsiteY228" fmla="*/ 974830 h 1802203"/>
              <a:gd name="connsiteX229" fmla="*/ 888998 w 1010660"/>
              <a:gd name="connsiteY229" fmla="*/ 962940 h 1802203"/>
              <a:gd name="connsiteX230" fmla="*/ 893245 w 1010660"/>
              <a:gd name="connsiteY230" fmla="*/ 959203 h 1802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</a:cxnLst>
            <a:rect l="l" t="t" r="r" b="b"/>
            <a:pathLst>
              <a:path w="1010660" h="1802203">
                <a:moveTo>
                  <a:pt x="1010278" y="1613160"/>
                </a:moveTo>
                <a:cubicBezTo>
                  <a:pt x="1009089" y="1607894"/>
                  <a:pt x="1006031" y="1602459"/>
                  <a:pt x="998557" y="1603308"/>
                </a:cubicBezTo>
                <a:cubicBezTo>
                  <a:pt x="993801" y="1603818"/>
                  <a:pt x="991253" y="1600760"/>
                  <a:pt x="990404" y="1596344"/>
                </a:cubicBezTo>
                <a:cubicBezTo>
                  <a:pt x="989725" y="1592437"/>
                  <a:pt x="989215" y="1588530"/>
                  <a:pt x="988536" y="1584624"/>
                </a:cubicBezTo>
                <a:cubicBezTo>
                  <a:pt x="986328" y="1571545"/>
                  <a:pt x="981232" y="1566449"/>
                  <a:pt x="968322" y="1564241"/>
                </a:cubicBezTo>
                <a:cubicBezTo>
                  <a:pt x="935879" y="1558975"/>
                  <a:pt x="903606" y="1553540"/>
                  <a:pt x="871163" y="1548444"/>
                </a:cubicBezTo>
                <a:cubicBezTo>
                  <a:pt x="830737" y="1542159"/>
                  <a:pt x="790140" y="1536214"/>
                  <a:pt x="749714" y="1529589"/>
                </a:cubicBezTo>
                <a:cubicBezTo>
                  <a:pt x="738843" y="1527721"/>
                  <a:pt x="728821" y="1521606"/>
                  <a:pt x="717101" y="1522625"/>
                </a:cubicBezTo>
                <a:cubicBezTo>
                  <a:pt x="717271" y="1521946"/>
                  <a:pt x="717441" y="1521096"/>
                  <a:pt x="717441" y="1520417"/>
                </a:cubicBezTo>
                <a:cubicBezTo>
                  <a:pt x="724915" y="1519228"/>
                  <a:pt x="732558" y="1518039"/>
                  <a:pt x="740032" y="1517020"/>
                </a:cubicBezTo>
                <a:cubicBezTo>
                  <a:pt x="741391" y="1516850"/>
                  <a:pt x="743599" y="1515491"/>
                  <a:pt x="743769" y="1518379"/>
                </a:cubicBezTo>
                <a:cubicBezTo>
                  <a:pt x="744109" y="1522795"/>
                  <a:pt x="748015" y="1522455"/>
                  <a:pt x="750563" y="1523474"/>
                </a:cubicBezTo>
                <a:cubicBezTo>
                  <a:pt x="768568" y="1530099"/>
                  <a:pt x="786404" y="1525853"/>
                  <a:pt x="804069" y="1521946"/>
                </a:cubicBezTo>
                <a:cubicBezTo>
                  <a:pt x="810354" y="1520587"/>
                  <a:pt x="812562" y="1514981"/>
                  <a:pt x="813581" y="1509036"/>
                </a:cubicBezTo>
                <a:cubicBezTo>
                  <a:pt x="814600" y="1502922"/>
                  <a:pt x="815110" y="1496637"/>
                  <a:pt x="816129" y="1490522"/>
                </a:cubicBezTo>
                <a:cubicBezTo>
                  <a:pt x="817827" y="1479821"/>
                  <a:pt x="815789" y="1474895"/>
                  <a:pt x="806277" y="1469459"/>
                </a:cubicBezTo>
                <a:cubicBezTo>
                  <a:pt x="800672" y="1466402"/>
                  <a:pt x="798124" y="1462155"/>
                  <a:pt x="798124" y="1455871"/>
                </a:cubicBezTo>
                <a:cubicBezTo>
                  <a:pt x="798124" y="1452473"/>
                  <a:pt x="798124" y="1449076"/>
                  <a:pt x="797274" y="1445849"/>
                </a:cubicBezTo>
                <a:cubicBezTo>
                  <a:pt x="795576" y="1439394"/>
                  <a:pt x="791839" y="1438375"/>
                  <a:pt x="786064" y="1441772"/>
                </a:cubicBezTo>
                <a:cubicBezTo>
                  <a:pt x="776722" y="1447208"/>
                  <a:pt x="767549" y="1452643"/>
                  <a:pt x="758037" y="1457739"/>
                </a:cubicBezTo>
                <a:cubicBezTo>
                  <a:pt x="738164" y="1468440"/>
                  <a:pt x="719649" y="1481349"/>
                  <a:pt x="698586" y="1490012"/>
                </a:cubicBezTo>
                <a:cubicBezTo>
                  <a:pt x="689584" y="1493749"/>
                  <a:pt x="685847" y="1491201"/>
                  <a:pt x="685507" y="1481859"/>
                </a:cubicBezTo>
                <a:cubicBezTo>
                  <a:pt x="684828" y="1460287"/>
                  <a:pt x="683979" y="1438885"/>
                  <a:pt x="683299" y="1417313"/>
                </a:cubicBezTo>
                <a:cubicBezTo>
                  <a:pt x="683129" y="1410688"/>
                  <a:pt x="686526" y="1405932"/>
                  <a:pt x="692302" y="1403214"/>
                </a:cubicBezTo>
                <a:cubicBezTo>
                  <a:pt x="697397" y="1400836"/>
                  <a:pt x="703003" y="1399817"/>
                  <a:pt x="708608" y="1399138"/>
                </a:cubicBezTo>
                <a:cubicBezTo>
                  <a:pt x="734087" y="1395910"/>
                  <a:pt x="759736" y="1392853"/>
                  <a:pt x="784875" y="1387417"/>
                </a:cubicBezTo>
                <a:cubicBezTo>
                  <a:pt x="802710" y="1383681"/>
                  <a:pt x="820375" y="1378755"/>
                  <a:pt x="833794" y="1365675"/>
                </a:cubicBezTo>
                <a:cubicBezTo>
                  <a:pt x="864369" y="1335780"/>
                  <a:pt x="892565" y="1303507"/>
                  <a:pt x="910231" y="1264100"/>
                </a:cubicBezTo>
                <a:cubicBezTo>
                  <a:pt x="921441" y="1239300"/>
                  <a:pt x="934011" y="1214671"/>
                  <a:pt x="935540" y="1186474"/>
                </a:cubicBezTo>
                <a:cubicBezTo>
                  <a:pt x="935710" y="1183417"/>
                  <a:pt x="936219" y="1180020"/>
                  <a:pt x="939616" y="1178661"/>
                </a:cubicBezTo>
                <a:cubicBezTo>
                  <a:pt x="949468" y="1174584"/>
                  <a:pt x="955243" y="1165582"/>
                  <a:pt x="960679" y="1157768"/>
                </a:cubicBezTo>
                <a:cubicBezTo>
                  <a:pt x="971380" y="1142141"/>
                  <a:pt x="975626" y="1123966"/>
                  <a:pt x="976646" y="1104602"/>
                </a:cubicBezTo>
                <a:cubicBezTo>
                  <a:pt x="978684" y="1059590"/>
                  <a:pt x="967473" y="1016615"/>
                  <a:pt x="958301" y="973301"/>
                </a:cubicBezTo>
                <a:cubicBezTo>
                  <a:pt x="957451" y="969564"/>
                  <a:pt x="954904" y="965318"/>
                  <a:pt x="956942" y="961751"/>
                </a:cubicBezTo>
                <a:cubicBezTo>
                  <a:pt x="961698" y="953767"/>
                  <a:pt x="959150" y="945784"/>
                  <a:pt x="957451" y="937970"/>
                </a:cubicBezTo>
                <a:cubicBezTo>
                  <a:pt x="954904" y="925571"/>
                  <a:pt x="953545" y="913511"/>
                  <a:pt x="957961" y="901281"/>
                </a:cubicBezTo>
                <a:cubicBezTo>
                  <a:pt x="959150" y="897884"/>
                  <a:pt x="958980" y="894656"/>
                  <a:pt x="957621" y="891259"/>
                </a:cubicBezTo>
                <a:cubicBezTo>
                  <a:pt x="953884" y="881407"/>
                  <a:pt x="954054" y="871046"/>
                  <a:pt x="957112" y="861364"/>
                </a:cubicBezTo>
                <a:cubicBezTo>
                  <a:pt x="961868" y="845567"/>
                  <a:pt x="962547" y="829770"/>
                  <a:pt x="959829" y="813804"/>
                </a:cubicBezTo>
                <a:cubicBezTo>
                  <a:pt x="958980" y="809047"/>
                  <a:pt x="959660" y="804971"/>
                  <a:pt x="962547" y="801064"/>
                </a:cubicBezTo>
                <a:cubicBezTo>
                  <a:pt x="971210" y="789174"/>
                  <a:pt x="967813" y="780171"/>
                  <a:pt x="953205" y="776435"/>
                </a:cubicBezTo>
                <a:cubicBezTo>
                  <a:pt x="950487" y="775755"/>
                  <a:pt x="947600" y="775246"/>
                  <a:pt x="944882" y="774566"/>
                </a:cubicBezTo>
                <a:cubicBezTo>
                  <a:pt x="930953" y="770999"/>
                  <a:pt x="930614" y="770489"/>
                  <a:pt x="930784" y="756561"/>
                </a:cubicBezTo>
                <a:cubicBezTo>
                  <a:pt x="930784" y="752315"/>
                  <a:pt x="931293" y="748068"/>
                  <a:pt x="931463" y="743822"/>
                </a:cubicBezTo>
                <a:cubicBezTo>
                  <a:pt x="932992" y="712398"/>
                  <a:pt x="939786" y="681483"/>
                  <a:pt x="939107" y="650059"/>
                </a:cubicBezTo>
                <a:cubicBezTo>
                  <a:pt x="938767" y="637490"/>
                  <a:pt x="928406" y="630526"/>
                  <a:pt x="916685" y="635112"/>
                </a:cubicBezTo>
                <a:cubicBezTo>
                  <a:pt x="902587" y="640547"/>
                  <a:pt x="901228" y="639698"/>
                  <a:pt x="902077" y="624581"/>
                </a:cubicBezTo>
                <a:cubicBezTo>
                  <a:pt x="902077" y="623392"/>
                  <a:pt x="902247" y="622372"/>
                  <a:pt x="902417" y="621183"/>
                </a:cubicBezTo>
                <a:cubicBezTo>
                  <a:pt x="908702" y="596044"/>
                  <a:pt x="906154" y="570565"/>
                  <a:pt x="907173" y="545087"/>
                </a:cubicBezTo>
                <a:cubicBezTo>
                  <a:pt x="908022" y="521816"/>
                  <a:pt x="906324" y="499395"/>
                  <a:pt x="896132" y="478162"/>
                </a:cubicBezTo>
                <a:cubicBezTo>
                  <a:pt x="893584" y="472896"/>
                  <a:pt x="890697" y="467631"/>
                  <a:pt x="888489" y="462195"/>
                </a:cubicBezTo>
                <a:cubicBezTo>
                  <a:pt x="886620" y="457779"/>
                  <a:pt x="884412" y="452344"/>
                  <a:pt x="887300" y="448267"/>
                </a:cubicBezTo>
                <a:cubicBezTo>
                  <a:pt x="892396" y="441303"/>
                  <a:pt x="891376" y="433829"/>
                  <a:pt x="891376" y="426355"/>
                </a:cubicBezTo>
                <a:cubicBezTo>
                  <a:pt x="891376" y="415484"/>
                  <a:pt x="898850" y="411238"/>
                  <a:pt x="908702" y="416333"/>
                </a:cubicBezTo>
                <a:cubicBezTo>
                  <a:pt x="911759" y="417862"/>
                  <a:pt x="914817" y="420240"/>
                  <a:pt x="919233" y="418881"/>
                </a:cubicBezTo>
                <a:cubicBezTo>
                  <a:pt x="916515" y="411747"/>
                  <a:pt x="910401" y="405462"/>
                  <a:pt x="913798" y="397819"/>
                </a:cubicBezTo>
                <a:cubicBezTo>
                  <a:pt x="919233" y="385759"/>
                  <a:pt x="916855" y="373359"/>
                  <a:pt x="915836" y="361129"/>
                </a:cubicBezTo>
                <a:cubicBezTo>
                  <a:pt x="915326" y="354165"/>
                  <a:pt x="912779" y="346861"/>
                  <a:pt x="915157" y="340067"/>
                </a:cubicBezTo>
                <a:cubicBezTo>
                  <a:pt x="922460" y="318834"/>
                  <a:pt x="918724" y="294545"/>
                  <a:pt x="933501" y="275520"/>
                </a:cubicBezTo>
                <a:cubicBezTo>
                  <a:pt x="933841" y="258704"/>
                  <a:pt x="943693" y="243417"/>
                  <a:pt x="941315" y="225922"/>
                </a:cubicBezTo>
                <a:cubicBezTo>
                  <a:pt x="940296" y="218108"/>
                  <a:pt x="940805" y="210125"/>
                  <a:pt x="940635" y="202141"/>
                </a:cubicBezTo>
                <a:cubicBezTo>
                  <a:pt x="940466" y="188213"/>
                  <a:pt x="939616" y="173945"/>
                  <a:pt x="934521" y="161205"/>
                </a:cubicBezTo>
                <a:cubicBezTo>
                  <a:pt x="929765" y="148806"/>
                  <a:pt x="933162" y="133348"/>
                  <a:pt x="920592" y="124006"/>
                </a:cubicBezTo>
                <a:cubicBezTo>
                  <a:pt x="914307" y="119250"/>
                  <a:pt x="917704" y="111437"/>
                  <a:pt x="914477" y="105661"/>
                </a:cubicBezTo>
                <a:cubicBezTo>
                  <a:pt x="907683" y="93262"/>
                  <a:pt x="900379" y="80692"/>
                  <a:pt x="893415" y="67783"/>
                </a:cubicBezTo>
                <a:cubicBezTo>
                  <a:pt x="871673" y="27696"/>
                  <a:pt x="841098" y="1028"/>
                  <a:pt x="792858" y="9"/>
                </a:cubicBezTo>
                <a:cubicBezTo>
                  <a:pt x="784535" y="-161"/>
                  <a:pt x="778420" y="2047"/>
                  <a:pt x="773834" y="8332"/>
                </a:cubicBezTo>
                <a:cubicBezTo>
                  <a:pt x="769078" y="14957"/>
                  <a:pt x="764322" y="21751"/>
                  <a:pt x="760415" y="28885"/>
                </a:cubicBezTo>
                <a:cubicBezTo>
                  <a:pt x="755659" y="37718"/>
                  <a:pt x="750393" y="40266"/>
                  <a:pt x="741221" y="35849"/>
                </a:cubicBezTo>
                <a:cubicBezTo>
                  <a:pt x="735786" y="33132"/>
                  <a:pt x="730010" y="32112"/>
                  <a:pt x="724235" y="30923"/>
                </a:cubicBezTo>
                <a:cubicBezTo>
                  <a:pt x="701814" y="26677"/>
                  <a:pt x="679053" y="25828"/>
                  <a:pt x="656801" y="30074"/>
                </a:cubicBezTo>
                <a:cubicBezTo>
                  <a:pt x="628435" y="35510"/>
                  <a:pt x="605674" y="52156"/>
                  <a:pt x="585630" y="72029"/>
                </a:cubicBezTo>
                <a:cubicBezTo>
                  <a:pt x="576628" y="81032"/>
                  <a:pt x="569833" y="91903"/>
                  <a:pt x="566946" y="104812"/>
                </a:cubicBezTo>
                <a:cubicBezTo>
                  <a:pt x="560831" y="132669"/>
                  <a:pt x="561171" y="161035"/>
                  <a:pt x="560491" y="189232"/>
                </a:cubicBezTo>
                <a:cubicBezTo>
                  <a:pt x="560321" y="195347"/>
                  <a:pt x="560831" y="200952"/>
                  <a:pt x="563209" y="206558"/>
                </a:cubicBezTo>
                <a:cubicBezTo>
                  <a:pt x="570853" y="224223"/>
                  <a:pt x="569324" y="241888"/>
                  <a:pt x="563379" y="259554"/>
                </a:cubicBezTo>
                <a:cubicBezTo>
                  <a:pt x="561510" y="264989"/>
                  <a:pt x="561680" y="270764"/>
                  <a:pt x="561340" y="276370"/>
                </a:cubicBezTo>
                <a:cubicBezTo>
                  <a:pt x="560831" y="283334"/>
                  <a:pt x="563039" y="287750"/>
                  <a:pt x="570853" y="288260"/>
                </a:cubicBezTo>
                <a:cubicBezTo>
                  <a:pt x="580534" y="288939"/>
                  <a:pt x="584951" y="294205"/>
                  <a:pt x="584781" y="303887"/>
                </a:cubicBezTo>
                <a:cubicBezTo>
                  <a:pt x="584781" y="307624"/>
                  <a:pt x="585970" y="311021"/>
                  <a:pt x="590386" y="312380"/>
                </a:cubicBezTo>
                <a:cubicBezTo>
                  <a:pt x="604654" y="317136"/>
                  <a:pt x="606353" y="320533"/>
                  <a:pt x="601937" y="335311"/>
                </a:cubicBezTo>
                <a:cubicBezTo>
                  <a:pt x="601087" y="338198"/>
                  <a:pt x="600918" y="339897"/>
                  <a:pt x="603635" y="341595"/>
                </a:cubicBezTo>
                <a:cubicBezTo>
                  <a:pt x="610599" y="345842"/>
                  <a:pt x="613827" y="352466"/>
                  <a:pt x="616205" y="359940"/>
                </a:cubicBezTo>
                <a:cubicBezTo>
                  <a:pt x="619772" y="370981"/>
                  <a:pt x="626227" y="375397"/>
                  <a:pt x="637947" y="374888"/>
                </a:cubicBezTo>
                <a:cubicBezTo>
                  <a:pt x="645590" y="374548"/>
                  <a:pt x="653234" y="373869"/>
                  <a:pt x="660708" y="372510"/>
                </a:cubicBezTo>
                <a:cubicBezTo>
                  <a:pt x="671239" y="370641"/>
                  <a:pt x="679222" y="374208"/>
                  <a:pt x="685168" y="382362"/>
                </a:cubicBezTo>
                <a:cubicBezTo>
                  <a:pt x="689924" y="388646"/>
                  <a:pt x="694000" y="395441"/>
                  <a:pt x="698247" y="402065"/>
                </a:cubicBezTo>
                <a:cubicBezTo>
                  <a:pt x="705381" y="413106"/>
                  <a:pt x="705041" y="414975"/>
                  <a:pt x="694680" y="422788"/>
                </a:cubicBezTo>
                <a:cubicBezTo>
                  <a:pt x="693321" y="423807"/>
                  <a:pt x="691962" y="424826"/>
                  <a:pt x="690603" y="425846"/>
                </a:cubicBezTo>
                <a:cubicBezTo>
                  <a:pt x="675995" y="436547"/>
                  <a:pt x="664954" y="450305"/>
                  <a:pt x="656971" y="466442"/>
                </a:cubicBezTo>
                <a:cubicBezTo>
                  <a:pt x="651196" y="478162"/>
                  <a:pt x="649327" y="492091"/>
                  <a:pt x="637607" y="500414"/>
                </a:cubicBezTo>
                <a:cubicBezTo>
                  <a:pt x="635399" y="501942"/>
                  <a:pt x="635908" y="505000"/>
                  <a:pt x="635229" y="507378"/>
                </a:cubicBezTo>
                <a:cubicBezTo>
                  <a:pt x="632851" y="516890"/>
                  <a:pt x="633021" y="527251"/>
                  <a:pt x="628605" y="536084"/>
                </a:cubicBezTo>
                <a:cubicBezTo>
                  <a:pt x="619942" y="553919"/>
                  <a:pt x="611449" y="571754"/>
                  <a:pt x="601597" y="588910"/>
                </a:cubicBezTo>
                <a:cubicBezTo>
                  <a:pt x="587499" y="613200"/>
                  <a:pt x="576798" y="638169"/>
                  <a:pt x="576118" y="666876"/>
                </a:cubicBezTo>
                <a:cubicBezTo>
                  <a:pt x="575778" y="681993"/>
                  <a:pt x="568474" y="695752"/>
                  <a:pt x="566776" y="710699"/>
                </a:cubicBezTo>
                <a:cubicBezTo>
                  <a:pt x="563209" y="740424"/>
                  <a:pt x="558453" y="769980"/>
                  <a:pt x="552847" y="799535"/>
                </a:cubicBezTo>
                <a:cubicBezTo>
                  <a:pt x="551998" y="804291"/>
                  <a:pt x="550300" y="808878"/>
                  <a:pt x="547582" y="812784"/>
                </a:cubicBezTo>
                <a:cubicBezTo>
                  <a:pt x="543505" y="818390"/>
                  <a:pt x="539768" y="819579"/>
                  <a:pt x="532804" y="815332"/>
                </a:cubicBezTo>
                <a:cubicBezTo>
                  <a:pt x="517177" y="805990"/>
                  <a:pt x="505457" y="802253"/>
                  <a:pt x="491189" y="818220"/>
                </a:cubicBezTo>
                <a:cubicBezTo>
                  <a:pt x="482866" y="827392"/>
                  <a:pt x="472334" y="835545"/>
                  <a:pt x="458406" y="835885"/>
                </a:cubicBezTo>
                <a:cubicBezTo>
                  <a:pt x="440571" y="836395"/>
                  <a:pt x="425114" y="844038"/>
                  <a:pt x="411015" y="853720"/>
                </a:cubicBezTo>
                <a:cubicBezTo>
                  <a:pt x="404391" y="858307"/>
                  <a:pt x="400654" y="861024"/>
                  <a:pt x="394199" y="854400"/>
                </a:cubicBezTo>
                <a:cubicBezTo>
                  <a:pt x="388424" y="848625"/>
                  <a:pt x="379761" y="850153"/>
                  <a:pt x="375345" y="856948"/>
                </a:cubicBezTo>
                <a:cubicBezTo>
                  <a:pt x="372967" y="860854"/>
                  <a:pt x="370249" y="861874"/>
                  <a:pt x="367361" y="858646"/>
                </a:cubicBezTo>
                <a:cubicBezTo>
                  <a:pt x="362945" y="853550"/>
                  <a:pt x="359208" y="855759"/>
                  <a:pt x="355471" y="859156"/>
                </a:cubicBezTo>
                <a:cubicBezTo>
                  <a:pt x="352414" y="861704"/>
                  <a:pt x="349526" y="864421"/>
                  <a:pt x="346469" y="866800"/>
                </a:cubicBezTo>
                <a:cubicBezTo>
                  <a:pt x="337806" y="873934"/>
                  <a:pt x="329143" y="882427"/>
                  <a:pt x="318102" y="884125"/>
                </a:cubicBezTo>
                <a:cubicBezTo>
                  <a:pt x="303664" y="886333"/>
                  <a:pt x="289566" y="890240"/>
                  <a:pt x="274788" y="891259"/>
                </a:cubicBezTo>
                <a:cubicBezTo>
                  <a:pt x="256444" y="892618"/>
                  <a:pt x="237929" y="891599"/>
                  <a:pt x="219754" y="894487"/>
                </a:cubicBezTo>
                <a:cubicBezTo>
                  <a:pt x="214998" y="895166"/>
                  <a:pt x="213469" y="893128"/>
                  <a:pt x="211771" y="889391"/>
                </a:cubicBezTo>
                <a:cubicBezTo>
                  <a:pt x="203617" y="870706"/>
                  <a:pt x="195124" y="852192"/>
                  <a:pt x="186801" y="833677"/>
                </a:cubicBezTo>
                <a:cubicBezTo>
                  <a:pt x="153509" y="759449"/>
                  <a:pt x="120047" y="685220"/>
                  <a:pt x="87094" y="610992"/>
                </a:cubicBezTo>
                <a:cubicBezTo>
                  <a:pt x="84207" y="604707"/>
                  <a:pt x="81998" y="604367"/>
                  <a:pt x="76393" y="607255"/>
                </a:cubicBezTo>
                <a:cubicBezTo>
                  <a:pt x="52783" y="619485"/>
                  <a:pt x="29172" y="631545"/>
                  <a:pt x="5222" y="643095"/>
                </a:cubicBezTo>
                <a:cubicBezTo>
                  <a:pt x="-1063" y="646153"/>
                  <a:pt x="-893" y="648701"/>
                  <a:pt x="1655" y="654306"/>
                </a:cubicBezTo>
                <a:cubicBezTo>
                  <a:pt x="13036" y="678596"/>
                  <a:pt x="23907" y="703225"/>
                  <a:pt x="35117" y="727515"/>
                </a:cubicBezTo>
                <a:cubicBezTo>
                  <a:pt x="71807" y="807689"/>
                  <a:pt x="107477" y="888202"/>
                  <a:pt x="141789" y="969394"/>
                </a:cubicBezTo>
                <a:cubicBezTo>
                  <a:pt x="145696" y="978567"/>
                  <a:pt x="147904" y="986890"/>
                  <a:pt x="138561" y="994194"/>
                </a:cubicBezTo>
                <a:cubicBezTo>
                  <a:pt x="136863" y="995553"/>
                  <a:pt x="135674" y="997931"/>
                  <a:pt x="135334" y="999969"/>
                </a:cubicBezTo>
                <a:cubicBezTo>
                  <a:pt x="133975" y="1006254"/>
                  <a:pt x="129729" y="1009991"/>
                  <a:pt x="125143" y="1013897"/>
                </a:cubicBezTo>
                <a:cubicBezTo>
                  <a:pt x="107138" y="1029524"/>
                  <a:pt x="94568" y="1047529"/>
                  <a:pt x="96436" y="1073178"/>
                </a:cubicBezTo>
                <a:cubicBezTo>
                  <a:pt x="97456" y="1088466"/>
                  <a:pt x="96776" y="1103753"/>
                  <a:pt x="96946" y="1119040"/>
                </a:cubicBezTo>
                <a:cubicBezTo>
                  <a:pt x="96946" y="1122437"/>
                  <a:pt x="97286" y="1125835"/>
                  <a:pt x="98305" y="1129062"/>
                </a:cubicBezTo>
                <a:cubicBezTo>
                  <a:pt x="102381" y="1142141"/>
                  <a:pt x="104760" y="1155390"/>
                  <a:pt x="105779" y="1168979"/>
                </a:cubicBezTo>
                <a:cubicBezTo>
                  <a:pt x="108157" y="1200063"/>
                  <a:pt x="112063" y="1230977"/>
                  <a:pt x="120726" y="1260872"/>
                </a:cubicBezTo>
                <a:cubicBezTo>
                  <a:pt x="132277" y="1300959"/>
                  <a:pt x="144676" y="1340876"/>
                  <a:pt x="157076" y="1380793"/>
                </a:cubicBezTo>
                <a:cubicBezTo>
                  <a:pt x="163021" y="1399987"/>
                  <a:pt x="167268" y="1419521"/>
                  <a:pt x="171514" y="1439224"/>
                </a:cubicBezTo>
                <a:cubicBezTo>
                  <a:pt x="176610" y="1461985"/>
                  <a:pt x="176270" y="1483727"/>
                  <a:pt x="162512" y="1504110"/>
                </a:cubicBezTo>
                <a:cubicBezTo>
                  <a:pt x="154019" y="1516680"/>
                  <a:pt x="147394" y="1530609"/>
                  <a:pt x="140430" y="1544197"/>
                </a:cubicBezTo>
                <a:cubicBezTo>
                  <a:pt x="136693" y="1551501"/>
                  <a:pt x="131597" y="1556257"/>
                  <a:pt x="123274" y="1557786"/>
                </a:cubicBezTo>
                <a:cubicBezTo>
                  <a:pt x="113592" y="1559485"/>
                  <a:pt x="103910" y="1561693"/>
                  <a:pt x="94228" y="1563731"/>
                </a:cubicBezTo>
                <a:cubicBezTo>
                  <a:pt x="90661" y="1564580"/>
                  <a:pt x="87604" y="1565599"/>
                  <a:pt x="85226" y="1569167"/>
                </a:cubicBezTo>
                <a:cubicBezTo>
                  <a:pt x="78092" y="1579698"/>
                  <a:pt x="70108" y="1589550"/>
                  <a:pt x="59917" y="1597533"/>
                </a:cubicBezTo>
                <a:cubicBezTo>
                  <a:pt x="47007" y="1607724"/>
                  <a:pt x="44120" y="1620974"/>
                  <a:pt x="47347" y="1636940"/>
                </a:cubicBezTo>
                <a:cubicBezTo>
                  <a:pt x="51424" y="1656984"/>
                  <a:pt x="66202" y="1666156"/>
                  <a:pt x="82848" y="1670233"/>
                </a:cubicBezTo>
                <a:cubicBezTo>
                  <a:pt x="110874" y="1677197"/>
                  <a:pt x="139750" y="1680764"/>
                  <a:pt x="168626" y="1675668"/>
                </a:cubicBezTo>
                <a:cubicBezTo>
                  <a:pt x="197333" y="1670572"/>
                  <a:pt x="219754" y="1658003"/>
                  <a:pt x="225699" y="1626239"/>
                </a:cubicBezTo>
                <a:cubicBezTo>
                  <a:pt x="227398" y="1616897"/>
                  <a:pt x="233343" y="1609763"/>
                  <a:pt x="241496" y="1605007"/>
                </a:cubicBezTo>
                <a:cubicBezTo>
                  <a:pt x="251687" y="1599062"/>
                  <a:pt x="262389" y="1593626"/>
                  <a:pt x="272750" y="1588021"/>
                </a:cubicBezTo>
                <a:cubicBezTo>
                  <a:pt x="280733" y="1583774"/>
                  <a:pt x="282092" y="1584284"/>
                  <a:pt x="282092" y="1593966"/>
                </a:cubicBezTo>
                <a:cubicBezTo>
                  <a:pt x="282262" y="1610272"/>
                  <a:pt x="283621" y="1626749"/>
                  <a:pt x="279884" y="1643055"/>
                </a:cubicBezTo>
                <a:cubicBezTo>
                  <a:pt x="278355" y="1649340"/>
                  <a:pt x="284300" y="1652397"/>
                  <a:pt x="287698" y="1653417"/>
                </a:cubicBezTo>
                <a:cubicBezTo>
                  <a:pt x="292114" y="1654606"/>
                  <a:pt x="290925" y="1648830"/>
                  <a:pt x="291095" y="1645943"/>
                </a:cubicBezTo>
                <a:cubicBezTo>
                  <a:pt x="291944" y="1632184"/>
                  <a:pt x="292284" y="1618256"/>
                  <a:pt x="292963" y="1604327"/>
                </a:cubicBezTo>
                <a:cubicBezTo>
                  <a:pt x="293473" y="1595834"/>
                  <a:pt x="293813" y="1587511"/>
                  <a:pt x="295681" y="1579188"/>
                </a:cubicBezTo>
                <a:cubicBezTo>
                  <a:pt x="298229" y="1567638"/>
                  <a:pt x="305363" y="1558805"/>
                  <a:pt x="311648" y="1549633"/>
                </a:cubicBezTo>
                <a:cubicBezTo>
                  <a:pt x="318612" y="1539441"/>
                  <a:pt x="322349" y="1529250"/>
                  <a:pt x="316234" y="1517190"/>
                </a:cubicBezTo>
                <a:cubicBezTo>
                  <a:pt x="314535" y="1513962"/>
                  <a:pt x="315045" y="1510395"/>
                  <a:pt x="316743" y="1507338"/>
                </a:cubicBezTo>
                <a:cubicBezTo>
                  <a:pt x="323028" y="1495618"/>
                  <a:pt x="319631" y="1484916"/>
                  <a:pt x="313686" y="1474385"/>
                </a:cubicBezTo>
                <a:cubicBezTo>
                  <a:pt x="308760" y="1465553"/>
                  <a:pt x="300947" y="1459268"/>
                  <a:pt x="294662" y="1451794"/>
                </a:cubicBezTo>
                <a:cubicBezTo>
                  <a:pt x="290755" y="1447378"/>
                  <a:pt x="287528" y="1444490"/>
                  <a:pt x="281073" y="1446189"/>
                </a:cubicBezTo>
                <a:cubicBezTo>
                  <a:pt x="276317" y="1447378"/>
                  <a:pt x="272920" y="1444830"/>
                  <a:pt x="272071" y="1439734"/>
                </a:cubicBezTo>
                <a:cubicBezTo>
                  <a:pt x="271391" y="1436167"/>
                  <a:pt x="270882" y="1432430"/>
                  <a:pt x="270542" y="1428863"/>
                </a:cubicBezTo>
                <a:cubicBezTo>
                  <a:pt x="266975" y="1386738"/>
                  <a:pt x="275298" y="1345292"/>
                  <a:pt x="278355" y="1303677"/>
                </a:cubicBezTo>
                <a:cubicBezTo>
                  <a:pt x="280564" y="1273272"/>
                  <a:pt x="285829" y="1243037"/>
                  <a:pt x="285659" y="1212293"/>
                </a:cubicBezTo>
                <a:cubicBezTo>
                  <a:pt x="285659" y="1202101"/>
                  <a:pt x="285150" y="1191230"/>
                  <a:pt x="280564" y="1182398"/>
                </a:cubicBezTo>
                <a:cubicBezTo>
                  <a:pt x="274958" y="1171527"/>
                  <a:pt x="273769" y="1159806"/>
                  <a:pt x="269862" y="1148596"/>
                </a:cubicBezTo>
                <a:cubicBezTo>
                  <a:pt x="267315" y="1141292"/>
                  <a:pt x="270372" y="1137725"/>
                  <a:pt x="278016" y="1137725"/>
                </a:cubicBezTo>
                <a:cubicBezTo>
                  <a:pt x="289906" y="1137555"/>
                  <a:pt x="301796" y="1138404"/>
                  <a:pt x="313686" y="1138234"/>
                </a:cubicBezTo>
                <a:cubicBezTo>
                  <a:pt x="321160" y="1138064"/>
                  <a:pt x="324217" y="1140952"/>
                  <a:pt x="323708" y="1148596"/>
                </a:cubicBezTo>
                <a:cubicBezTo>
                  <a:pt x="323198" y="1159636"/>
                  <a:pt x="328803" y="1167280"/>
                  <a:pt x="337296" y="1174414"/>
                </a:cubicBezTo>
                <a:cubicBezTo>
                  <a:pt x="351055" y="1185625"/>
                  <a:pt x="368041" y="1187154"/>
                  <a:pt x="383668" y="1187663"/>
                </a:cubicBezTo>
                <a:cubicBezTo>
                  <a:pt x="424944" y="1189362"/>
                  <a:pt x="466049" y="1193269"/>
                  <a:pt x="507325" y="1194797"/>
                </a:cubicBezTo>
                <a:cubicBezTo>
                  <a:pt x="514120" y="1194967"/>
                  <a:pt x="517007" y="1197345"/>
                  <a:pt x="517007" y="1204309"/>
                </a:cubicBezTo>
                <a:cubicBezTo>
                  <a:pt x="516837" y="1234884"/>
                  <a:pt x="513100" y="1265289"/>
                  <a:pt x="509194" y="1295524"/>
                </a:cubicBezTo>
                <a:cubicBezTo>
                  <a:pt x="504947" y="1328986"/>
                  <a:pt x="502229" y="1362448"/>
                  <a:pt x="499851" y="1395910"/>
                </a:cubicBezTo>
                <a:cubicBezTo>
                  <a:pt x="499512" y="1401176"/>
                  <a:pt x="501210" y="1403724"/>
                  <a:pt x="506816" y="1404064"/>
                </a:cubicBezTo>
                <a:cubicBezTo>
                  <a:pt x="535522" y="1405592"/>
                  <a:pt x="564228" y="1410688"/>
                  <a:pt x="593104" y="1408140"/>
                </a:cubicBezTo>
                <a:cubicBezTo>
                  <a:pt x="597520" y="1407801"/>
                  <a:pt x="602107" y="1407970"/>
                  <a:pt x="606693" y="1407970"/>
                </a:cubicBezTo>
                <a:cubicBezTo>
                  <a:pt x="612128" y="1407970"/>
                  <a:pt x="615016" y="1410348"/>
                  <a:pt x="615016" y="1416293"/>
                </a:cubicBezTo>
                <a:cubicBezTo>
                  <a:pt x="614676" y="1439564"/>
                  <a:pt x="614506" y="1462665"/>
                  <a:pt x="614167" y="1485936"/>
                </a:cubicBezTo>
                <a:cubicBezTo>
                  <a:pt x="614167" y="1488484"/>
                  <a:pt x="614336" y="1491201"/>
                  <a:pt x="610430" y="1490861"/>
                </a:cubicBezTo>
                <a:cubicBezTo>
                  <a:pt x="593953" y="1489672"/>
                  <a:pt x="577137" y="1491541"/>
                  <a:pt x="560831" y="1486105"/>
                </a:cubicBezTo>
                <a:cubicBezTo>
                  <a:pt x="524991" y="1474046"/>
                  <a:pt x="488980" y="1462325"/>
                  <a:pt x="452801" y="1450945"/>
                </a:cubicBezTo>
                <a:cubicBezTo>
                  <a:pt x="438363" y="1446358"/>
                  <a:pt x="436154" y="1447717"/>
                  <a:pt x="429870" y="1458928"/>
                </a:cubicBezTo>
                <a:cubicBezTo>
                  <a:pt x="428341" y="1461646"/>
                  <a:pt x="428341" y="1464194"/>
                  <a:pt x="428341" y="1467081"/>
                </a:cubicBezTo>
                <a:cubicBezTo>
                  <a:pt x="428341" y="1479821"/>
                  <a:pt x="428511" y="1492560"/>
                  <a:pt x="428171" y="1505300"/>
                </a:cubicBezTo>
                <a:cubicBezTo>
                  <a:pt x="428001" y="1512264"/>
                  <a:pt x="428341" y="1518718"/>
                  <a:pt x="434626" y="1523474"/>
                </a:cubicBezTo>
                <a:cubicBezTo>
                  <a:pt x="437004" y="1525343"/>
                  <a:pt x="439042" y="1528570"/>
                  <a:pt x="438193" y="1531628"/>
                </a:cubicBezTo>
                <a:cubicBezTo>
                  <a:pt x="435645" y="1541479"/>
                  <a:pt x="440571" y="1547085"/>
                  <a:pt x="448214" y="1551671"/>
                </a:cubicBezTo>
                <a:cubicBezTo>
                  <a:pt x="450592" y="1553030"/>
                  <a:pt x="451951" y="1555238"/>
                  <a:pt x="451611" y="1557956"/>
                </a:cubicBezTo>
                <a:cubicBezTo>
                  <a:pt x="451272" y="1560843"/>
                  <a:pt x="448554" y="1560843"/>
                  <a:pt x="446346" y="1561523"/>
                </a:cubicBezTo>
                <a:cubicBezTo>
                  <a:pt x="414582" y="1569846"/>
                  <a:pt x="382988" y="1578679"/>
                  <a:pt x="350715" y="1584454"/>
                </a:cubicBezTo>
                <a:cubicBezTo>
                  <a:pt x="336277" y="1587002"/>
                  <a:pt x="327954" y="1598722"/>
                  <a:pt x="327954" y="1610782"/>
                </a:cubicBezTo>
                <a:cubicBezTo>
                  <a:pt x="327954" y="1623861"/>
                  <a:pt x="327784" y="1636770"/>
                  <a:pt x="327954" y="1649850"/>
                </a:cubicBezTo>
                <a:cubicBezTo>
                  <a:pt x="327954" y="1656984"/>
                  <a:pt x="330332" y="1662929"/>
                  <a:pt x="335428" y="1668194"/>
                </a:cubicBezTo>
                <a:cubicBezTo>
                  <a:pt x="340863" y="1673800"/>
                  <a:pt x="346639" y="1679575"/>
                  <a:pt x="346809" y="1688407"/>
                </a:cubicBezTo>
                <a:cubicBezTo>
                  <a:pt x="346809" y="1691125"/>
                  <a:pt x="349866" y="1692314"/>
                  <a:pt x="351904" y="1693673"/>
                </a:cubicBezTo>
                <a:cubicBezTo>
                  <a:pt x="363285" y="1701317"/>
                  <a:pt x="383498" y="1698259"/>
                  <a:pt x="395558" y="1687219"/>
                </a:cubicBezTo>
                <a:cubicBezTo>
                  <a:pt x="405919" y="1677706"/>
                  <a:pt x="408637" y="1664627"/>
                  <a:pt x="410166" y="1651888"/>
                </a:cubicBezTo>
                <a:cubicBezTo>
                  <a:pt x="411015" y="1643905"/>
                  <a:pt x="405070" y="1637450"/>
                  <a:pt x="398615" y="1632354"/>
                </a:cubicBezTo>
                <a:cubicBezTo>
                  <a:pt x="395728" y="1630146"/>
                  <a:pt x="394539" y="1626919"/>
                  <a:pt x="395388" y="1623182"/>
                </a:cubicBezTo>
                <a:cubicBezTo>
                  <a:pt x="396407" y="1619105"/>
                  <a:pt x="400314" y="1619785"/>
                  <a:pt x="403032" y="1619445"/>
                </a:cubicBezTo>
                <a:cubicBezTo>
                  <a:pt x="435645" y="1614349"/>
                  <a:pt x="468597" y="1611971"/>
                  <a:pt x="500701" y="1603478"/>
                </a:cubicBezTo>
                <a:cubicBezTo>
                  <a:pt x="522103" y="1597703"/>
                  <a:pt x="544694" y="1595665"/>
                  <a:pt x="566606" y="1591928"/>
                </a:cubicBezTo>
                <a:cubicBezTo>
                  <a:pt x="583082" y="1589210"/>
                  <a:pt x="599389" y="1584963"/>
                  <a:pt x="616205" y="1587341"/>
                </a:cubicBezTo>
                <a:cubicBezTo>
                  <a:pt x="626736" y="1588870"/>
                  <a:pt x="634719" y="1592947"/>
                  <a:pt x="638626" y="1604667"/>
                </a:cubicBezTo>
                <a:cubicBezTo>
                  <a:pt x="647629" y="1630655"/>
                  <a:pt x="655952" y="1656984"/>
                  <a:pt x="663935" y="1683312"/>
                </a:cubicBezTo>
                <a:cubicBezTo>
                  <a:pt x="668861" y="1699448"/>
                  <a:pt x="672938" y="1715075"/>
                  <a:pt x="667502" y="1731891"/>
                </a:cubicBezTo>
                <a:cubicBezTo>
                  <a:pt x="664954" y="1739875"/>
                  <a:pt x="665124" y="1748707"/>
                  <a:pt x="665634" y="1757200"/>
                </a:cubicBezTo>
                <a:cubicBezTo>
                  <a:pt x="666993" y="1780471"/>
                  <a:pt x="688735" y="1802043"/>
                  <a:pt x="712345" y="1803402"/>
                </a:cubicBezTo>
                <a:cubicBezTo>
                  <a:pt x="734257" y="1804591"/>
                  <a:pt x="759905" y="1784378"/>
                  <a:pt x="763642" y="1762976"/>
                </a:cubicBezTo>
                <a:cubicBezTo>
                  <a:pt x="765001" y="1755842"/>
                  <a:pt x="763642" y="1748877"/>
                  <a:pt x="760415" y="1742423"/>
                </a:cubicBezTo>
                <a:cubicBezTo>
                  <a:pt x="753791" y="1728664"/>
                  <a:pt x="742580" y="1719152"/>
                  <a:pt x="730860" y="1710319"/>
                </a:cubicBezTo>
                <a:cubicBezTo>
                  <a:pt x="728482" y="1708451"/>
                  <a:pt x="726783" y="1707092"/>
                  <a:pt x="725934" y="1704204"/>
                </a:cubicBezTo>
                <a:cubicBezTo>
                  <a:pt x="714553" y="1668024"/>
                  <a:pt x="702663" y="1632184"/>
                  <a:pt x="695189" y="1594985"/>
                </a:cubicBezTo>
                <a:cubicBezTo>
                  <a:pt x="692811" y="1583435"/>
                  <a:pt x="694000" y="1581906"/>
                  <a:pt x="705890" y="1581736"/>
                </a:cubicBezTo>
                <a:cubicBezTo>
                  <a:pt x="707929" y="1581736"/>
                  <a:pt x="709797" y="1582076"/>
                  <a:pt x="711835" y="1582246"/>
                </a:cubicBezTo>
                <a:cubicBezTo>
                  <a:pt x="735786" y="1584793"/>
                  <a:pt x="759566" y="1587681"/>
                  <a:pt x="783516" y="1589719"/>
                </a:cubicBezTo>
                <a:cubicBezTo>
                  <a:pt x="831756" y="1593626"/>
                  <a:pt x="879996" y="1596514"/>
                  <a:pt x="928236" y="1601270"/>
                </a:cubicBezTo>
                <a:cubicBezTo>
                  <a:pt x="948449" y="1603308"/>
                  <a:pt x="948449" y="1603138"/>
                  <a:pt x="942844" y="1623182"/>
                </a:cubicBezTo>
                <a:cubicBezTo>
                  <a:pt x="941315" y="1628617"/>
                  <a:pt x="939446" y="1634732"/>
                  <a:pt x="943353" y="1639488"/>
                </a:cubicBezTo>
                <a:cubicBezTo>
                  <a:pt x="947600" y="1644754"/>
                  <a:pt x="950148" y="1650529"/>
                  <a:pt x="951506" y="1656984"/>
                </a:cubicBezTo>
                <a:cubicBezTo>
                  <a:pt x="952356" y="1661060"/>
                  <a:pt x="954734" y="1662759"/>
                  <a:pt x="958980" y="1663778"/>
                </a:cubicBezTo>
                <a:cubicBezTo>
                  <a:pt x="969002" y="1665986"/>
                  <a:pt x="979193" y="1665816"/>
                  <a:pt x="989385" y="1666496"/>
                </a:cubicBezTo>
                <a:cubicBezTo>
                  <a:pt x="996179" y="1667005"/>
                  <a:pt x="999916" y="1664118"/>
                  <a:pt x="1002974" y="1659531"/>
                </a:cubicBezTo>
                <a:cubicBezTo>
                  <a:pt x="1012656" y="1645263"/>
                  <a:pt x="1014015" y="1629297"/>
                  <a:pt x="1010278" y="1613160"/>
                </a:cubicBezTo>
                <a:close/>
                <a:moveTo>
                  <a:pt x="893245" y="959203"/>
                </a:moveTo>
                <a:cubicBezTo>
                  <a:pt x="900379" y="964808"/>
                  <a:pt x="906154" y="960732"/>
                  <a:pt x="911929" y="957674"/>
                </a:cubicBezTo>
                <a:cubicBezTo>
                  <a:pt x="921611" y="952748"/>
                  <a:pt x="921611" y="952578"/>
                  <a:pt x="923310" y="963110"/>
                </a:cubicBezTo>
                <a:cubicBezTo>
                  <a:pt x="929425" y="999459"/>
                  <a:pt x="935540" y="1035639"/>
                  <a:pt x="941655" y="1071989"/>
                </a:cubicBezTo>
                <a:cubicBezTo>
                  <a:pt x="942504" y="1076745"/>
                  <a:pt x="942674" y="1081501"/>
                  <a:pt x="943183" y="1086257"/>
                </a:cubicBezTo>
                <a:cubicBezTo>
                  <a:pt x="943013" y="1086257"/>
                  <a:pt x="942844" y="1086257"/>
                  <a:pt x="942504" y="1086257"/>
                </a:cubicBezTo>
                <a:cubicBezTo>
                  <a:pt x="942504" y="1090164"/>
                  <a:pt x="942674" y="1094241"/>
                  <a:pt x="942504" y="1098147"/>
                </a:cubicBezTo>
                <a:cubicBezTo>
                  <a:pt x="942334" y="1100865"/>
                  <a:pt x="940805" y="1103073"/>
                  <a:pt x="937748" y="1103073"/>
                </a:cubicBezTo>
                <a:cubicBezTo>
                  <a:pt x="934690" y="1103243"/>
                  <a:pt x="933501" y="1101205"/>
                  <a:pt x="932822" y="1098317"/>
                </a:cubicBezTo>
                <a:cubicBezTo>
                  <a:pt x="928066" y="1076066"/>
                  <a:pt x="919573" y="1054833"/>
                  <a:pt x="912269" y="1033261"/>
                </a:cubicBezTo>
                <a:cubicBezTo>
                  <a:pt x="905645" y="1013897"/>
                  <a:pt x="897152" y="995213"/>
                  <a:pt x="893245" y="974830"/>
                </a:cubicBezTo>
                <a:cubicBezTo>
                  <a:pt x="892565" y="970753"/>
                  <a:pt x="888828" y="967526"/>
                  <a:pt x="888998" y="962940"/>
                </a:cubicBezTo>
                <a:cubicBezTo>
                  <a:pt x="888998" y="960562"/>
                  <a:pt x="889508" y="956145"/>
                  <a:pt x="893245" y="959203"/>
                </a:cubicBezTo>
                <a:close/>
              </a:path>
            </a:pathLst>
          </a:custGeom>
          <a:solidFill>
            <a:schemeClr val="accent2"/>
          </a:solidFill>
          <a:ln w="169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16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7463A3-1F32-4EB2-8136-D0598DCA0FAD}"/>
              </a:ext>
            </a:extLst>
          </p:cNvPr>
          <p:cNvSpPr/>
          <p:nvPr/>
        </p:nvSpPr>
        <p:spPr>
          <a:xfrm>
            <a:off x="1419977" y="3939016"/>
            <a:ext cx="2959745" cy="14207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E24597-C722-4526-8D97-F39B9353AC90}"/>
              </a:ext>
            </a:extLst>
          </p:cNvPr>
          <p:cNvSpPr txBox="1"/>
          <p:nvPr/>
        </p:nvSpPr>
        <p:spPr>
          <a:xfrm>
            <a:off x="10028732" y="1852943"/>
            <a:ext cx="373981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系統回應時間偶有延遲</a:t>
            </a:r>
            <a:endParaRPr lang="en-US" altLang="zh-TW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完全依賴網路連接</a:t>
            </a:r>
            <a:endParaRPr lang="en-US" altLang="zh-TW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缺乏學習進度追踪功能</a:t>
            </a:r>
            <a:endParaRPr lang="en-US" altLang="zh-TW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語音識別對非標準發音準確率待改善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988FE8-5A0D-4921-AC45-767455FCEF21}"/>
              </a:ext>
            </a:extLst>
          </p:cNvPr>
          <p:cNvSpPr txBox="1"/>
          <p:nvPr/>
        </p:nvSpPr>
        <p:spPr>
          <a:xfrm>
            <a:off x="468535" y="1836577"/>
            <a:ext cx="43640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易用性：</a:t>
            </a:r>
            <a:r>
              <a:rPr lang="en-US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LINE</a:t>
            </a:r>
            <a:r>
              <a:rPr lang="zh-TW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平台熟悉、界面直覺</a:t>
            </a:r>
            <a:endParaRPr lang="en-US" altLang="zh-TW" sz="16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互動性：回應自然、理解上下文、即時反饋</a:t>
            </a:r>
            <a:endParaRPr lang="en-US" altLang="zh-TW" sz="16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學習效果：發音改善、詞彙應用提升、信心增強</a:t>
            </a:r>
            <a:endParaRPr lang="en-US" altLang="zh-TW" sz="16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功能偏好：初學者愛跟讀、中級愛對話、高級愛造句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B6AE5A-CC86-46F8-8C39-C9F0C669EB04}"/>
              </a:ext>
            </a:extLst>
          </p:cNvPr>
          <p:cNvSpPr txBox="1"/>
          <p:nvPr/>
        </p:nvSpPr>
        <p:spPr>
          <a:xfrm>
            <a:off x="1948650" y="4242191"/>
            <a:ext cx="18895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正面回饋</a:t>
            </a:r>
            <a:endParaRPr lang="ko-KR" altLang="en-US" sz="3200" b="1" dirty="0">
              <a:solidFill>
                <a:schemeClr val="bg1"/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ED3162-02B8-4186-BBB3-0602A066E194}"/>
              </a:ext>
            </a:extLst>
          </p:cNvPr>
          <p:cNvSpPr/>
          <p:nvPr/>
        </p:nvSpPr>
        <p:spPr>
          <a:xfrm>
            <a:off x="10358006" y="3939016"/>
            <a:ext cx="2956920" cy="1420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9FE46F-8FC2-4E43-8CF3-56971CF3D05C}"/>
              </a:ext>
            </a:extLst>
          </p:cNvPr>
          <p:cNvSpPr txBox="1"/>
          <p:nvPr/>
        </p:nvSpPr>
        <p:spPr>
          <a:xfrm>
            <a:off x="10885269" y="4140846"/>
            <a:ext cx="213704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使用挑戰與限制</a:t>
            </a:r>
            <a:endParaRPr lang="ko-KR" altLang="en-US" sz="3200" b="1" dirty="0">
              <a:solidFill>
                <a:schemeClr val="bg1"/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27FA5DE0-0BF3-BF01-2FE6-76BA571BA3D7}"/>
              </a:ext>
            </a:extLst>
          </p:cNvPr>
          <p:cNvSpPr/>
          <p:nvPr/>
        </p:nvSpPr>
        <p:spPr>
          <a:xfrm>
            <a:off x="4172607" y="6041999"/>
            <a:ext cx="5749159" cy="147261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850266B4-2942-131A-CDFA-5774CF9E5CC7}"/>
              </a:ext>
            </a:extLst>
          </p:cNvPr>
          <p:cNvSpPr txBox="1"/>
          <p:nvPr/>
        </p:nvSpPr>
        <p:spPr>
          <a:xfrm>
            <a:off x="4379722" y="6205427"/>
            <a:ext cx="554204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en-US" sz="16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改進建議</a:t>
            </a: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技術優化：提升語音識別、縮短回應時間、部分離線功能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功能擴充：學習數據分析、個人化路徑、更多主題內容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體驗提升：遊戲化元素、社群功能、界面優化</a:t>
            </a:r>
          </a:p>
        </p:txBody>
      </p:sp>
    </p:spTree>
    <p:extLst>
      <p:ext uri="{BB962C8B-B14F-4D97-AF65-F5344CB8AC3E}">
        <p14:creationId xmlns:p14="http://schemas.microsoft.com/office/powerpoint/2010/main" val="27379425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>
          <a:extLst>
            <a:ext uri="{FF2B5EF4-FFF2-40B4-BE49-F238E27FC236}">
              <a16:creationId xmlns:a16="http://schemas.microsoft.com/office/drawing/2014/main" id="{FBFCCFBD-7954-E072-428D-4DB2A4FEF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6">
            <a:extLst>
              <a:ext uri="{FF2B5EF4-FFF2-40B4-BE49-F238E27FC236}">
                <a16:creationId xmlns:a16="http://schemas.microsoft.com/office/drawing/2014/main" id="{9A0B7400-BA1E-E5CB-24EA-D04DB88CBF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159" y="2097760"/>
            <a:ext cx="8108703" cy="1885920"/>
          </a:xfrm>
          <a:prstGeom prst="rect">
            <a:avLst/>
          </a:prstGeom>
        </p:spPr>
        <p:txBody>
          <a:bodyPr spcFirstLastPara="1" wrap="square" lIns="146280" tIns="146280" rIns="146280" bIns="146280" anchor="b" anchorCtr="0">
            <a:noAutofit/>
          </a:bodyPr>
          <a:lstStyle/>
          <a:p>
            <a:pPr algn="l"/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結論</a:t>
            </a:r>
          </a:p>
        </p:txBody>
      </p:sp>
      <p:cxnSp>
        <p:nvCxnSpPr>
          <p:cNvPr id="661" name="Google Shape;661;p46">
            <a:extLst>
              <a:ext uri="{FF2B5EF4-FFF2-40B4-BE49-F238E27FC236}">
                <a16:creationId xmlns:a16="http://schemas.microsoft.com/office/drawing/2014/main" id="{ACAF6C6C-2D95-F910-7882-53797249E001}"/>
              </a:ext>
            </a:extLst>
          </p:cNvPr>
          <p:cNvCxnSpPr/>
          <p:nvPr/>
        </p:nvCxnSpPr>
        <p:spPr>
          <a:xfrm>
            <a:off x="4182677" y="4267262"/>
            <a:ext cx="546288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049841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5400" y="3320339"/>
            <a:ext cx="14681200" cy="2493645"/>
            <a:chOff x="-25400" y="3320339"/>
            <a:chExt cx="14681200" cy="24936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09068" y="3320339"/>
              <a:ext cx="1959991" cy="19177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3112230" y="3334308"/>
              <a:ext cx="667385" cy="1891030"/>
            </a:xfrm>
            <a:custGeom>
              <a:avLst/>
              <a:gdLst/>
              <a:ahLst/>
              <a:cxnLst/>
              <a:rect l="l" t="t" r="r" b="b"/>
              <a:pathLst>
                <a:path w="667384" h="1891029">
                  <a:moveTo>
                    <a:pt x="221043" y="976325"/>
                  </a:moveTo>
                  <a:lnTo>
                    <a:pt x="219976" y="963536"/>
                  </a:lnTo>
                  <a:lnTo>
                    <a:pt x="216509" y="954417"/>
                  </a:lnTo>
                  <a:lnTo>
                    <a:pt x="214515" y="950925"/>
                  </a:lnTo>
                  <a:lnTo>
                    <a:pt x="182753" y="911809"/>
                  </a:lnTo>
                  <a:lnTo>
                    <a:pt x="175425" y="895451"/>
                  </a:lnTo>
                  <a:lnTo>
                    <a:pt x="174993" y="880110"/>
                  </a:lnTo>
                  <a:lnTo>
                    <a:pt x="177596" y="868756"/>
                  </a:lnTo>
                  <a:lnTo>
                    <a:pt x="179324" y="864311"/>
                  </a:lnTo>
                  <a:lnTo>
                    <a:pt x="178523" y="847191"/>
                  </a:lnTo>
                  <a:lnTo>
                    <a:pt x="33274" y="690194"/>
                  </a:lnTo>
                  <a:lnTo>
                    <a:pt x="15671" y="683260"/>
                  </a:lnTo>
                  <a:lnTo>
                    <a:pt x="10515" y="685177"/>
                  </a:lnTo>
                  <a:lnTo>
                    <a:pt x="8648" y="686511"/>
                  </a:lnTo>
                  <a:lnTo>
                    <a:pt x="0" y="697255"/>
                  </a:lnTo>
                  <a:lnTo>
                    <a:pt x="177" y="707758"/>
                  </a:lnTo>
                  <a:lnTo>
                    <a:pt x="4051" y="715733"/>
                  </a:lnTo>
                  <a:lnTo>
                    <a:pt x="6489" y="718896"/>
                  </a:lnTo>
                  <a:lnTo>
                    <a:pt x="170827" y="978103"/>
                  </a:lnTo>
                  <a:lnTo>
                    <a:pt x="186131" y="999604"/>
                  </a:lnTo>
                  <a:lnTo>
                    <a:pt x="196392" y="1007249"/>
                  </a:lnTo>
                  <a:lnTo>
                    <a:pt x="202158" y="1007287"/>
                  </a:lnTo>
                  <a:lnTo>
                    <a:pt x="203974" y="1005916"/>
                  </a:lnTo>
                  <a:lnTo>
                    <a:pt x="215912" y="990803"/>
                  </a:lnTo>
                  <a:lnTo>
                    <a:pt x="221043" y="976325"/>
                  </a:lnTo>
                  <a:close/>
                </a:path>
                <a:path w="667384" h="1891029">
                  <a:moveTo>
                    <a:pt x="662952" y="308178"/>
                  </a:moveTo>
                  <a:lnTo>
                    <a:pt x="647966" y="232651"/>
                  </a:lnTo>
                  <a:lnTo>
                    <a:pt x="610920" y="194259"/>
                  </a:lnTo>
                  <a:lnTo>
                    <a:pt x="573100" y="180454"/>
                  </a:lnTo>
                  <a:lnTo>
                    <a:pt x="540270" y="177114"/>
                  </a:lnTo>
                  <a:lnTo>
                    <a:pt x="536714" y="165811"/>
                  </a:lnTo>
                  <a:lnTo>
                    <a:pt x="513486" y="131140"/>
                  </a:lnTo>
                  <a:lnTo>
                    <a:pt x="509917" y="125806"/>
                  </a:lnTo>
                  <a:lnTo>
                    <a:pt x="502932" y="116027"/>
                  </a:lnTo>
                  <a:lnTo>
                    <a:pt x="494423" y="122123"/>
                  </a:lnTo>
                  <a:lnTo>
                    <a:pt x="482485" y="131140"/>
                  </a:lnTo>
                  <a:lnTo>
                    <a:pt x="468388" y="128854"/>
                  </a:lnTo>
                  <a:lnTo>
                    <a:pt x="462826" y="120599"/>
                  </a:lnTo>
                  <a:lnTo>
                    <a:pt x="452132" y="104724"/>
                  </a:lnTo>
                  <a:lnTo>
                    <a:pt x="450735" y="91135"/>
                  </a:lnTo>
                  <a:lnTo>
                    <a:pt x="455688" y="77673"/>
                  </a:lnTo>
                  <a:lnTo>
                    <a:pt x="452005" y="73863"/>
                  </a:lnTo>
                  <a:lnTo>
                    <a:pt x="413397" y="33858"/>
                  </a:lnTo>
                  <a:lnTo>
                    <a:pt x="377558" y="8623"/>
                  </a:lnTo>
                  <a:lnTo>
                    <a:pt x="351739" y="0"/>
                  </a:lnTo>
                  <a:lnTo>
                    <a:pt x="336092" y="419"/>
                  </a:lnTo>
                  <a:lnTo>
                    <a:pt x="290537" y="28028"/>
                  </a:lnTo>
                  <a:lnTo>
                    <a:pt x="253263" y="72263"/>
                  </a:lnTo>
                  <a:lnTo>
                    <a:pt x="249821" y="79832"/>
                  </a:lnTo>
                  <a:lnTo>
                    <a:pt x="253263" y="125806"/>
                  </a:lnTo>
                  <a:lnTo>
                    <a:pt x="253377" y="127330"/>
                  </a:lnTo>
                  <a:lnTo>
                    <a:pt x="269506" y="121361"/>
                  </a:lnTo>
                  <a:lnTo>
                    <a:pt x="317512" y="73863"/>
                  </a:lnTo>
                  <a:lnTo>
                    <a:pt x="389394" y="121361"/>
                  </a:lnTo>
                  <a:lnTo>
                    <a:pt x="400431" y="128193"/>
                  </a:lnTo>
                  <a:lnTo>
                    <a:pt x="404964" y="130784"/>
                  </a:lnTo>
                  <a:lnTo>
                    <a:pt x="405333" y="130784"/>
                  </a:lnTo>
                  <a:lnTo>
                    <a:pt x="404888" y="130378"/>
                  </a:lnTo>
                  <a:lnTo>
                    <a:pt x="417588" y="120599"/>
                  </a:lnTo>
                  <a:lnTo>
                    <a:pt x="430288" y="126568"/>
                  </a:lnTo>
                  <a:lnTo>
                    <a:pt x="451370" y="154508"/>
                  </a:lnTo>
                  <a:lnTo>
                    <a:pt x="442226" y="167335"/>
                  </a:lnTo>
                  <a:lnTo>
                    <a:pt x="437273" y="178638"/>
                  </a:lnTo>
                  <a:lnTo>
                    <a:pt x="442226" y="182321"/>
                  </a:lnTo>
                  <a:lnTo>
                    <a:pt x="468388" y="212547"/>
                  </a:lnTo>
                  <a:lnTo>
                    <a:pt x="475373" y="219278"/>
                  </a:lnTo>
                  <a:lnTo>
                    <a:pt x="466991" y="229057"/>
                  </a:lnTo>
                  <a:lnTo>
                    <a:pt x="452970" y="254762"/>
                  </a:lnTo>
                  <a:lnTo>
                    <a:pt x="447649" y="280479"/>
                  </a:lnTo>
                  <a:lnTo>
                    <a:pt x="447230" y="300266"/>
                  </a:lnTo>
                  <a:lnTo>
                    <a:pt x="447941" y="308178"/>
                  </a:lnTo>
                  <a:lnTo>
                    <a:pt x="470776" y="370992"/>
                  </a:lnTo>
                  <a:lnTo>
                    <a:pt x="510755" y="402666"/>
                  </a:lnTo>
                  <a:lnTo>
                    <a:pt x="548754" y="413880"/>
                  </a:lnTo>
                  <a:lnTo>
                    <a:pt x="565670" y="415239"/>
                  </a:lnTo>
                  <a:lnTo>
                    <a:pt x="622490" y="395300"/>
                  </a:lnTo>
                  <a:lnTo>
                    <a:pt x="651306" y="358851"/>
                  </a:lnTo>
                  <a:lnTo>
                    <a:pt x="661619" y="323837"/>
                  </a:lnTo>
                  <a:lnTo>
                    <a:pt x="662952" y="308178"/>
                  </a:lnTo>
                  <a:close/>
                </a:path>
                <a:path w="667384" h="1891029">
                  <a:moveTo>
                    <a:pt x="665746" y="503377"/>
                  </a:moveTo>
                  <a:lnTo>
                    <a:pt x="657364" y="449681"/>
                  </a:lnTo>
                  <a:lnTo>
                    <a:pt x="638949" y="411429"/>
                  </a:lnTo>
                  <a:lnTo>
                    <a:pt x="627646" y="416001"/>
                  </a:lnTo>
                  <a:lnTo>
                    <a:pt x="625614" y="422732"/>
                  </a:lnTo>
                  <a:lnTo>
                    <a:pt x="630389" y="436422"/>
                  </a:lnTo>
                  <a:lnTo>
                    <a:pt x="636384" y="454799"/>
                  </a:lnTo>
                  <a:lnTo>
                    <a:pt x="642264" y="478434"/>
                  </a:lnTo>
                  <a:lnTo>
                    <a:pt x="644664" y="501853"/>
                  </a:lnTo>
                  <a:lnTo>
                    <a:pt x="643394" y="511416"/>
                  </a:lnTo>
                  <a:lnTo>
                    <a:pt x="638289" y="535952"/>
                  </a:lnTo>
                  <a:lnTo>
                    <a:pt x="627354" y="569264"/>
                  </a:lnTo>
                  <a:lnTo>
                    <a:pt x="604075" y="614045"/>
                  </a:lnTo>
                  <a:lnTo>
                    <a:pt x="595604" y="635825"/>
                  </a:lnTo>
                  <a:lnTo>
                    <a:pt x="587654" y="668070"/>
                  </a:lnTo>
                  <a:lnTo>
                    <a:pt x="584720" y="708355"/>
                  </a:lnTo>
                  <a:lnTo>
                    <a:pt x="584720" y="714324"/>
                  </a:lnTo>
                  <a:lnTo>
                    <a:pt x="589673" y="718896"/>
                  </a:lnTo>
                  <a:lnTo>
                    <a:pt x="595261" y="718896"/>
                  </a:lnTo>
                  <a:lnTo>
                    <a:pt x="601611" y="718896"/>
                  </a:lnTo>
                  <a:lnTo>
                    <a:pt x="605802" y="713562"/>
                  </a:lnTo>
                  <a:lnTo>
                    <a:pt x="605802" y="707593"/>
                  </a:lnTo>
                  <a:lnTo>
                    <a:pt x="608418" y="671830"/>
                  </a:lnTo>
                  <a:lnTo>
                    <a:pt x="615594" y="643140"/>
                  </a:lnTo>
                  <a:lnTo>
                    <a:pt x="623176" y="624090"/>
                  </a:lnTo>
                  <a:lnTo>
                    <a:pt x="627011" y="617169"/>
                  </a:lnTo>
                  <a:lnTo>
                    <a:pt x="647306" y="578065"/>
                  </a:lnTo>
                  <a:lnTo>
                    <a:pt x="659041" y="541896"/>
                  </a:lnTo>
                  <a:lnTo>
                    <a:pt x="664438" y="514908"/>
                  </a:lnTo>
                  <a:lnTo>
                    <a:pt x="665746" y="503377"/>
                  </a:lnTo>
                  <a:close/>
                </a:path>
                <a:path w="667384" h="1891029">
                  <a:moveTo>
                    <a:pt x="667143" y="1013409"/>
                  </a:moveTo>
                  <a:lnTo>
                    <a:pt x="662952" y="1007440"/>
                  </a:lnTo>
                  <a:lnTo>
                    <a:pt x="651649" y="1005916"/>
                  </a:lnTo>
                  <a:lnTo>
                    <a:pt x="646061" y="1010488"/>
                  </a:lnTo>
                  <a:lnTo>
                    <a:pt x="644004" y="1026617"/>
                  </a:lnTo>
                  <a:lnTo>
                    <a:pt x="640334" y="1053033"/>
                  </a:lnTo>
                  <a:lnTo>
                    <a:pt x="634542" y="1092771"/>
                  </a:lnTo>
                  <a:lnTo>
                    <a:pt x="626910" y="1142822"/>
                  </a:lnTo>
                  <a:lnTo>
                    <a:pt x="617702" y="1200213"/>
                  </a:lnTo>
                  <a:lnTo>
                    <a:pt x="607199" y="1261973"/>
                  </a:lnTo>
                  <a:lnTo>
                    <a:pt x="595668" y="1325130"/>
                  </a:lnTo>
                  <a:lnTo>
                    <a:pt x="583374" y="1386700"/>
                  </a:lnTo>
                  <a:lnTo>
                    <a:pt x="570623" y="1443685"/>
                  </a:lnTo>
                  <a:lnTo>
                    <a:pt x="557885" y="1481505"/>
                  </a:lnTo>
                  <a:lnTo>
                    <a:pt x="524014" y="1551508"/>
                  </a:lnTo>
                  <a:lnTo>
                    <a:pt x="512152" y="1569173"/>
                  </a:lnTo>
                  <a:lnTo>
                    <a:pt x="491045" y="1607616"/>
                  </a:lnTo>
                  <a:lnTo>
                    <a:pt x="471284" y="1660207"/>
                  </a:lnTo>
                  <a:lnTo>
                    <a:pt x="463435" y="1720291"/>
                  </a:lnTo>
                  <a:lnTo>
                    <a:pt x="464426" y="1740611"/>
                  </a:lnTo>
                  <a:lnTo>
                    <a:pt x="474776" y="1778863"/>
                  </a:lnTo>
                  <a:lnTo>
                    <a:pt x="503770" y="1823046"/>
                  </a:lnTo>
                  <a:lnTo>
                    <a:pt x="560717" y="1861134"/>
                  </a:lnTo>
                  <a:lnTo>
                    <a:pt x="602373" y="1867230"/>
                  </a:lnTo>
                  <a:lnTo>
                    <a:pt x="600214" y="1867230"/>
                  </a:lnTo>
                  <a:lnTo>
                    <a:pt x="357644" y="1865706"/>
                  </a:lnTo>
                  <a:lnTo>
                    <a:pt x="303479" y="1847405"/>
                  </a:lnTo>
                  <a:lnTo>
                    <a:pt x="270738" y="1819046"/>
                  </a:lnTo>
                  <a:lnTo>
                    <a:pt x="256171" y="1771472"/>
                  </a:lnTo>
                  <a:lnTo>
                    <a:pt x="256247" y="1758226"/>
                  </a:lnTo>
                  <a:lnTo>
                    <a:pt x="259499" y="1725345"/>
                  </a:lnTo>
                  <a:lnTo>
                    <a:pt x="270421" y="1679752"/>
                  </a:lnTo>
                  <a:lnTo>
                    <a:pt x="293509" y="1628343"/>
                  </a:lnTo>
                  <a:lnTo>
                    <a:pt x="297141" y="1618869"/>
                  </a:lnTo>
                  <a:lnTo>
                    <a:pt x="303390" y="1592364"/>
                  </a:lnTo>
                  <a:lnTo>
                    <a:pt x="307733" y="1546250"/>
                  </a:lnTo>
                  <a:lnTo>
                    <a:pt x="305790" y="1481505"/>
                  </a:lnTo>
                  <a:lnTo>
                    <a:pt x="305689" y="1477949"/>
                  </a:lnTo>
                  <a:lnTo>
                    <a:pt x="292747" y="1384884"/>
                  </a:lnTo>
                  <a:lnTo>
                    <a:pt x="291350" y="1378915"/>
                  </a:lnTo>
                  <a:lnTo>
                    <a:pt x="285762" y="1375105"/>
                  </a:lnTo>
                  <a:lnTo>
                    <a:pt x="280047" y="1375867"/>
                  </a:lnTo>
                  <a:lnTo>
                    <a:pt x="274459" y="1377391"/>
                  </a:lnTo>
                  <a:lnTo>
                    <a:pt x="270903" y="1383487"/>
                  </a:lnTo>
                  <a:lnTo>
                    <a:pt x="271665" y="1389456"/>
                  </a:lnTo>
                  <a:lnTo>
                    <a:pt x="283883" y="1474622"/>
                  </a:lnTo>
                  <a:lnTo>
                    <a:pt x="286613" y="1537881"/>
                  </a:lnTo>
                  <a:lnTo>
                    <a:pt x="283692" y="1579600"/>
                  </a:lnTo>
                  <a:lnTo>
                    <a:pt x="283578" y="1581251"/>
                  </a:lnTo>
                  <a:lnTo>
                    <a:pt x="278536" y="1606715"/>
                  </a:lnTo>
                  <a:lnTo>
                    <a:pt x="275221" y="1616278"/>
                  </a:lnTo>
                  <a:lnTo>
                    <a:pt x="250177" y="1672209"/>
                  </a:lnTo>
                  <a:lnTo>
                    <a:pt x="238417" y="1721358"/>
                  </a:lnTo>
                  <a:lnTo>
                    <a:pt x="235000" y="1756968"/>
                  </a:lnTo>
                  <a:lnTo>
                    <a:pt x="234962" y="1772234"/>
                  </a:lnTo>
                  <a:lnTo>
                    <a:pt x="247891" y="1823046"/>
                  </a:lnTo>
                  <a:lnTo>
                    <a:pt x="247954" y="1823326"/>
                  </a:lnTo>
                  <a:lnTo>
                    <a:pt x="279742" y="1858238"/>
                  </a:lnTo>
                  <a:lnTo>
                    <a:pt x="319443" y="1879168"/>
                  </a:lnTo>
                  <a:lnTo>
                    <a:pt x="356247" y="1888312"/>
                  </a:lnTo>
                  <a:lnTo>
                    <a:pt x="599452" y="1890598"/>
                  </a:lnTo>
                  <a:lnTo>
                    <a:pt x="617943" y="1889480"/>
                  </a:lnTo>
                  <a:lnTo>
                    <a:pt x="631990" y="1886712"/>
                  </a:lnTo>
                  <a:lnTo>
                    <a:pt x="641413" y="1881555"/>
                  </a:lnTo>
                  <a:lnTo>
                    <a:pt x="646061" y="1873199"/>
                  </a:lnTo>
                  <a:lnTo>
                    <a:pt x="645452" y="1867230"/>
                  </a:lnTo>
                  <a:lnTo>
                    <a:pt x="645299" y="1865706"/>
                  </a:lnTo>
                  <a:lnTo>
                    <a:pt x="567067" y="1840052"/>
                  </a:lnTo>
                  <a:lnTo>
                    <a:pt x="517296" y="1806079"/>
                  </a:lnTo>
                  <a:lnTo>
                    <a:pt x="493026" y="1767890"/>
                  </a:lnTo>
                  <a:lnTo>
                    <a:pt x="485127" y="1736229"/>
                  </a:lnTo>
                  <a:lnTo>
                    <a:pt x="484517" y="1721815"/>
                  </a:lnTo>
                  <a:lnTo>
                    <a:pt x="484517" y="1720291"/>
                  </a:lnTo>
                  <a:lnTo>
                    <a:pt x="492379" y="1664423"/>
                  </a:lnTo>
                  <a:lnTo>
                    <a:pt x="511721" y="1615008"/>
                  </a:lnTo>
                  <a:lnTo>
                    <a:pt x="531583" y="1579600"/>
                  </a:lnTo>
                  <a:lnTo>
                    <a:pt x="541667" y="1565097"/>
                  </a:lnTo>
                  <a:lnTo>
                    <a:pt x="562076" y="1528102"/>
                  </a:lnTo>
                  <a:lnTo>
                    <a:pt x="577456" y="1491297"/>
                  </a:lnTo>
                  <a:lnTo>
                    <a:pt x="591070" y="1449781"/>
                  </a:lnTo>
                  <a:lnTo>
                    <a:pt x="604050" y="1392250"/>
                  </a:lnTo>
                  <a:lnTo>
                    <a:pt x="616508" y="1330172"/>
                  </a:lnTo>
                  <a:lnTo>
                    <a:pt x="628180" y="1266545"/>
                  </a:lnTo>
                  <a:lnTo>
                    <a:pt x="638771" y="1204366"/>
                  </a:lnTo>
                  <a:lnTo>
                    <a:pt x="648042" y="1146594"/>
                  </a:lnTo>
                  <a:lnTo>
                    <a:pt x="655726" y="1096238"/>
                  </a:lnTo>
                  <a:lnTo>
                    <a:pt x="661530" y="1056284"/>
                  </a:lnTo>
                  <a:lnTo>
                    <a:pt x="666508" y="1019505"/>
                  </a:lnTo>
                  <a:lnTo>
                    <a:pt x="667143" y="1013409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4798694"/>
              <a:ext cx="14630400" cy="989965"/>
            </a:xfrm>
            <a:custGeom>
              <a:avLst/>
              <a:gdLst/>
              <a:ahLst/>
              <a:cxnLst/>
              <a:rect l="l" t="t" r="r" b="b"/>
              <a:pathLst>
                <a:path w="14630400" h="989964">
                  <a:moveTo>
                    <a:pt x="0" y="517143"/>
                  </a:moveTo>
                  <a:lnTo>
                    <a:pt x="9706102" y="516254"/>
                  </a:lnTo>
                  <a:lnTo>
                    <a:pt x="9793732" y="340740"/>
                  </a:lnTo>
                  <a:lnTo>
                    <a:pt x="10037953" y="989837"/>
                  </a:lnTo>
                  <a:lnTo>
                    <a:pt x="10288524" y="0"/>
                  </a:lnTo>
                  <a:lnTo>
                    <a:pt x="10554843" y="854201"/>
                  </a:lnTo>
                  <a:lnTo>
                    <a:pt x="10674985" y="517016"/>
                  </a:lnTo>
                  <a:lnTo>
                    <a:pt x="14630400" y="517127"/>
                  </a:lnTo>
                </a:path>
              </a:pathLst>
            </a:custGeom>
            <a:ln w="50799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35" y="4278558"/>
              <a:ext cx="1551940" cy="1031875"/>
            </a:xfrm>
            <a:custGeom>
              <a:avLst/>
              <a:gdLst/>
              <a:ahLst/>
              <a:cxnLst/>
              <a:rect l="l" t="t" r="r" b="b"/>
              <a:pathLst>
                <a:path w="1551940" h="1031875">
                  <a:moveTo>
                    <a:pt x="940716" y="0"/>
                  </a:moveTo>
                  <a:lnTo>
                    <a:pt x="891285" y="2357"/>
                  </a:lnTo>
                  <a:lnTo>
                    <a:pt x="840732" y="8419"/>
                  </a:lnTo>
                  <a:lnTo>
                    <a:pt x="790857" y="17420"/>
                  </a:lnTo>
                  <a:lnTo>
                    <a:pt x="741585" y="29067"/>
                  </a:lnTo>
                  <a:lnTo>
                    <a:pt x="692841" y="43066"/>
                  </a:lnTo>
                  <a:lnTo>
                    <a:pt x="644549" y="59126"/>
                  </a:lnTo>
                  <a:lnTo>
                    <a:pt x="592412" y="78560"/>
                  </a:lnTo>
                  <a:lnTo>
                    <a:pt x="541212" y="99963"/>
                  </a:lnTo>
                  <a:lnTo>
                    <a:pt x="491034" y="123536"/>
                  </a:lnTo>
                  <a:lnTo>
                    <a:pt x="441962" y="149481"/>
                  </a:lnTo>
                  <a:lnTo>
                    <a:pt x="394080" y="177998"/>
                  </a:lnTo>
                  <a:lnTo>
                    <a:pt x="352185" y="205910"/>
                  </a:lnTo>
                  <a:lnTo>
                    <a:pt x="311344" y="235370"/>
                  </a:lnTo>
                  <a:lnTo>
                    <a:pt x="271206" y="265830"/>
                  </a:lnTo>
                  <a:lnTo>
                    <a:pt x="231418" y="296743"/>
                  </a:lnTo>
                  <a:lnTo>
                    <a:pt x="190112" y="329799"/>
                  </a:lnTo>
                  <a:lnTo>
                    <a:pt x="149654" y="363831"/>
                  </a:lnTo>
                  <a:lnTo>
                    <a:pt x="110303" y="399149"/>
                  </a:lnTo>
                  <a:lnTo>
                    <a:pt x="72316" y="436062"/>
                  </a:lnTo>
                  <a:lnTo>
                    <a:pt x="44724" y="466050"/>
                  </a:lnTo>
                  <a:lnTo>
                    <a:pt x="19346" y="498038"/>
                  </a:lnTo>
                  <a:lnTo>
                    <a:pt x="0" y="544409"/>
                  </a:lnTo>
                  <a:lnTo>
                    <a:pt x="350" y="568850"/>
                  </a:lnTo>
                  <a:lnTo>
                    <a:pt x="18962" y="621450"/>
                  </a:lnTo>
                  <a:lnTo>
                    <a:pt x="49724" y="671314"/>
                  </a:lnTo>
                  <a:lnTo>
                    <a:pt x="67394" y="694888"/>
                  </a:lnTo>
                  <a:lnTo>
                    <a:pt x="81511" y="714450"/>
                  </a:lnTo>
                  <a:lnTo>
                    <a:pt x="113142" y="750573"/>
                  </a:lnTo>
                  <a:lnTo>
                    <a:pt x="145960" y="779851"/>
                  </a:lnTo>
                  <a:lnTo>
                    <a:pt x="205051" y="831681"/>
                  </a:lnTo>
                  <a:lnTo>
                    <a:pt x="241144" y="862970"/>
                  </a:lnTo>
                  <a:lnTo>
                    <a:pt x="280274" y="895570"/>
                  </a:lnTo>
                  <a:lnTo>
                    <a:pt x="321441" y="927776"/>
                  </a:lnTo>
                  <a:lnTo>
                    <a:pt x="363650" y="957886"/>
                  </a:lnTo>
                  <a:lnTo>
                    <a:pt x="405904" y="984194"/>
                  </a:lnTo>
                  <a:lnTo>
                    <a:pt x="464554" y="1010372"/>
                  </a:lnTo>
                  <a:lnTo>
                    <a:pt x="523252" y="1027120"/>
                  </a:lnTo>
                  <a:lnTo>
                    <a:pt x="570389" y="1031549"/>
                  </a:lnTo>
                  <a:lnTo>
                    <a:pt x="592101" y="1030067"/>
                  </a:lnTo>
                  <a:lnTo>
                    <a:pt x="661085" y="1017915"/>
                  </a:lnTo>
                  <a:lnTo>
                    <a:pt x="706858" y="1005235"/>
                  </a:lnTo>
                  <a:lnTo>
                    <a:pt x="751826" y="989995"/>
                  </a:lnTo>
                  <a:lnTo>
                    <a:pt x="796273" y="973109"/>
                  </a:lnTo>
                  <a:lnTo>
                    <a:pt x="884959" y="937820"/>
                  </a:lnTo>
                  <a:lnTo>
                    <a:pt x="1018598" y="885416"/>
                  </a:lnTo>
                  <a:lnTo>
                    <a:pt x="1062962" y="867553"/>
                  </a:lnTo>
                  <a:lnTo>
                    <a:pt x="1107109" y="849193"/>
                  </a:lnTo>
                  <a:lnTo>
                    <a:pt x="1155874" y="827745"/>
                  </a:lnTo>
                  <a:lnTo>
                    <a:pt x="1204009" y="805109"/>
                  </a:lnTo>
                  <a:lnTo>
                    <a:pt x="1251353" y="780979"/>
                  </a:lnTo>
                  <a:lnTo>
                    <a:pt x="1297745" y="755050"/>
                  </a:lnTo>
                  <a:lnTo>
                    <a:pt x="1343024" y="727019"/>
                  </a:lnTo>
                  <a:lnTo>
                    <a:pt x="1389107" y="694854"/>
                  </a:lnTo>
                  <a:lnTo>
                    <a:pt x="1432226" y="659439"/>
                  </a:lnTo>
                  <a:lnTo>
                    <a:pt x="1471415" y="619809"/>
                  </a:lnTo>
                  <a:lnTo>
                    <a:pt x="1505711" y="575000"/>
                  </a:lnTo>
                  <a:lnTo>
                    <a:pt x="1530315" y="529363"/>
                  </a:lnTo>
                  <a:lnTo>
                    <a:pt x="1545379" y="482727"/>
                  </a:lnTo>
                  <a:lnTo>
                    <a:pt x="1551507" y="435625"/>
                  </a:lnTo>
                  <a:lnTo>
                    <a:pt x="1549304" y="388596"/>
                  </a:lnTo>
                  <a:lnTo>
                    <a:pt x="1539373" y="342173"/>
                  </a:lnTo>
                  <a:lnTo>
                    <a:pt x="1522320" y="296894"/>
                  </a:lnTo>
                  <a:lnTo>
                    <a:pt x="1498748" y="253293"/>
                  </a:lnTo>
                  <a:lnTo>
                    <a:pt x="1469262" y="211907"/>
                  </a:lnTo>
                  <a:lnTo>
                    <a:pt x="1436198" y="175859"/>
                  </a:lnTo>
                  <a:lnTo>
                    <a:pt x="1399539" y="144311"/>
                  </a:lnTo>
                  <a:lnTo>
                    <a:pt x="1359927" y="116431"/>
                  </a:lnTo>
                  <a:lnTo>
                    <a:pt x="1318005" y="91384"/>
                  </a:lnTo>
                  <a:lnTo>
                    <a:pt x="1274253" y="69101"/>
                  </a:lnTo>
                  <a:lnTo>
                    <a:pt x="1229311" y="50281"/>
                  </a:lnTo>
                  <a:lnTo>
                    <a:pt x="1183265" y="34728"/>
                  </a:lnTo>
                  <a:lnTo>
                    <a:pt x="1136199" y="22247"/>
                  </a:lnTo>
                  <a:lnTo>
                    <a:pt x="1088198" y="12644"/>
                  </a:lnTo>
                  <a:lnTo>
                    <a:pt x="1039211" y="5572"/>
                  </a:lnTo>
                  <a:lnTo>
                    <a:pt x="990037" y="1214"/>
                  </a:lnTo>
                  <a:lnTo>
                    <a:pt x="940716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04558" y="4622842"/>
              <a:ext cx="1110615" cy="654050"/>
            </a:xfrm>
            <a:custGeom>
              <a:avLst/>
              <a:gdLst/>
              <a:ahLst/>
              <a:cxnLst/>
              <a:rect l="l" t="t" r="r" b="b"/>
              <a:pathLst>
                <a:path w="1110615" h="654050">
                  <a:moveTo>
                    <a:pt x="1022687" y="0"/>
                  </a:moveTo>
                  <a:lnTo>
                    <a:pt x="979330" y="654"/>
                  </a:lnTo>
                  <a:lnTo>
                    <a:pt x="928748" y="11269"/>
                  </a:lnTo>
                  <a:lnTo>
                    <a:pt x="872680" y="33320"/>
                  </a:lnTo>
                  <a:lnTo>
                    <a:pt x="812863" y="68283"/>
                  </a:lnTo>
                  <a:lnTo>
                    <a:pt x="749612" y="119536"/>
                  </a:lnTo>
                  <a:lnTo>
                    <a:pt x="714396" y="148439"/>
                  </a:lnTo>
                  <a:lnTo>
                    <a:pt x="676534" y="180274"/>
                  </a:lnTo>
                  <a:lnTo>
                    <a:pt x="635838" y="215603"/>
                  </a:lnTo>
                  <a:lnTo>
                    <a:pt x="532468" y="300009"/>
                  </a:lnTo>
                  <a:lnTo>
                    <a:pt x="436494" y="377510"/>
                  </a:lnTo>
                  <a:lnTo>
                    <a:pt x="398144" y="408150"/>
                  </a:lnTo>
                  <a:lnTo>
                    <a:pt x="354444" y="442171"/>
                  </a:lnTo>
                  <a:lnTo>
                    <a:pt x="311911" y="470994"/>
                  </a:lnTo>
                  <a:lnTo>
                    <a:pt x="267534" y="498683"/>
                  </a:lnTo>
                  <a:lnTo>
                    <a:pt x="221739" y="524622"/>
                  </a:lnTo>
                  <a:lnTo>
                    <a:pt x="174951" y="548197"/>
                  </a:lnTo>
                  <a:lnTo>
                    <a:pt x="127596" y="568790"/>
                  </a:lnTo>
                  <a:lnTo>
                    <a:pt x="75984" y="590263"/>
                  </a:lnTo>
                  <a:lnTo>
                    <a:pt x="14179" y="601776"/>
                  </a:lnTo>
                  <a:lnTo>
                    <a:pt x="0" y="608033"/>
                  </a:lnTo>
                  <a:lnTo>
                    <a:pt x="11557" y="619250"/>
                  </a:lnTo>
                  <a:lnTo>
                    <a:pt x="47282" y="633766"/>
                  </a:lnTo>
                  <a:lnTo>
                    <a:pt x="93236" y="646877"/>
                  </a:lnTo>
                  <a:lnTo>
                    <a:pt x="135483" y="653880"/>
                  </a:lnTo>
                  <a:lnTo>
                    <a:pt x="167887" y="652878"/>
                  </a:lnTo>
                  <a:lnTo>
                    <a:pt x="239568" y="641253"/>
                  </a:lnTo>
                  <a:lnTo>
                    <a:pt x="301796" y="624200"/>
                  </a:lnTo>
                  <a:lnTo>
                    <a:pt x="344784" y="609432"/>
                  </a:lnTo>
                  <a:lnTo>
                    <a:pt x="396550" y="590798"/>
                  </a:lnTo>
                  <a:lnTo>
                    <a:pt x="452150" y="570222"/>
                  </a:lnTo>
                  <a:lnTo>
                    <a:pt x="506640" y="549629"/>
                  </a:lnTo>
                  <a:lnTo>
                    <a:pt x="555077" y="530942"/>
                  </a:lnTo>
                  <a:lnTo>
                    <a:pt x="679458" y="481296"/>
                  </a:lnTo>
                  <a:lnTo>
                    <a:pt x="733456" y="459109"/>
                  </a:lnTo>
                  <a:lnTo>
                    <a:pt x="788534" y="434795"/>
                  </a:lnTo>
                  <a:lnTo>
                    <a:pt x="840236" y="409155"/>
                  </a:lnTo>
                  <a:lnTo>
                    <a:pt x="884110" y="382989"/>
                  </a:lnTo>
                  <a:lnTo>
                    <a:pt x="927953" y="354086"/>
                  </a:lnTo>
                  <a:lnTo>
                    <a:pt x="972608" y="321537"/>
                  </a:lnTo>
                  <a:lnTo>
                    <a:pt x="1014403" y="287489"/>
                  </a:lnTo>
                  <a:lnTo>
                    <a:pt x="1049669" y="254087"/>
                  </a:lnTo>
                  <a:lnTo>
                    <a:pt x="1074737" y="223477"/>
                  </a:lnTo>
                  <a:lnTo>
                    <a:pt x="1102963" y="155738"/>
                  </a:lnTo>
                  <a:lnTo>
                    <a:pt x="1108884" y="117446"/>
                  </a:lnTo>
                  <a:lnTo>
                    <a:pt x="1110424" y="69807"/>
                  </a:lnTo>
                  <a:lnTo>
                    <a:pt x="1104358" y="48086"/>
                  </a:lnTo>
                  <a:lnTo>
                    <a:pt x="1092946" y="30913"/>
                  </a:lnTo>
                  <a:lnTo>
                    <a:pt x="1076938" y="17693"/>
                  </a:lnTo>
                  <a:lnTo>
                    <a:pt x="1057084" y="7831"/>
                  </a:lnTo>
                  <a:lnTo>
                    <a:pt x="1022687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106" y="4299092"/>
              <a:ext cx="1475740" cy="897255"/>
            </a:xfrm>
            <a:custGeom>
              <a:avLst/>
              <a:gdLst/>
              <a:ahLst/>
              <a:cxnLst/>
              <a:rect l="l" t="t" r="r" b="b"/>
              <a:pathLst>
                <a:path w="1475740" h="897254">
                  <a:moveTo>
                    <a:pt x="929825" y="0"/>
                  </a:moveTo>
                  <a:lnTo>
                    <a:pt x="904441" y="938"/>
                  </a:lnTo>
                  <a:lnTo>
                    <a:pt x="905334" y="938"/>
                  </a:lnTo>
                  <a:lnTo>
                    <a:pt x="893181" y="2778"/>
                  </a:lnTo>
                  <a:lnTo>
                    <a:pt x="847087" y="6903"/>
                  </a:lnTo>
                  <a:lnTo>
                    <a:pt x="801511" y="13779"/>
                  </a:lnTo>
                  <a:lnTo>
                    <a:pt x="756380" y="23155"/>
                  </a:lnTo>
                  <a:lnTo>
                    <a:pt x="711622" y="34782"/>
                  </a:lnTo>
                  <a:lnTo>
                    <a:pt x="665336" y="48794"/>
                  </a:lnTo>
                  <a:lnTo>
                    <a:pt x="619697" y="64301"/>
                  </a:lnTo>
                  <a:lnTo>
                    <a:pt x="574742" y="81368"/>
                  </a:lnTo>
                  <a:lnTo>
                    <a:pt x="530507" y="100060"/>
                  </a:lnTo>
                  <a:lnTo>
                    <a:pt x="487029" y="120442"/>
                  </a:lnTo>
                  <a:lnTo>
                    <a:pt x="444345" y="142581"/>
                  </a:lnTo>
                  <a:lnTo>
                    <a:pt x="402493" y="166541"/>
                  </a:lnTo>
                  <a:lnTo>
                    <a:pt x="361508" y="192389"/>
                  </a:lnTo>
                  <a:lnTo>
                    <a:pt x="309294" y="230028"/>
                  </a:lnTo>
                  <a:lnTo>
                    <a:pt x="272252" y="257486"/>
                  </a:lnTo>
                  <a:lnTo>
                    <a:pt x="205274" y="309185"/>
                  </a:lnTo>
                  <a:lnTo>
                    <a:pt x="168323" y="339227"/>
                  </a:lnTo>
                  <a:lnTo>
                    <a:pt x="132118" y="370116"/>
                  </a:lnTo>
                  <a:lnTo>
                    <a:pt x="96869" y="402079"/>
                  </a:lnTo>
                  <a:lnTo>
                    <a:pt x="62784" y="435340"/>
                  </a:lnTo>
                  <a:lnTo>
                    <a:pt x="29062" y="472408"/>
                  </a:lnTo>
                  <a:lnTo>
                    <a:pt x="953" y="513953"/>
                  </a:lnTo>
                  <a:lnTo>
                    <a:pt x="0" y="532187"/>
                  </a:lnTo>
                  <a:lnTo>
                    <a:pt x="3796" y="554958"/>
                  </a:lnTo>
                  <a:lnTo>
                    <a:pt x="34806" y="609965"/>
                  </a:lnTo>
                  <a:lnTo>
                    <a:pt x="91994" y="669230"/>
                  </a:lnTo>
                  <a:lnTo>
                    <a:pt x="137873" y="712811"/>
                  </a:lnTo>
                  <a:lnTo>
                    <a:pt x="188057" y="759410"/>
                  </a:lnTo>
                  <a:lnTo>
                    <a:pt x="237132" y="804314"/>
                  </a:lnTo>
                  <a:lnTo>
                    <a:pt x="279685" y="842810"/>
                  </a:lnTo>
                  <a:lnTo>
                    <a:pt x="310302" y="870188"/>
                  </a:lnTo>
                  <a:lnTo>
                    <a:pt x="346540" y="897207"/>
                  </a:lnTo>
                  <a:lnTo>
                    <a:pt x="348540" y="893798"/>
                  </a:lnTo>
                  <a:lnTo>
                    <a:pt x="354612" y="893175"/>
                  </a:lnTo>
                  <a:lnTo>
                    <a:pt x="389854" y="877808"/>
                  </a:lnTo>
                  <a:lnTo>
                    <a:pt x="444231" y="843248"/>
                  </a:lnTo>
                  <a:lnTo>
                    <a:pt x="462345" y="831199"/>
                  </a:lnTo>
                  <a:lnTo>
                    <a:pt x="460162" y="831199"/>
                  </a:lnTo>
                  <a:lnTo>
                    <a:pt x="460555" y="830564"/>
                  </a:lnTo>
                  <a:lnTo>
                    <a:pt x="460651" y="830183"/>
                  </a:lnTo>
                  <a:lnTo>
                    <a:pt x="460746" y="829802"/>
                  </a:lnTo>
                  <a:lnTo>
                    <a:pt x="461343" y="829548"/>
                  </a:lnTo>
                  <a:lnTo>
                    <a:pt x="464827" y="829548"/>
                  </a:lnTo>
                  <a:lnTo>
                    <a:pt x="474620" y="823033"/>
                  </a:lnTo>
                  <a:lnTo>
                    <a:pt x="692915" y="673846"/>
                  </a:lnTo>
                  <a:lnTo>
                    <a:pt x="765126" y="619585"/>
                  </a:lnTo>
                  <a:lnTo>
                    <a:pt x="795814" y="595750"/>
                  </a:lnTo>
                  <a:lnTo>
                    <a:pt x="796199" y="595324"/>
                  </a:lnTo>
                  <a:lnTo>
                    <a:pt x="796363" y="595324"/>
                  </a:lnTo>
                  <a:lnTo>
                    <a:pt x="811182" y="583814"/>
                  </a:lnTo>
                  <a:lnTo>
                    <a:pt x="851824" y="551572"/>
                  </a:lnTo>
                  <a:lnTo>
                    <a:pt x="878017" y="529828"/>
                  </a:lnTo>
                  <a:lnTo>
                    <a:pt x="906632" y="506360"/>
                  </a:lnTo>
                  <a:lnTo>
                    <a:pt x="1031217" y="400669"/>
                  </a:lnTo>
                  <a:lnTo>
                    <a:pt x="1136164" y="328838"/>
                  </a:lnTo>
                  <a:lnTo>
                    <a:pt x="1188123" y="297388"/>
                  </a:lnTo>
                  <a:lnTo>
                    <a:pt x="1242978" y="269753"/>
                  </a:lnTo>
                  <a:lnTo>
                    <a:pt x="1300440" y="247193"/>
                  </a:lnTo>
                  <a:lnTo>
                    <a:pt x="1360325" y="232183"/>
                  </a:lnTo>
                  <a:lnTo>
                    <a:pt x="1465991" y="228413"/>
                  </a:lnTo>
                  <a:lnTo>
                    <a:pt x="1465062" y="227012"/>
                  </a:lnTo>
                  <a:lnTo>
                    <a:pt x="1416298" y="170366"/>
                  </a:lnTo>
                  <a:lnTo>
                    <a:pt x="1373717" y="134540"/>
                  </a:lnTo>
                  <a:lnTo>
                    <a:pt x="1327088" y="104048"/>
                  </a:lnTo>
                  <a:lnTo>
                    <a:pt x="1277102" y="77962"/>
                  </a:lnTo>
                  <a:lnTo>
                    <a:pt x="1233372" y="59074"/>
                  </a:lnTo>
                  <a:lnTo>
                    <a:pt x="1188819" y="43239"/>
                  </a:lnTo>
                  <a:lnTo>
                    <a:pt x="1143517" y="30162"/>
                  </a:lnTo>
                  <a:lnTo>
                    <a:pt x="1097537" y="19551"/>
                  </a:lnTo>
                  <a:lnTo>
                    <a:pt x="1050953" y="11113"/>
                  </a:lnTo>
                  <a:lnTo>
                    <a:pt x="1003836" y="4556"/>
                  </a:lnTo>
                  <a:lnTo>
                    <a:pt x="963370" y="938"/>
                  </a:lnTo>
                  <a:lnTo>
                    <a:pt x="929825" y="0"/>
                  </a:lnTo>
                  <a:close/>
                </a:path>
                <a:path w="1475740" h="897254">
                  <a:moveTo>
                    <a:pt x="464827" y="829548"/>
                  </a:moveTo>
                  <a:lnTo>
                    <a:pt x="461343" y="829548"/>
                  </a:lnTo>
                  <a:lnTo>
                    <a:pt x="461261" y="829802"/>
                  </a:lnTo>
                  <a:lnTo>
                    <a:pt x="461140" y="830183"/>
                  </a:lnTo>
                  <a:lnTo>
                    <a:pt x="460746" y="830564"/>
                  </a:lnTo>
                  <a:lnTo>
                    <a:pt x="460162" y="831199"/>
                  </a:lnTo>
                  <a:lnTo>
                    <a:pt x="462345" y="831199"/>
                  </a:lnTo>
                  <a:lnTo>
                    <a:pt x="464827" y="829548"/>
                  </a:lnTo>
                  <a:close/>
                </a:path>
                <a:path w="1475740" h="897254">
                  <a:moveTo>
                    <a:pt x="1465991" y="228413"/>
                  </a:moveTo>
                  <a:lnTo>
                    <a:pt x="1412291" y="228413"/>
                  </a:lnTo>
                  <a:lnTo>
                    <a:pt x="1433328" y="230838"/>
                  </a:lnTo>
                  <a:lnTo>
                    <a:pt x="1454388" y="235977"/>
                  </a:lnTo>
                  <a:lnTo>
                    <a:pt x="1475603" y="243951"/>
                  </a:lnTo>
                  <a:lnTo>
                    <a:pt x="1470392" y="235047"/>
                  </a:lnTo>
                  <a:lnTo>
                    <a:pt x="1466104" y="228584"/>
                  </a:lnTo>
                  <a:lnTo>
                    <a:pt x="1465991" y="228413"/>
                  </a:lnTo>
                  <a:close/>
                </a:path>
              </a:pathLst>
            </a:custGeom>
            <a:solidFill>
              <a:srgbClr val="F4B0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9494" y="4417875"/>
              <a:ext cx="836930" cy="632460"/>
            </a:xfrm>
            <a:custGeom>
              <a:avLst/>
              <a:gdLst/>
              <a:ahLst/>
              <a:cxnLst/>
              <a:rect l="l" t="t" r="r" b="b"/>
              <a:pathLst>
                <a:path w="836930" h="632460">
                  <a:moveTo>
                    <a:pt x="741093" y="0"/>
                  </a:moveTo>
                  <a:lnTo>
                    <a:pt x="660499" y="20010"/>
                  </a:lnTo>
                  <a:lnTo>
                    <a:pt x="612629" y="40197"/>
                  </a:lnTo>
                  <a:lnTo>
                    <a:pt x="569641" y="62730"/>
                  </a:lnTo>
                  <a:lnTo>
                    <a:pt x="530387" y="87036"/>
                  </a:lnTo>
                  <a:lnTo>
                    <a:pt x="493718" y="112545"/>
                  </a:lnTo>
                  <a:lnTo>
                    <a:pt x="423534" y="164885"/>
                  </a:lnTo>
                  <a:lnTo>
                    <a:pt x="387720" y="190573"/>
                  </a:lnTo>
                  <a:lnTo>
                    <a:pt x="333768" y="230335"/>
                  </a:lnTo>
                  <a:lnTo>
                    <a:pt x="281594" y="273315"/>
                  </a:lnTo>
                  <a:lnTo>
                    <a:pt x="231797" y="317871"/>
                  </a:lnTo>
                  <a:lnTo>
                    <a:pt x="184975" y="362360"/>
                  </a:lnTo>
                  <a:lnTo>
                    <a:pt x="141726" y="405139"/>
                  </a:lnTo>
                  <a:lnTo>
                    <a:pt x="68338" y="478997"/>
                  </a:lnTo>
                  <a:lnTo>
                    <a:pt x="39394" y="506789"/>
                  </a:lnTo>
                  <a:lnTo>
                    <a:pt x="16416" y="526299"/>
                  </a:lnTo>
                  <a:lnTo>
                    <a:pt x="0" y="535886"/>
                  </a:lnTo>
                  <a:lnTo>
                    <a:pt x="21364" y="560949"/>
                  </a:lnTo>
                  <a:lnTo>
                    <a:pt x="47307" y="586464"/>
                  </a:lnTo>
                  <a:lnTo>
                    <a:pt x="73323" y="610788"/>
                  </a:lnTo>
                  <a:lnTo>
                    <a:pt x="94909" y="632279"/>
                  </a:lnTo>
                  <a:lnTo>
                    <a:pt x="129110" y="586845"/>
                  </a:lnTo>
                  <a:lnTo>
                    <a:pt x="156352" y="559381"/>
                  </a:lnTo>
                  <a:lnTo>
                    <a:pt x="184979" y="532546"/>
                  </a:lnTo>
                  <a:lnTo>
                    <a:pt x="220087" y="503031"/>
                  </a:lnTo>
                  <a:lnTo>
                    <a:pt x="260249" y="471116"/>
                  </a:lnTo>
                  <a:lnTo>
                    <a:pt x="350026" y="401219"/>
                  </a:lnTo>
                  <a:lnTo>
                    <a:pt x="461278" y="311901"/>
                  </a:lnTo>
                  <a:lnTo>
                    <a:pt x="503392" y="278532"/>
                  </a:lnTo>
                  <a:lnTo>
                    <a:pt x="548843" y="242937"/>
                  </a:lnTo>
                  <a:lnTo>
                    <a:pt x="595197" y="207155"/>
                  </a:lnTo>
                  <a:lnTo>
                    <a:pt x="640022" y="173226"/>
                  </a:lnTo>
                  <a:lnTo>
                    <a:pt x="680886" y="143187"/>
                  </a:lnTo>
                  <a:lnTo>
                    <a:pt x="715354" y="119080"/>
                  </a:lnTo>
                  <a:lnTo>
                    <a:pt x="784243" y="78259"/>
                  </a:lnTo>
                  <a:lnTo>
                    <a:pt x="818187" y="56540"/>
                  </a:lnTo>
                  <a:lnTo>
                    <a:pt x="836919" y="38560"/>
                  </a:lnTo>
                  <a:lnTo>
                    <a:pt x="834532" y="25092"/>
                  </a:lnTo>
                  <a:lnTo>
                    <a:pt x="807619" y="11616"/>
                  </a:lnTo>
                  <a:lnTo>
                    <a:pt x="774319" y="3105"/>
                  </a:lnTo>
                  <a:lnTo>
                    <a:pt x="741093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7866" y="4590002"/>
              <a:ext cx="272415" cy="252095"/>
            </a:xfrm>
            <a:custGeom>
              <a:avLst/>
              <a:gdLst/>
              <a:ahLst/>
              <a:cxnLst/>
              <a:rect l="l" t="t" r="r" b="b"/>
              <a:pathLst>
                <a:path w="272415" h="252095">
                  <a:moveTo>
                    <a:pt x="218624" y="0"/>
                  </a:moveTo>
                  <a:lnTo>
                    <a:pt x="5754" y="178085"/>
                  </a:lnTo>
                  <a:lnTo>
                    <a:pt x="0" y="189563"/>
                  </a:lnTo>
                  <a:lnTo>
                    <a:pt x="777" y="195927"/>
                  </a:lnTo>
                  <a:lnTo>
                    <a:pt x="3989" y="201707"/>
                  </a:lnTo>
                  <a:lnTo>
                    <a:pt x="42190" y="245903"/>
                  </a:lnTo>
                  <a:lnTo>
                    <a:pt x="47459" y="249892"/>
                  </a:lnTo>
                  <a:lnTo>
                    <a:pt x="53611" y="251523"/>
                  </a:lnTo>
                  <a:lnTo>
                    <a:pt x="59911" y="250725"/>
                  </a:lnTo>
                  <a:lnTo>
                    <a:pt x="65622" y="247427"/>
                  </a:lnTo>
                  <a:lnTo>
                    <a:pt x="266676" y="73183"/>
                  </a:lnTo>
                  <a:lnTo>
                    <a:pt x="270683" y="67923"/>
                  </a:lnTo>
                  <a:lnTo>
                    <a:pt x="272330" y="61769"/>
                  </a:lnTo>
                  <a:lnTo>
                    <a:pt x="271544" y="55449"/>
                  </a:lnTo>
                  <a:lnTo>
                    <a:pt x="268250" y="49688"/>
                  </a:lnTo>
                  <a:lnTo>
                    <a:pt x="230049" y="5619"/>
                  </a:lnTo>
                  <a:lnTo>
                    <a:pt x="224779" y="1631"/>
                  </a:lnTo>
                  <a:lnTo>
                    <a:pt x="218624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4490" y="4468066"/>
              <a:ext cx="185516" cy="15528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17665" y="4606665"/>
              <a:ext cx="267970" cy="228600"/>
            </a:xfrm>
            <a:custGeom>
              <a:avLst/>
              <a:gdLst/>
              <a:ahLst/>
              <a:cxnLst/>
              <a:rect l="l" t="t" r="r" b="b"/>
              <a:pathLst>
                <a:path w="267970" h="228600">
                  <a:moveTo>
                    <a:pt x="216788" y="5"/>
                  </a:moveTo>
                  <a:lnTo>
                    <a:pt x="176195" y="0"/>
                  </a:lnTo>
                  <a:lnTo>
                    <a:pt x="108700" y="20276"/>
                  </a:lnTo>
                  <a:lnTo>
                    <a:pt x="74307" y="44201"/>
                  </a:lnTo>
                  <a:lnTo>
                    <a:pt x="42991" y="78031"/>
                  </a:lnTo>
                  <a:lnTo>
                    <a:pt x="21085" y="116623"/>
                  </a:lnTo>
                  <a:lnTo>
                    <a:pt x="7213" y="153644"/>
                  </a:lnTo>
                  <a:lnTo>
                    <a:pt x="0" y="182758"/>
                  </a:lnTo>
                  <a:lnTo>
                    <a:pt x="11721" y="195385"/>
                  </a:lnTo>
                  <a:lnTo>
                    <a:pt x="28516" y="217209"/>
                  </a:lnTo>
                  <a:lnTo>
                    <a:pt x="39573" y="228478"/>
                  </a:lnTo>
                  <a:lnTo>
                    <a:pt x="49632" y="198953"/>
                  </a:lnTo>
                  <a:lnTo>
                    <a:pt x="68459" y="157152"/>
                  </a:lnTo>
                  <a:lnTo>
                    <a:pt x="93229" y="114375"/>
                  </a:lnTo>
                  <a:lnTo>
                    <a:pt x="121119" y="81920"/>
                  </a:lnTo>
                  <a:lnTo>
                    <a:pt x="157869" y="64222"/>
                  </a:lnTo>
                  <a:lnTo>
                    <a:pt x="202822" y="54727"/>
                  </a:lnTo>
                  <a:lnTo>
                    <a:pt x="243560" y="48541"/>
                  </a:lnTo>
                  <a:lnTo>
                    <a:pt x="267665" y="40772"/>
                  </a:lnTo>
                  <a:lnTo>
                    <a:pt x="256601" y="28384"/>
                  </a:lnTo>
                  <a:lnTo>
                    <a:pt x="244675" y="18341"/>
                  </a:lnTo>
                  <a:lnTo>
                    <a:pt x="231524" y="9322"/>
                  </a:lnTo>
                  <a:lnTo>
                    <a:pt x="216788" y="5"/>
                  </a:lnTo>
                  <a:close/>
                </a:path>
              </a:pathLst>
            </a:custGeom>
            <a:solidFill>
              <a:srgbClr val="F8CA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0119" y="4482798"/>
              <a:ext cx="144487" cy="120300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20776" y="303098"/>
            <a:ext cx="787336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solidFill>
                  <a:srgbClr val="000000"/>
                </a:solidFill>
              </a:rPr>
              <a:t>研究限制與未來發展/貢獻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sp>
        <p:nvSpPr>
          <p:cNvPr id="15" name="object 15"/>
          <p:cNvSpPr txBox="1"/>
          <p:nvPr/>
        </p:nvSpPr>
        <p:spPr>
          <a:xfrm>
            <a:off x="451510" y="1951177"/>
            <a:ext cx="5654040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latin typeface="Microsoft JhengHei"/>
                <a:cs typeface="Microsoft JhengHei"/>
              </a:rPr>
              <a:t>易用性與便利性：</a:t>
            </a:r>
            <a:r>
              <a:rPr sz="2000" spc="-10" dirty="0">
                <a:latin typeface="Microsoft JhengHei"/>
                <a:cs typeface="Microsoft JhengHei"/>
              </a:rPr>
              <a:t>LINE</a:t>
            </a:r>
            <a:r>
              <a:rPr sz="2000" spc="-25" dirty="0">
                <a:latin typeface="Microsoft JhengHei"/>
                <a:cs typeface="Microsoft JhengHei"/>
              </a:rPr>
              <a:t>平台無安裝門檻、操作直覺</a:t>
            </a:r>
            <a:r>
              <a:rPr sz="2000" b="1" spc="-5" dirty="0">
                <a:latin typeface="Microsoft JhengHei"/>
                <a:cs typeface="Microsoft JhengHei"/>
              </a:rPr>
              <a:t>互動式學習體驗：</a:t>
            </a:r>
            <a:r>
              <a:rPr sz="2000" spc="-20" dirty="0">
                <a:latin typeface="Microsoft JhengHei"/>
                <a:cs typeface="Microsoft JhengHei"/>
              </a:rPr>
              <a:t>即時回饋、自然對話、情境模擬</a:t>
            </a:r>
            <a:r>
              <a:rPr sz="2000" b="1" spc="-5" dirty="0">
                <a:latin typeface="Microsoft JhengHei"/>
                <a:cs typeface="Microsoft JhengHei"/>
              </a:rPr>
              <a:t>多功能整合優勢：</a:t>
            </a:r>
            <a:r>
              <a:rPr sz="2000" spc="-15" dirty="0">
                <a:latin typeface="Microsoft JhengHei"/>
                <a:cs typeface="Microsoft JhengHei"/>
              </a:rPr>
              <a:t>聽說讀寫全面訓練</a:t>
            </a:r>
            <a:endParaRPr sz="2000">
              <a:latin typeface="Microsoft JhengHei"/>
              <a:cs typeface="Microsoft JhengHe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551166" y="1905126"/>
            <a:ext cx="6629400" cy="940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Microsoft JhengHei"/>
                <a:cs typeface="Microsoft JhengHei"/>
              </a:rPr>
              <a:t>提示工程教育應用框架</a:t>
            </a:r>
            <a:r>
              <a:rPr sz="2000" spc="-15" dirty="0">
                <a:latin typeface="Microsoft JhengHei"/>
                <a:cs typeface="Microsoft JhengHei"/>
              </a:rPr>
              <a:t>：成功引導</a:t>
            </a:r>
            <a:r>
              <a:rPr sz="2000" spc="-10" dirty="0">
                <a:latin typeface="Microsoft JhengHei"/>
                <a:cs typeface="Microsoft JhengHei"/>
              </a:rPr>
              <a:t>AI</a:t>
            </a:r>
            <a:r>
              <a:rPr sz="2000" spc="-20" dirty="0">
                <a:latin typeface="Microsoft JhengHei"/>
                <a:cs typeface="Microsoft JhengHei"/>
              </a:rPr>
              <a:t>生成符合教育目的內容</a:t>
            </a:r>
            <a:r>
              <a:rPr sz="2000" b="1" dirty="0">
                <a:latin typeface="Microsoft JhengHei"/>
                <a:cs typeface="Microsoft JhengHei"/>
              </a:rPr>
              <a:t>多技術整合輕量化方案</a:t>
            </a:r>
            <a:r>
              <a:rPr sz="2000" spc="-10" dirty="0">
                <a:latin typeface="Microsoft JhengHei"/>
                <a:cs typeface="Microsoft JhengHei"/>
              </a:rPr>
              <a:t>：Flask</a:t>
            </a:r>
            <a:r>
              <a:rPr sz="2000" spc="-15" dirty="0">
                <a:latin typeface="Microsoft JhengHei"/>
                <a:cs typeface="Microsoft JhengHei"/>
              </a:rPr>
              <a:t>後端整合多項</a:t>
            </a:r>
            <a:r>
              <a:rPr sz="2000" spc="-10" dirty="0">
                <a:latin typeface="Microsoft JhengHei"/>
                <a:cs typeface="Microsoft JhengHei"/>
              </a:rPr>
              <a:t>AI</a:t>
            </a:r>
            <a:r>
              <a:rPr sz="2000" spc="-20" dirty="0">
                <a:latin typeface="Microsoft JhengHei"/>
                <a:cs typeface="Microsoft JhengHei"/>
              </a:rPr>
              <a:t>服務零成</a:t>
            </a:r>
            <a:endParaRPr sz="20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Microsoft JhengHei"/>
                <a:cs typeface="Microsoft JhengHei"/>
              </a:rPr>
              <a:t>本優質學習資源</a:t>
            </a:r>
            <a:r>
              <a:rPr sz="2000" spc="-20" dirty="0">
                <a:latin typeface="Microsoft JhengHei"/>
                <a:cs typeface="Microsoft JhengHei"/>
              </a:rPr>
              <a:t>：突破傳統付費學習應用限制</a:t>
            </a:r>
            <a:endParaRPr sz="2000">
              <a:latin typeface="Microsoft JhengHei"/>
              <a:cs typeface="Microsoft JhengHe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07840" y="6340602"/>
            <a:ext cx="688784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66445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Microsoft JhengHei"/>
                <a:cs typeface="Microsoft JhengHei"/>
              </a:rPr>
              <a:t>技術優化：</a:t>
            </a:r>
            <a:r>
              <a:rPr sz="2000" spc="-20" dirty="0">
                <a:latin typeface="Microsoft JhengHei"/>
                <a:cs typeface="Microsoft JhengHei"/>
              </a:rPr>
              <a:t>語音識別準確率、響應速度、部分離線功能</a:t>
            </a:r>
            <a:r>
              <a:rPr sz="2000" b="1" dirty="0">
                <a:latin typeface="Microsoft JhengHei"/>
                <a:cs typeface="Microsoft JhengHei"/>
              </a:rPr>
              <a:t>功能擴展：</a:t>
            </a:r>
            <a:r>
              <a:rPr sz="2000" spc="-20" dirty="0">
                <a:latin typeface="Microsoft JhengHei"/>
                <a:cs typeface="Microsoft JhengHei"/>
              </a:rPr>
              <a:t>學習分析系統、個人化路徑、主題內容擴充</a:t>
            </a:r>
            <a:endParaRPr sz="20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</a:pPr>
            <a:r>
              <a:rPr sz="2000" b="1" spc="-10" dirty="0">
                <a:latin typeface="Microsoft JhengHei"/>
                <a:cs typeface="Microsoft JhengHei"/>
              </a:rPr>
              <a:t>研究深化：</a:t>
            </a:r>
            <a:r>
              <a:rPr sz="2000" spc="-30" dirty="0">
                <a:latin typeface="Microsoft JhengHei"/>
                <a:cs typeface="Microsoft JhengHei"/>
              </a:rPr>
              <a:t>大規模長期實證、不同族群適用性、認知影響機制</a:t>
            </a:r>
            <a:endParaRPr sz="2000">
              <a:latin typeface="Microsoft JhengHei"/>
              <a:cs typeface="Microsoft JhengHe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86729" y="4670838"/>
            <a:ext cx="3273425" cy="11817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23265" marR="5080" indent="-710565">
              <a:lnSpc>
                <a:spcPct val="135400"/>
              </a:lnSpc>
              <a:spcBef>
                <a:spcPts val="105"/>
              </a:spcBef>
              <a:tabLst>
                <a:tab pos="1839595" algn="l"/>
              </a:tabLst>
            </a:pPr>
            <a:r>
              <a:rPr sz="2800" b="1" spc="-35" dirty="0">
                <a:solidFill>
                  <a:srgbClr val="FFC000"/>
                </a:solidFill>
                <a:latin typeface="Microsoft JhengHei"/>
                <a:cs typeface="Microsoft JhengHei"/>
              </a:rPr>
              <a:t>研究成</a:t>
            </a:r>
            <a:r>
              <a:rPr sz="2800" b="1" spc="-50" dirty="0">
                <a:solidFill>
                  <a:srgbClr val="FFC000"/>
                </a:solidFill>
                <a:latin typeface="Microsoft JhengHei"/>
                <a:cs typeface="Microsoft JhengHei"/>
              </a:rPr>
              <a:t>果</a:t>
            </a:r>
            <a:r>
              <a:rPr sz="2800" b="1" dirty="0">
                <a:solidFill>
                  <a:srgbClr val="FFC000"/>
                </a:solidFill>
                <a:latin typeface="Microsoft JhengHei"/>
                <a:cs typeface="Microsoft JhengHei"/>
              </a:rPr>
              <a:t>	</a:t>
            </a:r>
            <a:r>
              <a:rPr sz="2800" b="1" spc="-35" dirty="0">
                <a:solidFill>
                  <a:srgbClr val="FFC000"/>
                </a:solidFill>
                <a:latin typeface="Microsoft JhengHei"/>
                <a:cs typeface="Microsoft JhengHei"/>
              </a:rPr>
              <a:t>未</a:t>
            </a:r>
            <a:r>
              <a:rPr sz="2800" b="1" spc="-40" dirty="0">
                <a:solidFill>
                  <a:srgbClr val="FFC000"/>
                </a:solidFill>
                <a:latin typeface="Microsoft JhengHei"/>
                <a:cs typeface="Microsoft JhengHei"/>
              </a:rPr>
              <a:t>來發</a:t>
            </a:r>
            <a:r>
              <a:rPr sz="2800" b="1" spc="-50" dirty="0">
                <a:solidFill>
                  <a:srgbClr val="FFC000"/>
                </a:solidFill>
                <a:latin typeface="Microsoft JhengHei"/>
                <a:cs typeface="Microsoft JhengHei"/>
              </a:rPr>
              <a:t>展</a:t>
            </a:r>
            <a:r>
              <a:rPr sz="2800" b="1" spc="-35" dirty="0">
                <a:solidFill>
                  <a:srgbClr val="EC7C30"/>
                </a:solidFill>
                <a:latin typeface="Microsoft JhengHei"/>
                <a:cs typeface="Microsoft JhengHei"/>
              </a:rPr>
              <a:t>未來發展方</a:t>
            </a:r>
            <a:r>
              <a:rPr sz="2800" b="1" spc="-50" dirty="0">
                <a:solidFill>
                  <a:srgbClr val="EC7C30"/>
                </a:solidFill>
                <a:latin typeface="Microsoft JhengHei"/>
                <a:cs typeface="Microsoft JhengHei"/>
              </a:rPr>
              <a:t>向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>
          <a:extLst>
            <a:ext uri="{FF2B5EF4-FFF2-40B4-BE49-F238E27FC236}">
              <a16:creationId xmlns:a16="http://schemas.microsoft.com/office/drawing/2014/main" id="{9B34827C-7661-3CF2-E35B-D6834D9F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6">
            <a:extLst>
              <a:ext uri="{FF2B5EF4-FFF2-40B4-BE49-F238E27FC236}">
                <a16:creationId xmlns:a16="http://schemas.microsoft.com/office/drawing/2014/main" id="{B45B48AA-4AAF-69EE-F1C5-B8983D5572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159" y="2097760"/>
            <a:ext cx="8108703" cy="1885920"/>
          </a:xfrm>
          <a:prstGeom prst="rect">
            <a:avLst/>
          </a:prstGeom>
        </p:spPr>
        <p:txBody>
          <a:bodyPr spcFirstLastPara="1" wrap="square" lIns="146280" tIns="146280" rIns="146280" bIns="146280" anchor="b" anchorCtr="0">
            <a:noAutofit/>
          </a:bodyPr>
          <a:lstStyle/>
          <a:p>
            <a:pPr algn="l"/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文獻探討</a:t>
            </a:r>
          </a:p>
        </p:txBody>
      </p:sp>
      <p:cxnSp>
        <p:nvCxnSpPr>
          <p:cNvPr id="661" name="Google Shape;661;p46">
            <a:extLst>
              <a:ext uri="{FF2B5EF4-FFF2-40B4-BE49-F238E27FC236}">
                <a16:creationId xmlns:a16="http://schemas.microsoft.com/office/drawing/2014/main" id="{1B7B22A2-CB48-1165-E688-6E990058DF0A}"/>
              </a:ext>
            </a:extLst>
          </p:cNvPr>
          <p:cNvCxnSpPr/>
          <p:nvPr/>
        </p:nvCxnSpPr>
        <p:spPr>
          <a:xfrm>
            <a:off x="4182677" y="4267262"/>
            <a:ext cx="546288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0646010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8812" y="264414"/>
            <a:ext cx="276987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文獻探討</a:t>
            </a:r>
          </a:p>
        </p:txBody>
      </p:sp>
      <p:sp>
        <p:nvSpPr>
          <p:cNvPr id="3" name="object 3"/>
          <p:cNvSpPr/>
          <p:nvPr/>
        </p:nvSpPr>
        <p:spPr>
          <a:xfrm>
            <a:off x="3891788" y="1234439"/>
            <a:ext cx="10192385" cy="2146300"/>
          </a:xfrm>
          <a:custGeom>
            <a:avLst/>
            <a:gdLst/>
            <a:ahLst/>
            <a:cxnLst/>
            <a:rect l="l" t="t" r="r" b="b"/>
            <a:pathLst>
              <a:path w="10192385" h="2146300">
                <a:moveTo>
                  <a:pt x="10064369" y="0"/>
                </a:moveTo>
                <a:lnTo>
                  <a:pt x="127762" y="0"/>
                </a:lnTo>
                <a:lnTo>
                  <a:pt x="78009" y="10032"/>
                </a:lnTo>
                <a:lnTo>
                  <a:pt x="37401" y="37401"/>
                </a:lnTo>
                <a:lnTo>
                  <a:pt x="10033" y="78009"/>
                </a:lnTo>
                <a:lnTo>
                  <a:pt x="0" y="127761"/>
                </a:lnTo>
                <a:lnTo>
                  <a:pt x="0" y="2018537"/>
                </a:lnTo>
                <a:lnTo>
                  <a:pt x="10033" y="2068236"/>
                </a:lnTo>
                <a:lnTo>
                  <a:pt x="37401" y="2108850"/>
                </a:lnTo>
                <a:lnTo>
                  <a:pt x="78009" y="2136249"/>
                </a:lnTo>
                <a:lnTo>
                  <a:pt x="127762" y="2146299"/>
                </a:lnTo>
                <a:lnTo>
                  <a:pt x="10064369" y="2146299"/>
                </a:lnTo>
                <a:lnTo>
                  <a:pt x="10114141" y="2136249"/>
                </a:lnTo>
                <a:lnTo>
                  <a:pt x="10154792" y="2108850"/>
                </a:lnTo>
                <a:lnTo>
                  <a:pt x="10182205" y="2068236"/>
                </a:lnTo>
                <a:lnTo>
                  <a:pt x="10192258" y="2018537"/>
                </a:lnTo>
                <a:lnTo>
                  <a:pt x="10192258" y="127761"/>
                </a:lnTo>
                <a:lnTo>
                  <a:pt x="10182205" y="78009"/>
                </a:lnTo>
                <a:lnTo>
                  <a:pt x="10154792" y="37401"/>
                </a:lnTo>
                <a:lnTo>
                  <a:pt x="10114141" y="10032"/>
                </a:lnTo>
                <a:lnTo>
                  <a:pt x="10064369" y="0"/>
                </a:lnTo>
                <a:close/>
              </a:path>
            </a:pathLst>
          </a:custGeom>
          <a:solidFill>
            <a:srgbClr val="DAE2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6354" y="1650492"/>
            <a:ext cx="3590290" cy="992505"/>
          </a:xfrm>
          <a:custGeom>
            <a:avLst/>
            <a:gdLst/>
            <a:ahLst/>
            <a:cxnLst/>
            <a:rect l="l" t="t" r="r" b="b"/>
            <a:pathLst>
              <a:path w="3590290" h="992505">
                <a:moveTo>
                  <a:pt x="3094050" y="0"/>
                </a:moveTo>
                <a:lnTo>
                  <a:pt x="0" y="0"/>
                </a:lnTo>
                <a:lnTo>
                  <a:pt x="0" y="992377"/>
                </a:lnTo>
                <a:lnTo>
                  <a:pt x="3094050" y="992377"/>
                </a:lnTo>
                <a:lnTo>
                  <a:pt x="3590239" y="496188"/>
                </a:lnTo>
                <a:lnTo>
                  <a:pt x="3094050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171315" y="1620392"/>
            <a:ext cx="983488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b="1" dirty="0">
                <a:solidFill>
                  <a:srgbClr val="404040"/>
                </a:solidFill>
                <a:latin typeface="Microsoft JhengHei"/>
                <a:cs typeface="Microsoft JhengHei"/>
              </a:rPr>
              <a:t>互動學習理論</a:t>
            </a:r>
            <a:r>
              <a:rPr sz="1800" spc="30" dirty="0">
                <a:solidFill>
                  <a:srgbClr val="404040"/>
                </a:solidFill>
                <a:latin typeface="Microsoft JhengHei"/>
                <a:cs typeface="Microsoft JhengHei"/>
              </a:rPr>
              <a:t>：語言習得根植於與熟練語者交流 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(Vygotsky</a:t>
            </a:r>
            <a:r>
              <a:rPr sz="1800" spc="250" dirty="0">
                <a:solidFill>
                  <a:srgbClr val="404040"/>
                </a:solidFill>
                <a:latin typeface="Microsoft JhengHei"/>
                <a:cs typeface="Microsoft JhengHei"/>
              </a:rPr>
              <a:t>, </a:t>
            </a:r>
            <a:r>
              <a:rPr sz="1800" spc="-10" dirty="0">
                <a:solidFill>
                  <a:srgbClr val="404040"/>
                </a:solidFill>
                <a:latin typeface="Microsoft JhengHei"/>
                <a:cs typeface="Microsoft JhengHei"/>
              </a:rPr>
              <a:t>1978</a:t>
            </a:r>
            <a:r>
              <a:rPr sz="1800" spc="-15" dirty="0">
                <a:solidFill>
                  <a:srgbClr val="404040"/>
                </a:solidFill>
                <a:latin typeface="Microsoft JhengHei"/>
                <a:cs typeface="Microsoft JhengHei"/>
              </a:rPr>
              <a:t>)，「可理解輸入」須具挑戰</a:t>
            </a:r>
            <a:r>
              <a:rPr sz="1800" spc="-10" dirty="0">
                <a:solidFill>
                  <a:srgbClr val="404040"/>
                </a:solidFill>
                <a:latin typeface="Microsoft JhengHei"/>
                <a:cs typeface="Microsoft JhengHei"/>
              </a:rPr>
              <a:t>性但可理解 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(Krashen</a:t>
            </a:r>
            <a:r>
              <a:rPr sz="1800" spc="-15" dirty="0">
                <a:solidFill>
                  <a:srgbClr val="404040"/>
                </a:solidFill>
                <a:latin typeface="Microsoft JhengHei"/>
                <a:cs typeface="Microsoft JhengHei"/>
              </a:rPr>
              <a:t>, </a:t>
            </a:r>
            <a:r>
              <a:rPr sz="1800" spc="-10" dirty="0">
                <a:solidFill>
                  <a:srgbClr val="404040"/>
                </a:solidFill>
                <a:latin typeface="Microsoft JhengHei"/>
                <a:cs typeface="Microsoft JhengHei"/>
              </a:rPr>
              <a:t>1982</a:t>
            </a:r>
            <a:r>
              <a:rPr sz="1800" spc="5" dirty="0">
                <a:solidFill>
                  <a:srgbClr val="404040"/>
                </a:solidFill>
                <a:latin typeface="Microsoft JhengHei"/>
                <a:cs typeface="Microsoft JhengHei"/>
              </a:rPr>
              <a:t>)，語言產出能積極內化知識並修正錯誤(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Swain</a:t>
            </a:r>
            <a:r>
              <a:rPr sz="1800" spc="-25" dirty="0">
                <a:solidFill>
                  <a:srgbClr val="404040"/>
                </a:solidFill>
                <a:latin typeface="Microsoft JhengHei"/>
                <a:cs typeface="Microsoft JhengHei"/>
              </a:rPr>
              <a:t>, </a:t>
            </a:r>
            <a:r>
              <a:rPr sz="1800" spc="-10" dirty="0">
                <a:solidFill>
                  <a:srgbClr val="404040"/>
                </a:solidFill>
                <a:latin typeface="Microsoft JhengHei"/>
                <a:cs typeface="Microsoft JhengHei"/>
              </a:rPr>
              <a:t>1985)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b="1" dirty="0">
                <a:solidFill>
                  <a:srgbClr val="404040"/>
                </a:solidFill>
                <a:latin typeface="Microsoft JhengHei"/>
                <a:cs typeface="Microsoft JhengHei"/>
              </a:rPr>
              <a:t>數位學習趨勢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：數位工具普及使語言學習從教室擴展至生活場域 </a:t>
            </a:r>
            <a:r>
              <a:rPr sz="1800" spc="-10" dirty="0">
                <a:solidFill>
                  <a:srgbClr val="404040"/>
                </a:solidFill>
                <a:latin typeface="Microsoft JhengHei"/>
                <a:cs typeface="Microsoft JhengHei"/>
              </a:rPr>
              <a:t>(Godwin-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Jones</a:t>
            </a: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, </a:t>
            </a:r>
            <a:r>
              <a:rPr sz="1800" spc="-10" dirty="0">
                <a:solidFill>
                  <a:srgbClr val="404040"/>
                </a:solidFill>
                <a:latin typeface="Microsoft JhengHei"/>
                <a:cs typeface="Microsoft JhengHei"/>
              </a:rPr>
              <a:t>2018)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b="1" dirty="0">
                <a:solidFill>
                  <a:srgbClr val="404040"/>
                </a:solidFill>
                <a:latin typeface="Microsoft JhengHei"/>
                <a:cs typeface="Microsoft JhengHei"/>
              </a:rPr>
              <a:t>AI教育應用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：LLM與</a:t>
            </a:r>
            <a:r>
              <a:rPr sz="1800" spc="-10" dirty="0">
                <a:solidFill>
                  <a:srgbClr val="404040"/>
                </a:solidFill>
                <a:latin typeface="Microsoft JhengHei"/>
                <a:cs typeface="Microsoft JhengHei"/>
              </a:rPr>
              <a:t>NLP</a:t>
            </a: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技術廣泛應用於語言教學，提供個別化學習支援，為智慧型語言學習</a:t>
            </a:r>
            <a:endParaRPr sz="1800">
              <a:latin typeface="Microsoft JhengHei"/>
              <a:cs typeface="Microsoft JhengHei"/>
            </a:endParaRPr>
          </a:p>
          <a:p>
            <a:pPr marL="299085">
              <a:lnSpc>
                <a:spcPct val="100000"/>
              </a:lnSpc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環境奠定基礎 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(Liu</a:t>
            </a: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 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et</a:t>
            </a:r>
            <a:r>
              <a:rPr sz="1800" spc="-25" dirty="0">
                <a:solidFill>
                  <a:srgbClr val="404040"/>
                </a:solidFill>
                <a:latin typeface="Microsoft JhengHei"/>
                <a:cs typeface="Microsoft JhengHei"/>
              </a:rPr>
              <a:t> 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al</a:t>
            </a:r>
            <a:r>
              <a:rPr sz="1800" spc="-10" dirty="0">
                <a:solidFill>
                  <a:srgbClr val="404040"/>
                </a:solidFill>
                <a:latin typeface="Microsoft JhengHei"/>
                <a:cs typeface="Microsoft JhengHei"/>
              </a:rPr>
              <a:t>., </a:t>
            </a:r>
            <a:r>
              <a:rPr sz="1800" spc="-20" dirty="0">
                <a:solidFill>
                  <a:srgbClr val="404040"/>
                </a:solidFill>
                <a:latin typeface="Microsoft JhengHei"/>
                <a:cs typeface="Microsoft JhengHei"/>
              </a:rPr>
              <a:t>2023)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66571" y="1928571"/>
            <a:ext cx="12446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FFFFFF"/>
                </a:solidFill>
                <a:latin typeface="Microsoft JhengHei"/>
                <a:cs typeface="Microsoft JhengHei"/>
              </a:rPr>
              <a:t>英語學習</a:t>
            </a:r>
            <a:endParaRPr sz="2400">
              <a:latin typeface="Microsoft JhengHei"/>
              <a:cs typeface="Microsoft JhengHe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084045" y="1485391"/>
            <a:ext cx="0" cy="1744345"/>
          </a:xfrm>
          <a:custGeom>
            <a:avLst/>
            <a:gdLst/>
            <a:ahLst/>
            <a:cxnLst/>
            <a:rect l="l" t="t" r="r" b="b"/>
            <a:pathLst>
              <a:path h="1744345">
                <a:moveTo>
                  <a:pt x="0" y="0"/>
                </a:moveTo>
                <a:lnTo>
                  <a:pt x="0" y="1744090"/>
                </a:lnTo>
              </a:path>
            </a:pathLst>
          </a:custGeom>
          <a:ln w="19050">
            <a:solidFill>
              <a:srgbClr val="4471C4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1078" y="3673094"/>
            <a:ext cx="10037445" cy="1967864"/>
          </a:xfrm>
          <a:custGeom>
            <a:avLst/>
            <a:gdLst/>
            <a:ahLst/>
            <a:cxnLst/>
            <a:rect l="l" t="t" r="r" b="b"/>
            <a:pathLst>
              <a:path w="10037445" h="1967864">
                <a:moveTo>
                  <a:pt x="9920262" y="0"/>
                </a:moveTo>
                <a:lnTo>
                  <a:pt x="117132" y="0"/>
                </a:lnTo>
                <a:lnTo>
                  <a:pt x="71537" y="9205"/>
                </a:lnTo>
                <a:lnTo>
                  <a:pt x="34305" y="34305"/>
                </a:lnTo>
                <a:lnTo>
                  <a:pt x="9204" y="71526"/>
                </a:lnTo>
                <a:lnTo>
                  <a:pt x="0" y="117093"/>
                </a:lnTo>
                <a:lnTo>
                  <a:pt x="0" y="1850389"/>
                </a:lnTo>
                <a:lnTo>
                  <a:pt x="9204" y="1895957"/>
                </a:lnTo>
                <a:lnTo>
                  <a:pt x="34305" y="1933178"/>
                </a:lnTo>
                <a:lnTo>
                  <a:pt x="71537" y="1958278"/>
                </a:lnTo>
                <a:lnTo>
                  <a:pt x="117132" y="1967483"/>
                </a:lnTo>
                <a:lnTo>
                  <a:pt x="9920262" y="1967483"/>
                </a:lnTo>
                <a:lnTo>
                  <a:pt x="9965829" y="1958278"/>
                </a:lnTo>
                <a:lnTo>
                  <a:pt x="10003050" y="1933178"/>
                </a:lnTo>
                <a:lnTo>
                  <a:pt x="10028150" y="1895957"/>
                </a:lnTo>
                <a:lnTo>
                  <a:pt x="10037356" y="1850389"/>
                </a:lnTo>
                <a:lnTo>
                  <a:pt x="10037356" y="117093"/>
                </a:lnTo>
                <a:lnTo>
                  <a:pt x="10028150" y="71526"/>
                </a:lnTo>
                <a:lnTo>
                  <a:pt x="10003050" y="34305"/>
                </a:lnTo>
                <a:lnTo>
                  <a:pt x="9965829" y="9205"/>
                </a:lnTo>
                <a:lnTo>
                  <a:pt x="9920262" y="0"/>
                </a:lnTo>
                <a:close/>
              </a:path>
            </a:pathLst>
          </a:custGeom>
          <a:solidFill>
            <a:srgbClr val="FFF1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482326" y="3825366"/>
            <a:ext cx="3601720" cy="1436370"/>
          </a:xfrm>
          <a:custGeom>
            <a:avLst/>
            <a:gdLst/>
            <a:ahLst/>
            <a:cxnLst/>
            <a:rect l="l" t="t" r="r" b="b"/>
            <a:pathLst>
              <a:path w="3601719" h="1436370">
                <a:moveTo>
                  <a:pt x="3601720" y="0"/>
                </a:moveTo>
                <a:lnTo>
                  <a:pt x="718184" y="0"/>
                </a:lnTo>
                <a:lnTo>
                  <a:pt x="0" y="718185"/>
                </a:lnTo>
                <a:lnTo>
                  <a:pt x="718184" y="1436370"/>
                </a:lnTo>
                <a:lnTo>
                  <a:pt x="3601720" y="1436370"/>
                </a:lnTo>
                <a:lnTo>
                  <a:pt x="360172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64819" y="3966717"/>
            <a:ext cx="912622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b="1" dirty="0">
                <a:solidFill>
                  <a:srgbClr val="404040"/>
                </a:solidFill>
                <a:latin typeface="Microsoft JhengHei"/>
                <a:cs typeface="Microsoft JhengHei"/>
              </a:rPr>
              <a:t>技術優勢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：基於</a:t>
            </a:r>
            <a:r>
              <a:rPr sz="1800" spc="-30" dirty="0">
                <a:solidFill>
                  <a:srgbClr val="404040"/>
                </a:solidFill>
                <a:latin typeface="Microsoft JhengHei"/>
                <a:cs typeface="Microsoft JhengHei"/>
              </a:rPr>
              <a:t>Transformer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架構，68</a:t>
            </a: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萬小時多語言資料訓練，具備良好跨語言穩定性</a:t>
            </a:r>
            <a:endParaRPr sz="1800">
              <a:latin typeface="Microsoft JhengHei"/>
              <a:cs typeface="Microsoft JhengHei"/>
            </a:endParaRPr>
          </a:p>
          <a:p>
            <a:pPr marL="299085">
              <a:lnSpc>
                <a:spcPts val="2135"/>
              </a:lnSpc>
            </a:pPr>
            <a:r>
              <a:rPr sz="1800" spc="-10" dirty="0">
                <a:solidFill>
                  <a:srgbClr val="404040"/>
                </a:solidFill>
                <a:latin typeface="Microsoft JhengHei"/>
                <a:cs typeface="Microsoft JhengHei"/>
              </a:rPr>
              <a:t>(Radford</a:t>
            </a:r>
            <a:r>
              <a:rPr sz="1800" spc="-20" dirty="0">
                <a:solidFill>
                  <a:srgbClr val="404040"/>
                </a:solidFill>
                <a:latin typeface="Microsoft JhengHei"/>
                <a:cs typeface="Microsoft JhengHei"/>
              </a:rPr>
              <a:t> 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et</a:t>
            </a:r>
            <a:r>
              <a:rPr sz="1800" spc="-25" dirty="0">
                <a:solidFill>
                  <a:srgbClr val="404040"/>
                </a:solidFill>
                <a:latin typeface="Microsoft JhengHei"/>
                <a:cs typeface="Microsoft JhengHei"/>
              </a:rPr>
              <a:t> 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al.,</a:t>
            </a:r>
            <a:r>
              <a:rPr sz="1800" spc="-25" dirty="0">
                <a:solidFill>
                  <a:srgbClr val="404040"/>
                </a:solidFill>
                <a:latin typeface="Microsoft JhengHei"/>
                <a:cs typeface="Microsoft JhengHei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Microsoft JhengHei"/>
                <a:cs typeface="Microsoft JhengHei"/>
              </a:rPr>
              <a:t>2022)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ts val="2135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b="1" dirty="0">
                <a:solidFill>
                  <a:srgbClr val="404040"/>
                </a:solidFill>
                <a:latin typeface="Microsoft JhengHei"/>
                <a:cs typeface="Microsoft JhengHei"/>
              </a:rPr>
              <a:t>即時應用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：平均延遲僅3.3</a:t>
            </a: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秒，適用於互動系統 </a:t>
            </a:r>
            <a:r>
              <a:rPr sz="1800" spc="-10" dirty="0">
                <a:solidFill>
                  <a:srgbClr val="404040"/>
                </a:solidFill>
                <a:latin typeface="Microsoft JhengHei"/>
                <a:cs typeface="Microsoft JhengHei"/>
              </a:rPr>
              <a:t>(Machá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č</a:t>
            </a:r>
            <a:r>
              <a:rPr sz="1800" spc="-10" dirty="0">
                <a:solidFill>
                  <a:srgbClr val="404040"/>
                </a:solidFill>
                <a:latin typeface="Microsoft JhengHei"/>
                <a:cs typeface="Microsoft JhengHei"/>
              </a:rPr>
              <a:t>ek</a:t>
            </a: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 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et</a:t>
            </a:r>
            <a:r>
              <a:rPr sz="1800" spc="-20" dirty="0">
                <a:solidFill>
                  <a:srgbClr val="404040"/>
                </a:solidFill>
                <a:latin typeface="Microsoft JhengHei"/>
                <a:cs typeface="Microsoft JhengHei"/>
              </a:rPr>
              <a:t> 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al</a:t>
            </a: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., </a:t>
            </a:r>
            <a:r>
              <a:rPr sz="1800" spc="-10" dirty="0">
                <a:solidFill>
                  <a:srgbClr val="404040"/>
                </a:solidFill>
                <a:latin typeface="Microsoft JhengHei"/>
                <a:cs typeface="Microsoft JhengHei"/>
              </a:rPr>
              <a:t>2023)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spcBef>
                <a:spcPts val="4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b="1" dirty="0">
                <a:solidFill>
                  <a:srgbClr val="404040"/>
                </a:solidFill>
                <a:latin typeface="Microsoft JhengHei"/>
                <a:cs typeface="Microsoft JhengHei"/>
              </a:rPr>
              <a:t>跨語言能力</a:t>
            </a: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：中英混合語音辨識效果顯著，驗證跨語言適應性 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(Zhao</a:t>
            </a:r>
            <a:r>
              <a:rPr sz="1800" spc="-10" dirty="0">
                <a:solidFill>
                  <a:srgbClr val="404040"/>
                </a:solidFill>
                <a:latin typeface="Microsoft JhengHei"/>
                <a:cs typeface="Microsoft JhengHei"/>
              </a:rPr>
              <a:t> 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et</a:t>
            </a:r>
            <a:r>
              <a:rPr sz="1800" spc="-20" dirty="0">
                <a:solidFill>
                  <a:srgbClr val="404040"/>
                </a:solidFill>
                <a:latin typeface="Microsoft JhengHei"/>
                <a:cs typeface="Microsoft JhengHei"/>
              </a:rPr>
              <a:t> 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al</a:t>
            </a:r>
            <a:r>
              <a:rPr sz="1800" spc="-10" dirty="0">
                <a:solidFill>
                  <a:srgbClr val="404040"/>
                </a:solidFill>
                <a:latin typeface="Microsoft JhengHei"/>
                <a:cs typeface="Microsoft JhengHei"/>
              </a:rPr>
              <a:t>., 2023)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391392" y="4066159"/>
            <a:ext cx="21615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FFFF"/>
                </a:solidFill>
                <a:latin typeface="Microsoft JhengHei"/>
                <a:cs typeface="Microsoft JhengHei"/>
              </a:rPr>
              <a:t>語音轉文字技術</a:t>
            </a:r>
            <a:endParaRPr sz="2400">
              <a:latin typeface="Microsoft JhengHei"/>
              <a:cs typeface="Microsoft JhengHei"/>
            </a:endParaRPr>
          </a:p>
          <a:p>
            <a:pPr marL="1270" algn="ctr">
              <a:lnSpc>
                <a:spcPct val="100000"/>
              </a:lnSpc>
            </a:pPr>
            <a:r>
              <a:rPr sz="2400" b="1" spc="-10" dirty="0">
                <a:solidFill>
                  <a:srgbClr val="FFFFFF"/>
                </a:solidFill>
                <a:latin typeface="Microsoft JhengHei"/>
                <a:cs typeface="Microsoft JhengHei"/>
              </a:rPr>
              <a:t>(Whisper)</a:t>
            </a:r>
            <a:endParaRPr sz="2400">
              <a:latin typeface="Microsoft JhengHei"/>
              <a:cs typeface="Microsoft JhengHe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01078" y="3872484"/>
            <a:ext cx="0" cy="1598930"/>
          </a:xfrm>
          <a:custGeom>
            <a:avLst/>
            <a:gdLst/>
            <a:ahLst/>
            <a:cxnLst/>
            <a:rect l="l" t="t" r="r" b="b"/>
            <a:pathLst>
              <a:path h="1598929">
                <a:moveTo>
                  <a:pt x="0" y="0"/>
                </a:moveTo>
                <a:lnTo>
                  <a:pt x="0" y="1598929"/>
                </a:lnTo>
              </a:path>
            </a:pathLst>
          </a:custGeom>
          <a:ln w="19050">
            <a:solidFill>
              <a:srgbClr val="FFC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304410" y="5922517"/>
            <a:ext cx="9779635" cy="2033905"/>
          </a:xfrm>
          <a:custGeom>
            <a:avLst/>
            <a:gdLst/>
            <a:ahLst/>
            <a:cxnLst/>
            <a:rect l="l" t="t" r="r" b="b"/>
            <a:pathLst>
              <a:path w="9779635" h="2033904">
                <a:moveTo>
                  <a:pt x="9658477" y="0"/>
                </a:moveTo>
                <a:lnTo>
                  <a:pt x="121030" y="0"/>
                </a:lnTo>
                <a:lnTo>
                  <a:pt x="73937" y="9517"/>
                </a:lnTo>
                <a:lnTo>
                  <a:pt x="35464" y="35464"/>
                </a:lnTo>
                <a:lnTo>
                  <a:pt x="9517" y="73937"/>
                </a:lnTo>
                <a:lnTo>
                  <a:pt x="0" y="121030"/>
                </a:lnTo>
                <a:lnTo>
                  <a:pt x="0" y="1912810"/>
                </a:lnTo>
                <a:lnTo>
                  <a:pt x="9517" y="1959938"/>
                </a:lnTo>
                <a:lnTo>
                  <a:pt x="35464" y="1998425"/>
                </a:lnTo>
                <a:lnTo>
                  <a:pt x="73937" y="2024376"/>
                </a:lnTo>
                <a:lnTo>
                  <a:pt x="121030" y="2033892"/>
                </a:lnTo>
                <a:lnTo>
                  <a:pt x="9658477" y="2033892"/>
                </a:lnTo>
                <a:lnTo>
                  <a:pt x="9705643" y="2024376"/>
                </a:lnTo>
                <a:lnTo>
                  <a:pt x="9744154" y="1998425"/>
                </a:lnTo>
                <a:lnTo>
                  <a:pt x="9770115" y="1959938"/>
                </a:lnTo>
                <a:lnTo>
                  <a:pt x="9779635" y="1912810"/>
                </a:lnTo>
                <a:lnTo>
                  <a:pt x="9779635" y="121030"/>
                </a:lnTo>
                <a:lnTo>
                  <a:pt x="9770115" y="73937"/>
                </a:lnTo>
                <a:lnTo>
                  <a:pt x="9744154" y="35464"/>
                </a:lnTo>
                <a:lnTo>
                  <a:pt x="9705643" y="9517"/>
                </a:lnTo>
                <a:lnTo>
                  <a:pt x="9658477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52552" y="6277355"/>
            <a:ext cx="3829050" cy="1350645"/>
          </a:xfrm>
          <a:custGeom>
            <a:avLst/>
            <a:gdLst/>
            <a:ahLst/>
            <a:cxnLst/>
            <a:rect l="l" t="t" r="r" b="b"/>
            <a:pathLst>
              <a:path w="3829050" h="1350645">
                <a:moveTo>
                  <a:pt x="3153791" y="0"/>
                </a:moveTo>
                <a:lnTo>
                  <a:pt x="0" y="0"/>
                </a:lnTo>
                <a:lnTo>
                  <a:pt x="0" y="1350581"/>
                </a:lnTo>
                <a:lnTo>
                  <a:pt x="3153791" y="1350581"/>
                </a:lnTo>
                <a:lnTo>
                  <a:pt x="3829050" y="675259"/>
                </a:lnTo>
                <a:lnTo>
                  <a:pt x="3153791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542282" y="6371082"/>
            <a:ext cx="934466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b="1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核心技術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：設計恰當提示引導</a:t>
            </a:r>
            <a:r>
              <a:rPr sz="1800" spc="-20" dirty="0">
                <a:solidFill>
                  <a:srgbClr val="404040"/>
                </a:solidFill>
                <a:latin typeface="Microsoft JhengHei"/>
                <a:cs typeface="Microsoft JhengHei"/>
              </a:rPr>
              <a:t>LLM</a:t>
            </a: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生成所需輸出，零樣本與少樣本學習依賴精心設計提示</a:t>
            </a:r>
            <a:endParaRPr sz="1800">
              <a:latin typeface="Microsoft JhengHei"/>
              <a:cs typeface="Microsoft JhengHei"/>
            </a:endParaRPr>
          </a:p>
          <a:p>
            <a:pPr marL="299085">
              <a:lnSpc>
                <a:spcPct val="100000"/>
              </a:lnSpc>
            </a:pP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(Wei</a:t>
            </a:r>
            <a:r>
              <a:rPr sz="1800" spc="-45" dirty="0">
                <a:solidFill>
                  <a:srgbClr val="404040"/>
                </a:solidFill>
                <a:latin typeface="Microsoft JhengHei"/>
                <a:cs typeface="Microsoft JhengHei"/>
              </a:rPr>
              <a:t> 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et</a:t>
            </a:r>
            <a:r>
              <a:rPr sz="1800" spc="-20" dirty="0">
                <a:solidFill>
                  <a:srgbClr val="404040"/>
                </a:solidFill>
                <a:latin typeface="Microsoft JhengHei"/>
                <a:cs typeface="Microsoft JhengHei"/>
              </a:rPr>
              <a:t> 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al.,</a:t>
            </a:r>
            <a:r>
              <a:rPr sz="1800" spc="-40" dirty="0">
                <a:solidFill>
                  <a:srgbClr val="404040"/>
                </a:solidFill>
                <a:latin typeface="Microsoft JhengHei"/>
                <a:cs typeface="Microsoft JhengHei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Microsoft JhengHei"/>
                <a:cs typeface="Microsoft JhengHei"/>
              </a:rPr>
              <a:t>2022)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b="1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教育價值</a:t>
            </a:r>
            <a:r>
              <a:rPr sz="1800" spc="-10" dirty="0">
                <a:solidFill>
                  <a:srgbClr val="404040"/>
                </a:solidFill>
                <a:latin typeface="Microsoft JhengHei"/>
                <a:cs typeface="Microsoft JhengHei"/>
              </a:rPr>
              <a:t>：提示素養直接影響學習者與</a:t>
            </a:r>
            <a:r>
              <a:rPr sz="1800" spc="-20" dirty="0">
                <a:solidFill>
                  <a:srgbClr val="404040"/>
                </a:solidFill>
                <a:latin typeface="Microsoft JhengHei"/>
                <a:cs typeface="Microsoft JhengHei"/>
              </a:rPr>
              <a:t>AI</a:t>
            </a:r>
            <a:r>
              <a:rPr sz="1800" spc="-15" dirty="0">
                <a:solidFill>
                  <a:srgbClr val="404040"/>
                </a:solidFill>
                <a:latin typeface="Microsoft JhengHei"/>
                <a:cs typeface="Microsoft JhengHei"/>
              </a:rPr>
              <a:t>互動效果 (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Chiles</a:t>
            </a:r>
            <a:r>
              <a:rPr sz="1800" spc="-10" dirty="0">
                <a:solidFill>
                  <a:srgbClr val="404040"/>
                </a:solidFill>
                <a:latin typeface="Microsoft JhengHei"/>
                <a:cs typeface="Microsoft JhengHei"/>
              </a:rPr>
              <a:t> 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&amp; Adams</a:t>
            </a: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, </a:t>
            </a:r>
            <a:r>
              <a:rPr sz="1800" spc="-10" dirty="0">
                <a:solidFill>
                  <a:srgbClr val="404040"/>
                </a:solidFill>
                <a:latin typeface="Microsoft JhengHei"/>
                <a:cs typeface="Microsoft JhengHei"/>
              </a:rPr>
              <a:t>2024)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b="1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學習應用</a:t>
            </a: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：能引導正確語法練習並提供即時改進建議，加速語言習得過程 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(Liu</a:t>
            </a:r>
            <a:r>
              <a:rPr sz="1800" spc="-15" dirty="0">
                <a:solidFill>
                  <a:srgbClr val="404040"/>
                </a:solidFill>
                <a:latin typeface="Microsoft JhengHei"/>
                <a:cs typeface="Microsoft JhengHei"/>
              </a:rPr>
              <a:t> 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et</a:t>
            </a:r>
            <a:r>
              <a:rPr sz="1800" spc="-30" dirty="0">
                <a:solidFill>
                  <a:srgbClr val="404040"/>
                </a:solidFill>
                <a:latin typeface="Microsoft JhengHei"/>
                <a:cs typeface="Microsoft JhengHei"/>
              </a:rPr>
              <a:t> 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al</a:t>
            </a:r>
            <a:r>
              <a:rPr sz="1800" spc="-10" dirty="0">
                <a:solidFill>
                  <a:srgbClr val="404040"/>
                </a:solidFill>
                <a:latin typeface="Microsoft JhengHei"/>
                <a:cs typeface="Microsoft JhengHei"/>
              </a:rPr>
              <a:t>., 2023)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3326" y="6569709"/>
            <a:ext cx="319151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2400" b="1" spc="-15" dirty="0">
                <a:solidFill>
                  <a:srgbClr val="FFFFFF"/>
                </a:solidFill>
                <a:latin typeface="Microsoft JhengHei"/>
                <a:cs typeface="Microsoft JhengHei"/>
              </a:rPr>
              <a:t>提示工程</a:t>
            </a:r>
            <a:endParaRPr sz="2400">
              <a:latin typeface="Microsoft JhengHei"/>
              <a:cs typeface="Microsoft JhengHei"/>
            </a:endParaRPr>
          </a:p>
          <a:p>
            <a:pPr algn="ctr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Microsoft JhengHei"/>
                <a:cs typeface="Microsoft JhengHei"/>
              </a:rPr>
              <a:t>(Prompt</a:t>
            </a:r>
            <a:r>
              <a:rPr sz="2400" b="1" spc="-60" dirty="0">
                <a:solidFill>
                  <a:srgbClr val="FFFFFF"/>
                </a:solidFill>
                <a:latin typeface="Microsoft JhengHei"/>
                <a:cs typeface="Microsoft JhengHei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Microsoft JhengHei"/>
                <a:cs typeface="Microsoft JhengHei"/>
              </a:rPr>
              <a:t>Engineering)</a:t>
            </a:r>
            <a:endParaRPr sz="2400">
              <a:latin typeface="Microsoft JhengHei"/>
              <a:cs typeface="Microsoft JhengHe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4084045" y="6146546"/>
            <a:ext cx="0" cy="1744345"/>
          </a:xfrm>
          <a:custGeom>
            <a:avLst/>
            <a:gdLst/>
            <a:ahLst/>
            <a:cxnLst/>
            <a:rect l="l" t="t" r="r" b="b"/>
            <a:pathLst>
              <a:path h="1744345">
                <a:moveTo>
                  <a:pt x="0" y="0"/>
                </a:moveTo>
                <a:lnTo>
                  <a:pt x="0" y="1744167"/>
                </a:lnTo>
              </a:path>
            </a:pathLst>
          </a:custGeom>
          <a:ln w="19050">
            <a:solidFill>
              <a:srgbClr val="7B7B7B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8812" y="264414"/>
            <a:ext cx="276987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文獻探討</a:t>
            </a:r>
          </a:p>
        </p:txBody>
      </p:sp>
      <p:sp>
        <p:nvSpPr>
          <p:cNvPr id="3" name="object 3"/>
          <p:cNvSpPr/>
          <p:nvPr/>
        </p:nvSpPr>
        <p:spPr>
          <a:xfrm>
            <a:off x="3891788" y="1234439"/>
            <a:ext cx="10192385" cy="2146300"/>
          </a:xfrm>
          <a:custGeom>
            <a:avLst/>
            <a:gdLst/>
            <a:ahLst/>
            <a:cxnLst/>
            <a:rect l="l" t="t" r="r" b="b"/>
            <a:pathLst>
              <a:path w="10192385" h="2146300">
                <a:moveTo>
                  <a:pt x="10064369" y="0"/>
                </a:moveTo>
                <a:lnTo>
                  <a:pt x="127762" y="0"/>
                </a:lnTo>
                <a:lnTo>
                  <a:pt x="78009" y="10032"/>
                </a:lnTo>
                <a:lnTo>
                  <a:pt x="37401" y="37401"/>
                </a:lnTo>
                <a:lnTo>
                  <a:pt x="10033" y="78009"/>
                </a:lnTo>
                <a:lnTo>
                  <a:pt x="0" y="127761"/>
                </a:lnTo>
                <a:lnTo>
                  <a:pt x="0" y="2018537"/>
                </a:lnTo>
                <a:lnTo>
                  <a:pt x="10033" y="2068236"/>
                </a:lnTo>
                <a:lnTo>
                  <a:pt x="37401" y="2108850"/>
                </a:lnTo>
                <a:lnTo>
                  <a:pt x="78009" y="2136249"/>
                </a:lnTo>
                <a:lnTo>
                  <a:pt x="127762" y="2146299"/>
                </a:lnTo>
                <a:lnTo>
                  <a:pt x="10064369" y="2146299"/>
                </a:lnTo>
                <a:lnTo>
                  <a:pt x="10114141" y="2136249"/>
                </a:lnTo>
                <a:lnTo>
                  <a:pt x="10154792" y="2108850"/>
                </a:lnTo>
                <a:lnTo>
                  <a:pt x="10182205" y="2068236"/>
                </a:lnTo>
                <a:lnTo>
                  <a:pt x="10192258" y="2018537"/>
                </a:lnTo>
                <a:lnTo>
                  <a:pt x="10192258" y="127761"/>
                </a:lnTo>
                <a:lnTo>
                  <a:pt x="10182205" y="78009"/>
                </a:lnTo>
                <a:lnTo>
                  <a:pt x="10154792" y="37401"/>
                </a:lnTo>
                <a:lnTo>
                  <a:pt x="10114141" y="10032"/>
                </a:lnTo>
                <a:lnTo>
                  <a:pt x="10064369" y="0"/>
                </a:lnTo>
                <a:close/>
              </a:path>
            </a:pathLst>
          </a:custGeom>
          <a:solidFill>
            <a:srgbClr val="DAE2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6354" y="1650492"/>
            <a:ext cx="3590290" cy="992505"/>
          </a:xfrm>
          <a:custGeom>
            <a:avLst/>
            <a:gdLst/>
            <a:ahLst/>
            <a:cxnLst/>
            <a:rect l="l" t="t" r="r" b="b"/>
            <a:pathLst>
              <a:path w="3590290" h="992505">
                <a:moveTo>
                  <a:pt x="3094050" y="0"/>
                </a:moveTo>
                <a:lnTo>
                  <a:pt x="0" y="0"/>
                </a:lnTo>
                <a:lnTo>
                  <a:pt x="0" y="992377"/>
                </a:lnTo>
                <a:lnTo>
                  <a:pt x="3094050" y="992377"/>
                </a:lnTo>
                <a:lnTo>
                  <a:pt x="3590239" y="496188"/>
                </a:lnTo>
                <a:lnTo>
                  <a:pt x="3094050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171315" y="1620392"/>
            <a:ext cx="983488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b="1" dirty="0">
                <a:solidFill>
                  <a:srgbClr val="404040"/>
                </a:solidFill>
                <a:latin typeface="Microsoft JhengHei"/>
                <a:cs typeface="Microsoft JhengHei"/>
              </a:rPr>
              <a:t>互動學習理論</a:t>
            </a:r>
            <a:r>
              <a:rPr sz="1800" spc="30" dirty="0">
                <a:solidFill>
                  <a:srgbClr val="404040"/>
                </a:solidFill>
                <a:latin typeface="Microsoft JhengHei"/>
                <a:cs typeface="Microsoft JhengHei"/>
              </a:rPr>
              <a:t>：語言習得根植於與熟練語者交流 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(Vygotsky</a:t>
            </a:r>
            <a:r>
              <a:rPr sz="1800" spc="250" dirty="0">
                <a:solidFill>
                  <a:srgbClr val="404040"/>
                </a:solidFill>
                <a:latin typeface="Microsoft JhengHei"/>
                <a:cs typeface="Microsoft JhengHei"/>
              </a:rPr>
              <a:t>, </a:t>
            </a:r>
            <a:r>
              <a:rPr sz="1800" spc="-10" dirty="0">
                <a:solidFill>
                  <a:srgbClr val="404040"/>
                </a:solidFill>
                <a:latin typeface="Microsoft JhengHei"/>
                <a:cs typeface="Microsoft JhengHei"/>
              </a:rPr>
              <a:t>1978</a:t>
            </a:r>
            <a:r>
              <a:rPr sz="1800" spc="-15" dirty="0">
                <a:solidFill>
                  <a:srgbClr val="404040"/>
                </a:solidFill>
                <a:latin typeface="Microsoft JhengHei"/>
                <a:cs typeface="Microsoft JhengHei"/>
              </a:rPr>
              <a:t>)，「可理解輸入」須具挑戰</a:t>
            </a:r>
            <a:r>
              <a:rPr sz="1800" spc="-10" dirty="0">
                <a:solidFill>
                  <a:srgbClr val="404040"/>
                </a:solidFill>
                <a:latin typeface="Microsoft JhengHei"/>
                <a:cs typeface="Microsoft JhengHei"/>
              </a:rPr>
              <a:t>性但可理解 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(Krashen</a:t>
            </a:r>
            <a:r>
              <a:rPr sz="1800" spc="-15" dirty="0">
                <a:solidFill>
                  <a:srgbClr val="404040"/>
                </a:solidFill>
                <a:latin typeface="Microsoft JhengHei"/>
                <a:cs typeface="Microsoft JhengHei"/>
              </a:rPr>
              <a:t>, </a:t>
            </a:r>
            <a:r>
              <a:rPr sz="1800" spc="-10" dirty="0">
                <a:solidFill>
                  <a:srgbClr val="404040"/>
                </a:solidFill>
                <a:latin typeface="Microsoft JhengHei"/>
                <a:cs typeface="Microsoft JhengHei"/>
              </a:rPr>
              <a:t>1982</a:t>
            </a:r>
            <a:r>
              <a:rPr sz="1800" spc="5" dirty="0">
                <a:solidFill>
                  <a:srgbClr val="404040"/>
                </a:solidFill>
                <a:latin typeface="Microsoft JhengHei"/>
                <a:cs typeface="Microsoft JhengHei"/>
              </a:rPr>
              <a:t>)，語言產出能積極內化知識並修正錯誤(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Swain</a:t>
            </a:r>
            <a:r>
              <a:rPr sz="1800" spc="-25" dirty="0">
                <a:solidFill>
                  <a:srgbClr val="404040"/>
                </a:solidFill>
                <a:latin typeface="Microsoft JhengHei"/>
                <a:cs typeface="Microsoft JhengHei"/>
              </a:rPr>
              <a:t>, </a:t>
            </a:r>
            <a:r>
              <a:rPr sz="1800" spc="-10" dirty="0">
                <a:solidFill>
                  <a:srgbClr val="404040"/>
                </a:solidFill>
                <a:latin typeface="Microsoft JhengHei"/>
                <a:cs typeface="Microsoft JhengHei"/>
              </a:rPr>
              <a:t>1985)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b="1" dirty="0">
                <a:solidFill>
                  <a:srgbClr val="404040"/>
                </a:solidFill>
                <a:latin typeface="Microsoft JhengHei"/>
                <a:cs typeface="Microsoft JhengHei"/>
              </a:rPr>
              <a:t>數位學習趨勢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：數位工具普及使語言學習從教室擴展至生活場域 </a:t>
            </a:r>
            <a:r>
              <a:rPr sz="1800" spc="-10" dirty="0">
                <a:solidFill>
                  <a:srgbClr val="404040"/>
                </a:solidFill>
                <a:latin typeface="Microsoft JhengHei"/>
                <a:cs typeface="Microsoft JhengHei"/>
              </a:rPr>
              <a:t>(Godwin-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Jones</a:t>
            </a: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, </a:t>
            </a:r>
            <a:r>
              <a:rPr sz="1800" spc="-10" dirty="0">
                <a:solidFill>
                  <a:srgbClr val="404040"/>
                </a:solidFill>
                <a:latin typeface="Microsoft JhengHei"/>
                <a:cs typeface="Microsoft JhengHei"/>
              </a:rPr>
              <a:t>2018)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b="1" dirty="0">
                <a:solidFill>
                  <a:srgbClr val="404040"/>
                </a:solidFill>
                <a:latin typeface="Microsoft JhengHei"/>
                <a:cs typeface="Microsoft JhengHei"/>
              </a:rPr>
              <a:t>AI教育應用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：LLM與</a:t>
            </a:r>
            <a:r>
              <a:rPr sz="1800" spc="-10" dirty="0">
                <a:solidFill>
                  <a:srgbClr val="404040"/>
                </a:solidFill>
                <a:latin typeface="Microsoft JhengHei"/>
                <a:cs typeface="Microsoft JhengHei"/>
              </a:rPr>
              <a:t>NLP</a:t>
            </a: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技術廣泛應用於語言教學，提供個別化學習支援，為智慧型語言學習</a:t>
            </a:r>
            <a:endParaRPr sz="1800">
              <a:latin typeface="Microsoft JhengHei"/>
              <a:cs typeface="Microsoft JhengHei"/>
            </a:endParaRPr>
          </a:p>
          <a:p>
            <a:pPr marL="299085">
              <a:lnSpc>
                <a:spcPct val="100000"/>
              </a:lnSpc>
            </a:pP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環境奠定基礎 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(Liu</a:t>
            </a: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 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et</a:t>
            </a:r>
            <a:r>
              <a:rPr sz="1800" spc="-25" dirty="0">
                <a:solidFill>
                  <a:srgbClr val="404040"/>
                </a:solidFill>
                <a:latin typeface="Microsoft JhengHei"/>
                <a:cs typeface="Microsoft JhengHei"/>
              </a:rPr>
              <a:t> 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al</a:t>
            </a:r>
            <a:r>
              <a:rPr sz="1800" spc="-10" dirty="0">
                <a:solidFill>
                  <a:srgbClr val="404040"/>
                </a:solidFill>
                <a:latin typeface="Microsoft JhengHei"/>
                <a:cs typeface="Microsoft JhengHei"/>
              </a:rPr>
              <a:t>., </a:t>
            </a:r>
            <a:r>
              <a:rPr sz="1800" spc="-20" dirty="0">
                <a:solidFill>
                  <a:srgbClr val="404040"/>
                </a:solidFill>
                <a:latin typeface="Microsoft JhengHei"/>
                <a:cs typeface="Microsoft JhengHei"/>
              </a:rPr>
              <a:t>2023)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66571" y="1928571"/>
            <a:ext cx="12446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FFFFFF"/>
                </a:solidFill>
                <a:latin typeface="Microsoft JhengHei"/>
                <a:cs typeface="Microsoft JhengHei"/>
              </a:rPr>
              <a:t>英語學習</a:t>
            </a:r>
            <a:endParaRPr sz="2400">
              <a:latin typeface="Microsoft JhengHei"/>
              <a:cs typeface="Microsoft JhengHe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084045" y="1485391"/>
            <a:ext cx="0" cy="1744345"/>
          </a:xfrm>
          <a:custGeom>
            <a:avLst/>
            <a:gdLst/>
            <a:ahLst/>
            <a:cxnLst/>
            <a:rect l="l" t="t" r="r" b="b"/>
            <a:pathLst>
              <a:path h="1744345">
                <a:moveTo>
                  <a:pt x="0" y="0"/>
                </a:moveTo>
                <a:lnTo>
                  <a:pt x="0" y="1744090"/>
                </a:lnTo>
              </a:path>
            </a:pathLst>
          </a:custGeom>
          <a:ln w="19050">
            <a:solidFill>
              <a:srgbClr val="4471C4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1078" y="3673094"/>
            <a:ext cx="10037445" cy="1967864"/>
          </a:xfrm>
          <a:custGeom>
            <a:avLst/>
            <a:gdLst/>
            <a:ahLst/>
            <a:cxnLst/>
            <a:rect l="l" t="t" r="r" b="b"/>
            <a:pathLst>
              <a:path w="10037445" h="1967864">
                <a:moveTo>
                  <a:pt x="9920262" y="0"/>
                </a:moveTo>
                <a:lnTo>
                  <a:pt x="117132" y="0"/>
                </a:lnTo>
                <a:lnTo>
                  <a:pt x="71537" y="9205"/>
                </a:lnTo>
                <a:lnTo>
                  <a:pt x="34305" y="34305"/>
                </a:lnTo>
                <a:lnTo>
                  <a:pt x="9204" y="71526"/>
                </a:lnTo>
                <a:lnTo>
                  <a:pt x="0" y="117093"/>
                </a:lnTo>
                <a:lnTo>
                  <a:pt x="0" y="1850389"/>
                </a:lnTo>
                <a:lnTo>
                  <a:pt x="9204" y="1895957"/>
                </a:lnTo>
                <a:lnTo>
                  <a:pt x="34305" y="1933178"/>
                </a:lnTo>
                <a:lnTo>
                  <a:pt x="71537" y="1958278"/>
                </a:lnTo>
                <a:lnTo>
                  <a:pt x="117132" y="1967483"/>
                </a:lnTo>
                <a:lnTo>
                  <a:pt x="9920262" y="1967483"/>
                </a:lnTo>
                <a:lnTo>
                  <a:pt x="9965829" y="1958278"/>
                </a:lnTo>
                <a:lnTo>
                  <a:pt x="10003050" y="1933178"/>
                </a:lnTo>
                <a:lnTo>
                  <a:pt x="10028150" y="1895957"/>
                </a:lnTo>
                <a:lnTo>
                  <a:pt x="10037356" y="1850389"/>
                </a:lnTo>
                <a:lnTo>
                  <a:pt x="10037356" y="117093"/>
                </a:lnTo>
                <a:lnTo>
                  <a:pt x="10028150" y="71526"/>
                </a:lnTo>
                <a:lnTo>
                  <a:pt x="10003050" y="34305"/>
                </a:lnTo>
                <a:lnTo>
                  <a:pt x="9965829" y="9205"/>
                </a:lnTo>
                <a:lnTo>
                  <a:pt x="9920262" y="0"/>
                </a:lnTo>
                <a:close/>
              </a:path>
            </a:pathLst>
          </a:custGeom>
          <a:solidFill>
            <a:srgbClr val="FFF1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482326" y="3825366"/>
            <a:ext cx="3601720" cy="1436370"/>
          </a:xfrm>
          <a:custGeom>
            <a:avLst/>
            <a:gdLst/>
            <a:ahLst/>
            <a:cxnLst/>
            <a:rect l="l" t="t" r="r" b="b"/>
            <a:pathLst>
              <a:path w="3601719" h="1436370">
                <a:moveTo>
                  <a:pt x="3601720" y="0"/>
                </a:moveTo>
                <a:lnTo>
                  <a:pt x="718184" y="0"/>
                </a:lnTo>
                <a:lnTo>
                  <a:pt x="0" y="718185"/>
                </a:lnTo>
                <a:lnTo>
                  <a:pt x="718184" y="1436370"/>
                </a:lnTo>
                <a:lnTo>
                  <a:pt x="3601720" y="1436370"/>
                </a:lnTo>
                <a:lnTo>
                  <a:pt x="360172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64819" y="3966717"/>
            <a:ext cx="912622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b="1" dirty="0">
                <a:solidFill>
                  <a:srgbClr val="404040"/>
                </a:solidFill>
                <a:latin typeface="Microsoft JhengHei"/>
                <a:cs typeface="Microsoft JhengHei"/>
              </a:rPr>
              <a:t>技術優勢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：基於</a:t>
            </a:r>
            <a:r>
              <a:rPr sz="1800" spc="-30" dirty="0">
                <a:solidFill>
                  <a:srgbClr val="404040"/>
                </a:solidFill>
                <a:latin typeface="Microsoft JhengHei"/>
                <a:cs typeface="Microsoft JhengHei"/>
              </a:rPr>
              <a:t>Transformer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架構，68</a:t>
            </a: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萬小時多語言資料訓練，具備良好跨語言穩定性</a:t>
            </a:r>
            <a:endParaRPr sz="1800">
              <a:latin typeface="Microsoft JhengHei"/>
              <a:cs typeface="Microsoft JhengHei"/>
            </a:endParaRPr>
          </a:p>
          <a:p>
            <a:pPr marL="299085">
              <a:lnSpc>
                <a:spcPts val="2135"/>
              </a:lnSpc>
            </a:pPr>
            <a:r>
              <a:rPr sz="1800" spc="-10" dirty="0">
                <a:solidFill>
                  <a:srgbClr val="404040"/>
                </a:solidFill>
                <a:latin typeface="Microsoft JhengHei"/>
                <a:cs typeface="Microsoft JhengHei"/>
              </a:rPr>
              <a:t>(Radford</a:t>
            </a:r>
            <a:r>
              <a:rPr sz="1800" spc="-20" dirty="0">
                <a:solidFill>
                  <a:srgbClr val="404040"/>
                </a:solidFill>
                <a:latin typeface="Microsoft JhengHei"/>
                <a:cs typeface="Microsoft JhengHei"/>
              </a:rPr>
              <a:t> 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et</a:t>
            </a:r>
            <a:r>
              <a:rPr sz="1800" spc="-25" dirty="0">
                <a:solidFill>
                  <a:srgbClr val="404040"/>
                </a:solidFill>
                <a:latin typeface="Microsoft JhengHei"/>
                <a:cs typeface="Microsoft JhengHei"/>
              </a:rPr>
              <a:t> 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al.,</a:t>
            </a:r>
            <a:r>
              <a:rPr sz="1800" spc="-25" dirty="0">
                <a:solidFill>
                  <a:srgbClr val="404040"/>
                </a:solidFill>
                <a:latin typeface="Microsoft JhengHei"/>
                <a:cs typeface="Microsoft JhengHei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Microsoft JhengHei"/>
                <a:cs typeface="Microsoft JhengHei"/>
              </a:rPr>
              <a:t>2022)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ts val="2135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b="1" dirty="0">
                <a:solidFill>
                  <a:srgbClr val="404040"/>
                </a:solidFill>
                <a:latin typeface="Microsoft JhengHei"/>
                <a:cs typeface="Microsoft JhengHei"/>
              </a:rPr>
              <a:t>即時應用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：平均延遲僅3.3</a:t>
            </a: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秒，適用於互動系統 </a:t>
            </a:r>
            <a:r>
              <a:rPr sz="1800" spc="-10" dirty="0">
                <a:solidFill>
                  <a:srgbClr val="404040"/>
                </a:solidFill>
                <a:latin typeface="Microsoft JhengHei"/>
                <a:cs typeface="Microsoft JhengHei"/>
              </a:rPr>
              <a:t>(Machá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č</a:t>
            </a:r>
            <a:r>
              <a:rPr sz="1800" spc="-10" dirty="0">
                <a:solidFill>
                  <a:srgbClr val="404040"/>
                </a:solidFill>
                <a:latin typeface="Microsoft JhengHei"/>
                <a:cs typeface="Microsoft JhengHei"/>
              </a:rPr>
              <a:t>ek</a:t>
            </a: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 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et</a:t>
            </a:r>
            <a:r>
              <a:rPr sz="1800" spc="-20" dirty="0">
                <a:solidFill>
                  <a:srgbClr val="404040"/>
                </a:solidFill>
                <a:latin typeface="Microsoft JhengHei"/>
                <a:cs typeface="Microsoft JhengHei"/>
              </a:rPr>
              <a:t> 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al</a:t>
            </a: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., </a:t>
            </a:r>
            <a:r>
              <a:rPr sz="1800" spc="-10" dirty="0">
                <a:solidFill>
                  <a:srgbClr val="404040"/>
                </a:solidFill>
                <a:latin typeface="Microsoft JhengHei"/>
                <a:cs typeface="Microsoft JhengHei"/>
              </a:rPr>
              <a:t>2023)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spcBef>
                <a:spcPts val="4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b="1" dirty="0">
                <a:solidFill>
                  <a:srgbClr val="404040"/>
                </a:solidFill>
                <a:latin typeface="Microsoft JhengHei"/>
                <a:cs typeface="Microsoft JhengHei"/>
              </a:rPr>
              <a:t>跨語言能力</a:t>
            </a: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：中英混合語音辨識效果顯著，驗證跨語言適應性 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(Zhao</a:t>
            </a:r>
            <a:r>
              <a:rPr sz="1800" spc="-10" dirty="0">
                <a:solidFill>
                  <a:srgbClr val="404040"/>
                </a:solidFill>
                <a:latin typeface="Microsoft JhengHei"/>
                <a:cs typeface="Microsoft JhengHei"/>
              </a:rPr>
              <a:t> 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et</a:t>
            </a:r>
            <a:r>
              <a:rPr sz="1800" spc="-20" dirty="0">
                <a:solidFill>
                  <a:srgbClr val="404040"/>
                </a:solidFill>
                <a:latin typeface="Microsoft JhengHei"/>
                <a:cs typeface="Microsoft JhengHei"/>
              </a:rPr>
              <a:t> 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al</a:t>
            </a:r>
            <a:r>
              <a:rPr sz="1800" spc="-10" dirty="0">
                <a:solidFill>
                  <a:srgbClr val="404040"/>
                </a:solidFill>
                <a:latin typeface="Microsoft JhengHei"/>
                <a:cs typeface="Microsoft JhengHei"/>
              </a:rPr>
              <a:t>., 2023)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391392" y="4066159"/>
            <a:ext cx="21615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FFFF"/>
                </a:solidFill>
                <a:latin typeface="Microsoft JhengHei"/>
                <a:cs typeface="Microsoft JhengHei"/>
              </a:rPr>
              <a:t>語音轉文字技術</a:t>
            </a:r>
            <a:endParaRPr sz="2400">
              <a:latin typeface="Microsoft JhengHei"/>
              <a:cs typeface="Microsoft JhengHei"/>
            </a:endParaRPr>
          </a:p>
          <a:p>
            <a:pPr marL="1270" algn="ctr">
              <a:lnSpc>
                <a:spcPct val="100000"/>
              </a:lnSpc>
            </a:pPr>
            <a:r>
              <a:rPr sz="2400" b="1" spc="-10" dirty="0">
                <a:solidFill>
                  <a:srgbClr val="FFFFFF"/>
                </a:solidFill>
                <a:latin typeface="Microsoft JhengHei"/>
                <a:cs typeface="Microsoft JhengHei"/>
              </a:rPr>
              <a:t>(Whisper)</a:t>
            </a:r>
            <a:endParaRPr sz="2400">
              <a:latin typeface="Microsoft JhengHei"/>
              <a:cs typeface="Microsoft JhengHe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01078" y="3872484"/>
            <a:ext cx="0" cy="1598930"/>
          </a:xfrm>
          <a:custGeom>
            <a:avLst/>
            <a:gdLst/>
            <a:ahLst/>
            <a:cxnLst/>
            <a:rect l="l" t="t" r="r" b="b"/>
            <a:pathLst>
              <a:path h="1598929">
                <a:moveTo>
                  <a:pt x="0" y="0"/>
                </a:moveTo>
                <a:lnTo>
                  <a:pt x="0" y="1598929"/>
                </a:lnTo>
              </a:path>
            </a:pathLst>
          </a:custGeom>
          <a:ln w="19050">
            <a:solidFill>
              <a:srgbClr val="FFC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304410" y="5922517"/>
            <a:ext cx="9779635" cy="2033905"/>
          </a:xfrm>
          <a:custGeom>
            <a:avLst/>
            <a:gdLst/>
            <a:ahLst/>
            <a:cxnLst/>
            <a:rect l="l" t="t" r="r" b="b"/>
            <a:pathLst>
              <a:path w="9779635" h="2033904">
                <a:moveTo>
                  <a:pt x="9658477" y="0"/>
                </a:moveTo>
                <a:lnTo>
                  <a:pt x="121030" y="0"/>
                </a:lnTo>
                <a:lnTo>
                  <a:pt x="73937" y="9517"/>
                </a:lnTo>
                <a:lnTo>
                  <a:pt x="35464" y="35464"/>
                </a:lnTo>
                <a:lnTo>
                  <a:pt x="9517" y="73937"/>
                </a:lnTo>
                <a:lnTo>
                  <a:pt x="0" y="121030"/>
                </a:lnTo>
                <a:lnTo>
                  <a:pt x="0" y="1912810"/>
                </a:lnTo>
                <a:lnTo>
                  <a:pt x="9517" y="1959938"/>
                </a:lnTo>
                <a:lnTo>
                  <a:pt x="35464" y="1998425"/>
                </a:lnTo>
                <a:lnTo>
                  <a:pt x="73937" y="2024376"/>
                </a:lnTo>
                <a:lnTo>
                  <a:pt x="121030" y="2033892"/>
                </a:lnTo>
                <a:lnTo>
                  <a:pt x="9658477" y="2033892"/>
                </a:lnTo>
                <a:lnTo>
                  <a:pt x="9705643" y="2024376"/>
                </a:lnTo>
                <a:lnTo>
                  <a:pt x="9744154" y="1998425"/>
                </a:lnTo>
                <a:lnTo>
                  <a:pt x="9770115" y="1959938"/>
                </a:lnTo>
                <a:lnTo>
                  <a:pt x="9779635" y="1912810"/>
                </a:lnTo>
                <a:lnTo>
                  <a:pt x="9779635" y="121030"/>
                </a:lnTo>
                <a:lnTo>
                  <a:pt x="9770115" y="73937"/>
                </a:lnTo>
                <a:lnTo>
                  <a:pt x="9744154" y="35464"/>
                </a:lnTo>
                <a:lnTo>
                  <a:pt x="9705643" y="9517"/>
                </a:lnTo>
                <a:lnTo>
                  <a:pt x="9658477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52552" y="6277355"/>
            <a:ext cx="3829050" cy="1350645"/>
          </a:xfrm>
          <a:custGeom>
            <a:avLst/>
            <a:gdLst/>
            <a:ahLst/>
            <a:cxnLst/>
            <a:rect l="l" t="t" r="r" b="b"/>
            <a:pathLst>
              <a:path w="3829050" h="1350645">
                <a:moveTo>
                  <a:pt x="3153791" y="0"/>
                </a:moveTo>
                <a:lnTo>
                  <a:pt x="0" y="0"/>
                </a:lnTo>
                <a:lnTo>
                  <a:pt x="0" y="1350581"/>
                </a:lnTo>
                <a:lnTo>
                  <a:pt x="3153791" y="1350581"/>
                </a:lnTo>
                <a:lnTo>
                  <a:pt x="3829050" y="675259"/>
                </a:lnTo>
                <a:lnTo>
                  <a:pt x="3153791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542282" y="6371082"/>
            <a:ext cx="934466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b="1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核心技術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：設計恰當提示引導</a:t>
            </a:r>
            <a:r>
              <a:rPr sz="1800" spc="-20" dirty="0">
                <a:solidFill>
                  <a:srgbClr val="404040"/>
                </a:solidFill>
                <a:latin typeface="Microsoft JhengHei"/>
                <a:cs typeface="Microsoft JhengHei"/>
              </a:rPr>
              <a:t>LLM</a:t>
            </a: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生成所需輸出，零樣本與少樣本學習依賴精心設計提示</a:t>
            </a:r>
            <a:endParaRPr sz="1800">
              <a:latin typeface="Microsoft JhengHei"/>
              <a:cs typeface="Microsoft JhengHei"/>
            </a:endParaRPr>
          </a:p>
          <a:p>
            <a:pPr marL="299085">
              <a:lnSpc>
                <a:spcPct val="100000"/>
              </a:lnSpc>
            </a:pP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(Wei</a:t>
            </a:r>
            <a:r>
              <a:rPr sz="1800" spc="-45" dirty="0">
                <a:solidFill>
                  <a:srgbClr val="404040"/>
                </a:solidFill>
                <a:latin typeface="Microsoft JhengHei"/>
                <a:cs typeface="Microsoft JhengHei"/>
              </a:rPr>
              <a:t> 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et</a:t>
            </a:r>
            <a:r>
              <a:rPr sz="1800" spc="-20" dirty="0">
                <a:solidFill>
                  <a:srgbClr val="404040"/>
                </a:solidFill>
                <a:latin typeface="Microsoft JhengHei"/>
                <a:cs typeface="Microsoft JhengHei"/>
              </a:rPr>
              <a:t> 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al.,</a:t>
            </a:r>
            <a:r>
              <a:rPr sz="1800" spc="-40" dirty="0">
                <a:solidFill>
                  <a:srgbClr val="404040"/>
                </a:solidFill>
                <a:latin typeface="Microsoft JhengHei"/>
                <a:cs typeface="Microsoft JhengHei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Microsoft JhengHei"/>
                <a:cs typeface="Microsoft JhengHei"/>
              </a:rPr>
              <a:t>2022)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b="1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教育價值</a:t>
            </a:r>
            <a:r>
              <a:rPr sz="1800" spc="-10" dirty="0">
                <a:solidFill>
                  <a:srgbClr val="404040"/>
                </a:solidFill>
                <a:latin typeface="Microsoft JhengHei"/>
                <a:cs typeface="Microsoft JhengHei"/>
              </a:rPr>
              <a:t>：提示素養直接影響學習者與</a:t>
            </a:r>
            <a:r>
              <a:rPr sz="1800" spc="-20" dirty="0">
                <a:solidFill>
                  <a:srgbClr val="404040"/>
                </a:solidFill>
                <a:latin typeface="Microsoft JhengHei"/>
                <a:cs typeface="Microsoft JhengHei"/>
              </a:rPr>
              <a:t>AI</a:t>
            </a:r>
            <a:r>
              <a:rPr sz="1800" spc="-15" dirty="0">
                <a:solidFill>
                  <a:srgbClr val="404040"/>
                </a:solidFill>
                <a:latin typeface="Microsoft JhengHei"/>
                <a:cs typeface="Microsoft JhengHei"/>
              </a:rPr>
              <a:t>互動效果 (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Chiles</a:t>
            </a:r>
            <a:r>
              <a:rPr sz="1800" spc="-10" dirty="0">
                <a:solidFill>
                  <a:srgbClr val="404040"/>
                </a:solidFill>
                <a:latin typeface="Microsoft JhengHei"/>
                <a:cs typeface="Microsoft JhengHei"/>
              </a:rPr>
              <a:t> 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&amp; Adams</a:t>
            </a: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, </a:t>
            </a:r>
            <a:r>
              <a:rPr sz="1800" spc="-10" dirty="0">
                <a:solidFill>
                  <a:srgbClr val="404040"/>
                </a:solidFill>
                <a:latin typeface="Microsoft JhengHei"/>
                <a:cs typeface="Microsoft JhengHei"/>
              </a:rPr>
              <a:t>2024)</a:t>
            </a: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b="1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學習應用</a:t>
            </a:r>
            <a:r>
              <a:rPr sz="1800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：能引導正確語法練習並提供即時改進建議，加速語言習得過程 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(Liu</a:t>
            </a:r>
            <a:r>
              <a:rPr sz="1800" spc="-15" dirty="0">
                <a:solidFill>
                  <a:srgbClr val="404040"/>
                </a:solidFill>
                <a:latin typeface="Microsoft JhengHei"/>
                <a:cs typeface="Microsoft JhengHei"/>
              </a:rPr>
              <a:t> 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et</a:t>
            </a:r>
            <a:r>
              <a:rPr sz="1800" spc="-30" dirty="0">
                <a:solidFill>
                  <a:srgbClr val="404040"/>
                </a:solidFill>
                <a:latin typeface="Microsoft JhengHei"/>
                <a:cs typeface="Microsoft JhengHei"/>
              </a:rPr>
              <a:t> </a:t>
            </a:r>
            <a:r>
              <a:rPr sz="1800" dirty="0">
                <a:solidFill>
                  <a:srgbClr val="404040"/>
                </a:solidFill>
                <a:latin typeface="Microsoft JhengHei"/>
                <a:cs typeface="Microsoft JhengHei"/>
              </a:rPr>
              <a:t>al</a:t>
            </a:r>
            <a:r>
              <a:rPr sz="1800" spc="-10" dirty="0">
                <a:solidFill>
                  <a:srgbClr val="404040"/>
                </a:solidFill>
                <a:latin typeface="Microsoft JhengHei"/>
                <a:cs typeface="Microsoft JhengHei"/>
              </a:rPr>
              <a:t>., 2023)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3326" y="6569709"/>
            <a:ext cx="319151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2400" b="1" spc="-15" dirty="0">
                <a:solidFill>
                  <a:srgbClr val="FFFFFF"/>
                </a:solidFill>
                <a:latin typeface="Microsoft JhengHei"/>
                <a:cs typeface="Microsoft JhengHei"/>
              </a:rPr>
              <a:t>提示工程</a:t>
            </a:r>
            <a:endParaRPr sz="2400">
              <a:latin typeface="Microsoft JhengHei"/>
              <a:cs typeface="Microsoft JhengHei"/>
            </a:endParaRPr>
          </a:p>
          <a:p>
            <a:pPr algn="ctr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Microsoft JhengHei"/>
                <a:cs typeface="Microsoft JhengHei"/>
              </a:rPr>
              <a:t>(Prompt</a:t>
            </a:r>
            <a:r>
              <a:rPr sz="2400" b="1" spc="-60" dirty="0">
                <a:solidFill>
                  <a:srgbClr val="FFFFFF"/>
                </a:solidFill>
                <a:latin typeface="Microsoft JhengHei"/>
                <a:cs typeface="Microsoft JhengHei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Microsoft JhengHei"/>
                <a:cs typeface="Microsoft JhengHei"/>
              </a:rPr>
              <a:t>Engineering)</a:t>
            </a:r>
            <a:endParaRPr sz="2400">
              <a:latin typeface="Microsoft JhengHei"/>
              <a:cs typeface="Microsoft JhengHe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4084045" y="6146546"/>
            <a:ext cx="0" cy="1744345"/>
          </a:xfrm>
          <a:custGeom>
            <a:avLst/>
            <a:gdLst/>
            <a:ahLst/>
            <a:cxnLst/>
            <a:rect l="l" t="t" r="r" b="b"/>
            <a:pathLst>
              <a:path h="1744345">
                <a:moveTo>
                  <a:pt x="0" y="0"/>
                </a:moveTo>
                <a:lnTo>
                  <a:pt x="0" y="1744167"/>
                </a:lnTo>
              </a:path>
            </a:pathLst>
          </a:custGeom>
          <a:ln w="19050">
            <a:solidFill>
              <a:srgbClr val="7B7B7B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53"/>
          <p:cNvSpPr txBox="1">
            <a:spLocks noGrp="1"/>
          </p:cNvSpPr>
          <p:nvPr>
            <p:ph type="title"/>
          </p:nvPr>
        </p:nvSpPr>
        <p:spPr>
          <a:xfrm>
            <a:off x="2718534" y="2299941"/>
            <a:ext cx="8328480" cy="2721600"/>
          </a:xfrm>
          <a:prstGeom prst="rect">
            <a:avLst/>
          </a:prstGeom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r>
              <a:rPr lang="zh-TW" altLang="en-US" sz="7680" b="1" dirty="0">
                <a:solidFill>
                  <a:srgbClr val="5358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感謝口委蒞臨指導</a:t>
            </a:r>
            <a:endParaRPr sz="7680" b="1" dirty="0">
              <a:solidFill>
                <a:srgbClr val="535869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Google Shape;601;p42">
            <a:extLst>
              <a:ext uri="{FF2B5EF4-FFF2-40B4-BE49-F238E27FC236}">
                <a16:creationId xmlns:a16="http://schemas.microsoft.com/office/drawing/2014/main" id="{2A7F489D-B2F1-4046-984B-3886A23DD10A}"/>
              </a:ext>
            </a:extLst>
          </p:cNvPr>
          <p:cNvSpPr txBox="1">
            <a:spLocks/>
          </p:cNvSpPr>
          <p:nvPr/>
        </p:nvSpPr>
        <p:spPr>
          <a:xfrm>
            <a:off x="2277440" y="5475590"/>
            <a:ext cx="6985829" cy="1617941"/>
          </a:xfrm>
          <a:prstGeom prst="rect">
            <a:avLst/>
          </a:prstGeom>
        </p:spPr>
        <p:txBody>
          <a:bodyPr spcFirstLastPara="1" wrap="square" lIns="146280" tIns="146280" rIns="146280" bIns="14628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zh-TW" altLang="en-US" sz="2240" b="1" dirty="0">
                <a:solidFill>
                  <a:srgbClr val="5358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題目：</a:t>
            </a:r>
            <a:r>
              <a:rPr lang="en-US" altLang="zh-TW" sz="2240" b="1" dirty="0">
                <a:solidFill>
                  <a:srgbClr val="5358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LINE Bot</a:t>
            </a:r>
            <a:r>
              <a:rPr lang="zh-TW" altLang="en-US" sz="2240" b="1" dirty="0">
                <a:solidFill>
                  <a:srgbClr val="5358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結合大型語言模型之英語學習系統設計與實作</a:t>
            </a:r>
            <a:endParaRPr lang="en-US" altLang="zh-TW" sz="2240" b="1" dirty="0">
              <a:solidFill>
                <a:srgbClr val="535869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240" b="1" dirty="0">
                <a:solidFill>
                  <a:srgbClr val="5358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國立高雄科技大學 資訊管理所</a:t>
            </a:r>
            <a:endParaRPr lang="en-US" altLang="zh-TW" sz="2240" b="1" dirty="0">
              <a:solidFill>
                <a:srgbClr val="535869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240" b="1" dirty="0">
                <a:solidFill>
                  <a:srgbClr val="5358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研究生：杜宜霖</a:t>
            </a:r>
            <a:br>
              <a:rPr lang="en-US" altLang="zh-TW" sz="2240" b="1" dirty="0">
                <a:solidFill>
                  <a:srgbClr val="5358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2240" b="1" dirty="0">
                <a:solidFill>
                  <a:srgbClr val="5358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指導教授：黃承龍 博士</a:t>
            </a:r>
            <a:endParaRPr lang="en-US" altLang="zh-TW" sz="2240" b="1" dirty="0">
              <a:solidFill>
                <a:srgbClr val="535869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0044FD3-FFF7-4CE6-8B97-9A3D51CB98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5357" y="1073991"/>
            <a:ext cx="1348166" cy="122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68443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53"/>
          <p:cNvSpPr txBox="1">
            <a:spLocks noGrp="1"/>
          </p:cNvSpPr>
          <p:nvPr>
            <p:ph type="title"/>
          </p:nvPr>
        </p:nvSpPr>
        <p:spPr>
          <a:xfrm>
            <a:off x="2718534" y="2299941"/>
            <a:ext cx="8328480" cy="2721600"/>
          </a:xfrm>
          <a:prstGeom prst="rect">
            <a:avLst/>
          </a:prstGeom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r>
              <a:rPr lang="en-US" altLang="zh-TW" b="1" dirty="0">
                <a:solidFill>
                  <a:srgbClr val="5358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Q&amp;A</a:t>
            </a:r>
            <a:endParaRPr b="1" dirty="0">
              <a:solidFill>
                <a:srgbClr val="535869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0044FD3-FFF7-4CE6-8B97-9A3D51CB98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5357" y="1073991"/>
            <a:ext cx="1348166" cy="122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601;p42">
            <a:extLst>
              <a:ext uri="{FF2B5EF4-FFF2-40B4-BE49-F238E27FC236}">
                <a16:creationId xmlns:a16="http://schemas.microsoft.com/office/drawing/2014/main" id="{870CEE65-AB81-396B-E457-54F6013D7379}"/>
              </a:ext>
            </a:extLst>
          </p:cNvPr>
          <p:cNvSpPr txBox="1">
            <a:spLocks/>
          </p:cNvSpPr>
          <p:nvPr/>
        </p:nvSpPr>
        <p:spPr>
          <a:xfrm>
            <a:off x="2297318" y="5438520"/>
            <a:ext cx="6985829" cy="1617941"/>
          </a:xfrm>
          <a:prstGeom prst="rect">
            <a:avLst/>
          </a:prstGeom>
        </p:spPr>
        <p:txBody>
          <a:bodyPr spcFirstLastPara="1" wrap="square" lIns="146280" tIns="146280" rIns="146280" bIns="14628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zh-TW" altLang="en-US" sz="2240" b="1" dirty="0">
                <a:solidFill>
                  <a:srgbClr val="5358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題目：</a:t>
            </a:r>
            <a:r>
              <a:rPr lang="en-US" altLang="zh-TW" sz="2240" b="1" dirty="0">
                <a:solidFill>
                  <a:srgbClr val="5358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LINE Bot</a:t>
            </a:r>
            <a:r>
              <a:rPr lang="zh-TW" altLang="en-US" sz="2240" b="1" dirty="0">
                <a:solidFill>
                  <a:srgbClr val="5358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結合大型語言模型之英語學習系統設計與實作</a:t>
            </a:r>
            <a:endParaRPr lang="en-US" altLang="zh-TW" sz="2240" b="1" dirty="0">
              <a:solidFill>
                <a:srgbClr val="535869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240" b="1" dirty="0">
                <a:solidFill>
                  <a:srgbClr val="5358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國立高雄科技大學 資訊管理所</a:t>
            </a:r>
            <a:endParaRPr lang="en-US" altLang="zh-TW" sz="2240" b="1" dirty="0">
              <a:solidFill>
                <a:srgbClr val="535869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240" b="1" dirty="0">
                <a:solidFill>
                  <a:srgbClr val="5358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研究生：杜宜霖</a:t>
            </a:r>
            <a:br>
              <a:rPr lang="en-US" altLang="zh-TW" sz="2240" b="1" dirty="0">
                <a:solidFill>
                  <a:srgbClr val="5358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2240" b="1" dirty="0">
                <a:solidFill>
                  <a:srgbClr val="5358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指導教授：黃承龍 博士</a:t>
            </a:r>
            <a:endParaRPr lang="en-US" altLang="zh-TW" sz="2240" b="1" dirty="0">
              <a:solidFill>
                <a:srgbClr val="535869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12000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3728</TotalTime>
  <Words>2141</Words>
  <Application>Microsoft Office PowerPoint</Application>
  <PresentationFormat>自訂</PresentationFormat>
  <Paragraphs>408</Paragraphs>
  <Slides>40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40</vt:i4>
      </vt:variant>
    </vt:vector>
  </HeadingPairs>
  <TitlesOfParts>
    <vt:vector size="49" baseType="lpstr">
      <vt:lpstr>微軟正黑體</vt:lpstr>
      <vt:lpstr>Calibri</vt:lpstr>
      <vt:lpstr>Arial MT</vt:lpstr>
      <vt:lpstr>微軟正黑體</vt:lpstr>
      <vt:lpstr>Work Sans</vt:lpstr>
      <vt:lpstr>Arial</vt:lpstr>
      <vt:lpstr>Times New Roman</vt:lpstr>
      <vt:lpstr>Microsoft JhengHei UI</vt:lpstr>
      <vt:lpstr>Office Theme</vt:lpstr>
      <vt:lpstr>PowerPoint 簡報</vt:lpstr>
      <vt:lpstr>PowerPoint 簡報</vt:lpstr>
      <vt:lpstr>緒論</vt:lpstr>
      <vt:lpstr>PowerPoint 簡報</vt:lpstr>
      <vt:lpstr>PowerPoint 簡報</vt:lpstr>
      <vt:lpstr>PowerPoint 簡報</vt:lpstr>
      <vt:lpstr>系統核心功能</vt:lpstr>
      <vt:lpstr>PowerPoint 簡報</vt:lpstr>
      <vt:lpstr>PowerPoint 簡報</vt:lpstr>
      <vt:lpstr>系統功能展示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提示工程設計 </vt:lpstr>
      <vt:lpstr>PowerPoint 簡報</vt:lpstr>
      <vt:lpstr>PowerPoint 簡報</vt:lpstr>
      <vt:lpstr>PowerPoint 簡報</vt:lpstr>
      <vt:lpstr>PowerPoint 簡報</vt:lpstr>
      <vt:lpstr>PowerPoint 簡報</vt:lpstr>
      <vt:lpstr>系統架構與運作流程 </vt:lpstr>
      <vt:lpstr>PowerPoint 簡報</vt:lpstr>
      <vt:lpstr>PowerPoint 簡報</vt:lpstr>
      <vt:lpstr>技術實作與部署流程</vt:lpstr>
      <vt:lpstr>PowerPoint 簡報</vt:lpstr>
      <vt:lpstr>現有英語學習應用比較</vt:lpstr>
      <vt:lpstr>PowerPoint 簡報</vt:lpstr>
      <vt:lpstr>使用者回饋與改善建議</vt:lpstr>
      <vt:lpstr>PowerPoint 簡報</vt:lpstr>
      <vt:lpstr>結論</vt:lpstr>
      <vt:lpstr>研究限制與未來發展/貢獻</vt:lpstr>
      <vt:lpstr>文獻探討</vt:lpstr>
      <vt:lpstr>文獻探討</vt:lpstr>
      <vt:lpstr>文獻探討</vt:lpstr>
      <vt:lpstr>感謝口委蒞臨指導</vt:lpstr>
      <vt:lpstr>Q&amp;A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F112119106</cp:lastModifiedBy>
  <cp:revision>11</cp:revision>
  <dcterms:created xsi:type="dcterms:W3CDTF">2025-05-15T02:28:07Z</dcterms:created>
  <dcterms:modified xsi:type="dcterms:W3CDTF">2025-05-28T19:13:09Z</dcterms:modified>
</cp:coreProperties>
</file>