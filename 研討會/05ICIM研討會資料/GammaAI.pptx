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6" r:id="rId2"/>
    <p:sldId id="286" r:id="rId3"/>
    <p:sldId id="294" r:id="rId4"/>
    <p:sldId id="298" r:id="rId5"/>
    <p:sldId id="324" r:id="rId6"/>
    <p:sldId id="344" r:id="rId7"/>
    <p:sldId id="342" r:id="rId8"/>
    <p:sldId id="343" r:id="rId9"/>
    <p:sldId id="279" r:id="rId10"/>
    <p:sldId id="345" r:id="rId11"/>
    <p:sldId id="339" r:id="rId12"/>
    <p:sldId id="346" r:id="rId13"/>
    <p:sldId id="334" r:id="rId14"/>
    <p:sldId id="347" r:id="rId15"/>
    <p:sldId id="348" r:id="rId16"/>
    <p:sldId id="349" r:id="rId17"/>
    <p:sldId id="350" r:id="rId18"/>
  </p:sldIdLst>
  <p:sldSz cx="14630400" cy="8229600"/>
  <p:notesSz cx="8229600" cy="14630400"/>
  <p:embeddedFontLst>
    <p:embeddedFont>
      <p:font typeface="Microsoft JhengHei" panose="020B0604030504040204" pitchFamily="34" charset="-120"/>
      <p:regular r:id="rId20"/>
      <p:bold r:id="rId21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33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7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19389" y="2988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altLang="zh-TW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LINE Bot</a:t>
            </a: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結合大型語言模型</a:t>
            </a:r>
            <a:endParaRPr lang="en-US" altLang="zh-TW" sz="4800" b="1" dirty="0">
              <a:latin typeface="Microsoft JhengHei" panose="020B0604030504040204" pitchFamily="34" charset="-120"/>
              <a:ea typeface="Microsoft JhengHei" panose="020B0604030504040204" pitchFamily="34" charset="-120"/>
              <a:cs typeface="Syne Bold" pitchFamily="34" charset="-120"/>
            </a:endParaRPr>
          </a:p>
          <a:p>
            <a:pPr marL="0" indent="0" algn="ctr">
              <a:lnSpc>
                <a:spcPts val="5550"/>
              </a:lnSpc>
              <a:buNone/>
            </a:pPr>
            <a:r>
              <a:rPr lang="zh-TW" altLang="en-US" sz="48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Syne Bold" pitchFamily="34" charset="-120"/>
              </a:rPr>
              <a:t>之英語學習系統設計與實作</a:t>
            </a:r>
            <a:endParaRPr lang="en-US" sz="48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91553" y="5089033"/>
            <a:ext cx="30120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指導老師：黃承龍教授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Overpass Light" pitchFamily="34" charset="-120"/>
              </a:rPr>
              <a:t>報告學生：杜宜霖</a:t>
            </a:r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Google Shape;183;p29">
            <a:extLst>
              <a:ext uri="{FF2B5EF4-FFF2-40B4-BE49-F238E27FC236}">
                <a16:creationId xmlns:a16="http://schemas.microsoft.com/office/drawing/2014/main" id="{B4FA2369-7308-8A24-7813-6EDD17E6F1D9}"/>
              </a:ext>
            </a:extLst>
          </p:cNvPr>
          <p:cNvSpPr txBox="1">
            <a:spLocks/>
          </p:cNvSpPr>
          <p:nvPr/>
        </p:nvSpPr>
        <p:spPr>
          <a:xfrm>
            <a:off x="5808916" y="1544368"/>
            <a:ext cx="8103552" cy="725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rtl="0"/>
            <a:r>
              <a:rPr lang="en-US" altLang="zh-TW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ICIM 202</a:t>
            </a:r>
            <a:r>
              <a:rPr lang="en-US" altLang="zh-TW" sz="32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5</a:t>
            </a:r>
            <a:r>
              <a:rPr lang="zh-TW" altLang="en-US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 第</a:t>
            </a:r>
            <a:r>
              <a:rPr lang="en-US" altLang="zh-TW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36</a:t>
            </a:r>
            <a:r>
              <a:rPr lang="zh-TW" altLang="en-US" sz="3200" b="1" i="0" dirty="0">
                <a:solidFill>
                  <a:schemeClr val="tx1">
                    <a:lumMod val="50000"/>
                  </a:schemeClr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屆國際資訊管理學術研討會</a:t>
            </a:r>
            <a:endParaRPr lang="zh-TW" altLang="en-US" sz="3200" b="0" i="0" dirty="0">
              <a:solidFill>
                <a:schemeClr val="tx1">
                  <a:lumMod val="50000"/>
                </a:schemeClr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Sans Serif" panose="020B0604020202020204" pitchFamily="34" charset="0"/>
            </a:endParaRPr>
          </a:p>
        </p:txBody>
      </p:sp>
      <p:sp>
        <p:nvSpPr>
          <p:cNvPr id="10" name="Google Shape;184;p29">
            <a:extLst>
              <a:ext uri="{FF2B5EF4-FFF2-40B4-BE49-F238E27FC236}">
                <a16:creationId xmlns:a16="http://schemas.microsoft.com/office/drawing/2014/main" id="{9964DBE5-7F66-C8BA-2650-1125D631C69C}"/>
              </a:ext>
            </a:extLst>
          </p:cNvPr>
          <p:cNvSpPr txBox="1">
            <a:spLocks/>
          </p:cNvSpPr>
          <p:nvPr/>
        </p:nvSpPr>
        <p:spPr>
          <a:xfrm>
            <a:off x="7933037" y="6243965"/>
            <a:ext cx="4584357" cy="43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國立高雄科技大學 資訊管理學系研究所</a:t>
            </a:r>
          </a:p>
        </p:txBody>
      </p:sp>
      <p:sp>
        <p:nvSpPr>
          <p:cNvPr id="11" name="Google Shape;184;p29">
            <a:extLst>
              <a:ext uri="{FF2B5EF4-FFF2-40B4-BE49-F238E27FC236}">
                <a16:creationId xmlns:a16="http://schemas.microsoft.com/office/drawing/2014/main" id="{2E3D99F2-BE8E-DB4C-156F-B034EF96EEFB}"/>
              </a:ext>
            </a:extLst>
          </p:cNvPr>
          <p:cNvSpPr txBox="1">
            <a:spLocks/>
          </p:cNvSpPr>
          <p:nvPr/>
        </p:nvSpPr>
        <p:spPr>
          <a:xfrm>
            <a:off x="7933038" y="6574784"/>
            <a:ext cx="4436074" cy="46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中華民國 </a:t>
            </a:r>
            <a:r>
              <a:rPr lang="en-US" altLang="zh-TW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114</a:t>
            </a:r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年 </a:t>
            </a:r>
            <a:r>
              <a:rPr lang="en-US" altLang="zh-TW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</a:t>
            </a:r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月 </a:t>
            </a:r>
            <a:r>
              <a:rPr lang="en-US" altLang="zh-TW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16</a:t>
            </a:r>
            <a:r>
              <a:rPr lang="zh-TW" altLang="en-US" sz="2000" b="1" dirty="0">
                <a:solidFill>
                  <a:schemeClr val="tx1">
                    <a:lumMod val="50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E411DB-29E4-2AFB-9038-E57FBC930D7E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" name="Group 323">
            <a:extLst>
              <a:ext uri="{FF2B5EF4-FFF2-40B4-BE49-F238E27FC236}">
                <a16:creationId xmlns:a16="http://schemas.microsoft.com/office/drawing/2014/main" id="{F8757124-4DEB-6852-B1D6-D3BC76280256}"/>
              </a:ext>
            </a:extLst>
          </p:cNvPr>
          <p:cNvGrpSpPr/>
          <p:nvPr/>
        </p:nvGrpSpPr>
        <p:grpSpPr>
          <a:xfrm flipH="1">
            <a:off x="141801" y="5814838"/>
            <a:ext cx="2416047" cy="2396330"/>
            <a:chOff x="837241" y="2338238"/>
            <a:chExt cx="4340280" cy="3982478"/>
          </a:xfrm>
        </p:grpSpPr>
        <p:sp>
          <p:nvSpPr>
            <p:cNvPr id="16" name="Freeform: Shape 324">
              <a:extLst>
                <a:ext uri="{FF2B5EF4-FFF2-40B4-BE49-F238E27FC236}">
                  <a16:creationId xmlns:a16="http://schemas.microsoft.com/office/drawing/2014/main" id="{8938E9F1-6800-F25D-6C1E-B028C901FFB0}"/>
                </a:ext>
              </a:extLst>
            </p:cNvPr>
            <p:cNvSpPr/>
            <p:nvPr/>
          </p:nvSpPr>
          <p:spPr>
            <a:xfrm>
              <a:off x="837241" y="2338238"/>
              <a:ext cx="4340280" cy="3982478"/>
            </a:xfrm>
            <a:custGeom>
              <a:avLst/>
              <a:gdLst>
                <a:gd name="connsiteX0" fmla="*/ 2649379 w 2657475"/>
                <a:gd name="connsiteY0" fmla="*/ 2105847 h 2438400"/>
                <a:gd name="connsiteX1" fmla="*/ 2644616 w 2657475"/>
                <a:gd name="connsiteY1" fmla="*/ 2094417 h 2438400"/>
                <a:gd name="connsiteX2" fmla="*/ 2649379 w 2657475"/>
                <a:gd name="connsiteY2" fmla="*/ 2070604 h 2438400"/>
                <a:gd name="connsiteX3" fmla="*/ 2644616 w 2657475"/>
                <a:gd name="connsiteY3" fmla="*/ 2062984 h 2438400"/>
                <a:gd name="connsiteX4" fmla="*/ 2630329 w 2657475"/>
                <a:gd name="connsiteY4" fmla="*/ 2055364 h 2438400"/>
                <a:gd name="connsiteX5" fmla="*/ 2633186 w 2657475"/>
                <a:gd name="connsiteY5" fmla="*/ 2039172 h 2438400"/>
                <a:gd name="connsiteX6" fmla="*/ 2628424 w 2657475"/>
                <a:gd name="connsiteY6" fmla="*/ 2032504 h 2438400"/>
                <a:gd name="connsiteX7" fmla="*/ 2620804 w 2657475"/>
                <a:gd name="connsiteY7" fmla="*/ 2029647 h 2438400"/>
                <a:gd name="connsiteX8" fmla="*/ 2576036 w 2657475"/>
                <a:gd name="connsiteY8" fmla="*/ 1994404 h 2438400"/>
                <a:gd name="connsiteX9" fmla="*/ 2450306 w 2657475"/>
                <a:gd name="connsiteY9" fmla="*/ 2037267 h 2438400"/>
                <a:gd name="connsiteX10" fmla="*/ 2367439 w 2657475"/>
                <a:gd name="connsiteY10" fmla="*/ 2059175 h 2438400"/>
                <a:gd name="connsiteX11" fmla="*/ 2388394 w 2657475"/>
                <a:gd name="connsiteY11" fmla="*/ 2002025 h 2438400"/>
                <a:gd name="connsiteX12" fmla="*/ 2333149 w 2657475"/>
                <a:gd name="connsiteY12" fmla="*/ 1995357 h 2438400"/>
                <a:gd name="connsiteX13" fmla="*/ 2230279 w 2657475"/>
                <a:gd name="connsiteY13" fmla="*/ 2017264 h 2438400"/>
                <a:gd name="connsiteX14" fmla="*/ 2156936 w 2657475"/>
                <a:gd name="connsiteY14" fmla="*/ 2010597 h 2438400"/>
                <a:gd name="connsiteX15" fmla="*/ 2101691 w 2657475"/>
                <a:gd name="connsiteY15" fmla="*/ 2037267 h 2438400"/>
                <a:gd name="connsiteX16" fmla="*/ 1998821 w 2657475"/>
                <a:gd name="connsiteY16" fmla="*/ 1897250 h 2438400"/>
                <a:gd name="connsiteX17" fmla="*/ 2027396 w 2657475"/>
                <a:gd name="connsiteY17" fmla="*/ 1709607 h 2438400"/>
                <a:gd name="connsiteX18" fmla="*/ 2015966 w 2657475"/>
                <a:gd name="connsiteY18" fmla="*/ 1630550 h 2438400"/>
                <a:gd name="connsiteX19" fmla="*/ 1779746 w 2657475"/>
                <a:gd name="connsiteY19" fmla="*/ 1366707 h 2438400"/>
                <a:gd name="connsiteX20" fmla="*/ 1827371 w 2657475"/>
                <a:gd name="connsiteY20" fmla="*/ 1300032 h 2438400"/>
                <a:gd name="connsiteX21" fmla="*/ 1854041 w 2657475"/>
                <a:gd name="connsiteY21" fmla="*/ 1255264 h 2438400"/>
                <a:gd name="connsiteX22" fmla="*/ 1841659 w 2657475"/>
                <a:gd name="connsiteY22" fmla="*/ 1220022 h 2438400"/>
                <a:gd name="connsiteX23" fmla="*/ 1834991 w 2657475"/>
                <a:gd name="connsiteY23" fmla="*/ 1188589 h 2438400"/>
                <a:gd name="connsiteX24" fmla="*/ 1833086 w 2657475"/>
                <a:gd name="connsiteY24" fmla="*/ 1147632 h 2438400"/>
                <a:gd name="connsiteX25" fmla="*/ 1799749 w 2657475"/>
                <a:gd name="connsiteY25" fmla="*/ 1114294 h 2438400"/>
                <a:gd name="connsiteX26" fmla="*/ 1774031 w 2657475"/>
                <a:gd name="connsiteY26" fmla="*/ 1078099 h 2438400"/>
                <a:gd name="connsiteX27" fmla="*/ 1723549 w 2657475"/>
                <a:gd name="connsiteY27" fmla="*/ 1099054 h 2438400"/>
                <a:gd name="connsiteX28" fmla="*/ 1654016 w 2657475"/>
                <a:gd name="connsiteY28" fmla="*/ 1186684 h 2438400"/>
                <a:gd name="connsiteX29" fmla="*/ 1637824 w 2657475"/>
                <a:gd name="connsiteY29" fmla="*/ 1186684 h 2438400"/>
                <a:gd name="connsiteX30" fmla="*/ 1458754 w 2657475"/>
                <a:gd name="connsiteY30" fmla="*/ 1060954 h 2438400"/>
                <a:gd name="connsiteX31" fmla="*/ 1353979 w 2657475"/>
                <a:gd name="connsiteY31" fmla="*/ 1099054 h 2438400"/>
                <a:gd name="connsiteX32" fmla="*/ 1339691 w 2657475"/>
                <a:gd name="connsiteY32" fmla="*/ 1081909 h 2438400"/>
                <a:gd name="connsiteX33" fmla="*/ 1256824 w 2657475"/>
                <a:gd name="connsiteY33" fmla="*/ 1012377 h 2438400"/>
                <a:gd name="connsiteX34" fmla="*/ 1223486 w 2657475"/>
                <a:gd name="connsiteY34" fmla="*/ 958084 h 2438400"/>
                <a:gd name="connsiteX35" fmla="*/ 1261586 w 2657475"/>
                <a:gd name="connsiteY35" fmla="*/ 899029 h 2438400"/>
                <a:gd name="connsiteX36" fmla="*/ 1299686 w 2657475"/>
                <a:gd name="connsiteY36" fmla="*/ 920937 h 2438400"/>
                <a:gd name="connsiteX37" fmla="*/ 1358741 w 2657475"/>
                <a:gd name="connsiteY37" fmla="*/ 916174 h 2438400"/>
                <a:gd name="connsiteX38" fmla="*/ 1366361 w 2657475"/>
                <a:gd name="connsiteY38" fmla="*/ 887599 h 2438400"/>
                <a:gd name="connsiteX39" fmla="*/ 1399699 w 2657475"/>
                <a:gd name="connsiteY39" fmla="*/ 889504 h 2438400"/>
                <a:gd name="connsiteX40" fmla="*/ 1412081 w 2657475"/>
                <a:gd name="connsiteY40" fmla="*/ 865692 h 2438400"/>
                <a:gd name="connsiteX41" fmla="*/ 1440656 w 2657475"/>
                <a:gd name="connsiteY41" fmla="*/ 860929 h 2438400"/>
                <a:gd name="connsiteX42" fmla="*/ 1452086 w 2657475"/>
                <a:gd name="connsiteY42" fmla="*/ 830449 h 2438400"/>
                <a:gd name="connsiteX43" fmla="*/ 1497806 w 2657475"/>
                <a:gd name="connsiteY43" fmla="*/ 825687 h 2438400"/>
                <a:gd name="connsiteX44" fmla="*/ 1513999 w 2657475"/>
                <a:gd name="connsiteY44" fmla="*/ 797112 h 2438400"/>
                <a:gd name="connsiteX45" fmla="*/ 1520666 w 2657475"/>
                <a:gd name="connsiteY45" fmla="*/ 687574 h 2438400"/>
                <a:gd name="connsiteX46" fmla="*/ 1560671 w 2657475"/>
                <a:gd name="connsiteY46" fmla="*/ 654237 h 2438400"/>
                <a:gd name="connsiteX47" fmla="*/ 1667351 w 2657475"/>
                <a:gd name="connsiteY47" fmla="*/ 541842 h 2438400"/>
                <a:gd name="connsiteX48" fmla="*/ 1674019 w 2657475"/>
                <a:gd name="connsiteY48" fmla="*/ 578037 h 2438400"/>
                <a:gd name="connsiteX49" fmla="*/ 1697831 w 2657475"/>
                <a:gd name="connsiteY49" fmla="*/ 511362 h 2438400"/>
                <a:gd name="connsiteX50" fmla="*/ 1718786 w 2657475"/>
                <a:gd name="connsiteY50" fmla="*/ 552319 h 2438400"/>
                <a:gd name="connsiteX51" fmla="*/ 1749266 w 2657475"/>
                <a:gd name="connsiteY51" fmla="*/ 473262 h 2438400"/>
                <a:gd name="connsiteX52" fmla="*/ 1768316 w 2657475"/>
                <a:gd name="connsiteY52" fmla="*/ 552319 h 2438400"/>
                <a:gd name="connsiteX53" fmla="*/ 1777841 w 2657475"/>
                <a:gd name="connsiteY53" fmla="*/ 436114 h 2438400"/>
                <a:gd name="connsiteX54" fmla="*/ 1744504 w 2657475"/>
                <a:gd name="connsiteY54" fmla="*/ 324672 h 2438400"/>
                <a:gd name="connsiteX55" fmla="*/ 1623536 w 2657475"/>
                <a:gd name="connsiteY55" fmla="*/ 188464 h 2438400"/>
                <a:gd name="connsiteX56" fmla="*/ 1264444 w 2657475"/>
                <a:gd name="connsiteY56" fmla="*/ 7489 h 2438400"/>
                <a:gd name="connsiteX57" fmla="*/ 845344 w 2657475"/>
                <a:gd name="connsiteY57" fmla="*/ 407539 h 2438400"/>
                <a:gd name="connsiteX58" fmla="*/ 673894 w 2657475"/>
                <a:gd name="connsiteY58" fmla="*/ 515172 h 2438400"/>
                <a:gd name="connsiteX59" fmla="*/ 432911 w 2657475"/>
                <a:gd name="connsiteY59" fmla="*/ 683764 h 2438400"/>
                <a:gd name="connsiteX60" fmla="*/ 328136 w 2657475"/>
                <a:gd name="connsiteY60" fmla="*/ 871407 h 2438400"/>
                <a:gd name="connsiteX61" fmla="*/ 210979 w 2657475"/>
                <a:gd name="connsiteY61" fmla="*/ 1068574 h 2438400"/>
                <a:gd name="connsiteX62" fmla="*/ 90964 w 2657475"/>
                <a:gd name="connsiteY62" fmla="*/ 1174302 h 2438400"/>
                <a:gd name="connsiteX63" fmla="*/ 133826 w 2657475"/>
                <a:gd name="connsiteY63" fmla="*/ 1162872 h 2438400"/>
                <a:gd name="connsiteX64" fmla="*/ 16669 w 2657475"/>
                <a:gd name="connsiteY64" fmla="*/ 1445764 h 2438400"/>
                <a:gd name="connsiteX65" fmla="*/ 64294 w 2657475"/>
                <a:gd name="connsiteY65" fmla="*/ 1400997 h 2438400"/>
                <a:gd name="connsiteX66" fmla="*/ 38576 w 2657475"/>
                <a:gd name="connsiteY66" fmla="*/ 1543872 h 2438400"/>
                <a:gd name="connsiteX67" fmla="*/ 7144 w 2657475"/>
                <a:gd name="connsiteY67" fmla="*/ 1769614 h 2438400"/>
                <a:gd name="connsiteX68" fmla="*/ 57626 w 2657475"/>
                <a:gd name="connsiteY68" fmla="*/ 1696272 h 2438400"/>
                <a:gd name="connsiteX69" fmla="*/ 10001 w 2657475"/>
                <a:gd name="connsiteY69" fmla="*/ 1889629 h 2438400"/>
                <a:gd name="connsiteX70" fmla="*/ 64294 w 2657475"/>
                <a:gd name="connsiteY70" fmla="*/ 1791522 h 2438400"/>
                <a:gd name="connsiteX71" fmla="*/ 32861 w 2657475"/>
                <a:gd name="connsiteY71" fmla="*/ 2001072 h 2438400"/>
                <a:gd name="connsiteX72" fmla="*/ 68104 w 2657475"/>
                <a:gd name="connsiteY72" fmla="*/ 2184905 h 2438400"/>
                <a:gd name="connsiteX73" fmla="*/ 147161 w 2657475"/>
                <a:gd name="connsiteY73" fmla="*/ 2175380 h 2438400"/>
                <a:gd name="connsiteX74" fmla="*/ 347186 w 2657475"/>
                <a:gd name="connsiteY74" fmla="*/ 2429697 h 2438400"/>
                <a:gd name="connsiteX75" fmla="*/ 718661 w 2657475"/>
                <a:gd name="connsiteY75" fmla="*/ 2391597 h 2438400"/>
                <a:gd name="connsiteX76" fmla="*/ 816769 w 2657475"/>
                <a:gd name="connsiteY76" fmla="*/ 2322064 h 2438400"/>
                <a:gd name="connsiteX77" fmla="*/ 890111 w 2657475"/>
                <a:gd name="connsiteY77" fmla="*/ 2264914 h 2438400"/>
                <a:gd name="connsiteX78" fmla="*/ 940594 w 2657475"/>
                <a:gd name="connsiteY78" fmla="*/ 2243007 h 2438400"/>
                <a:gd name="connsiteX79" fmla="*/ 994886 w 2657475"/>
                <a:gd name="connsiteY79" fmla="*/ 2226814 h 2438400"/>
                <a:gd name="connsiteX80" fmla="*/ 1011079 w 2657475"/>
                <a:gd name="connsiteY80" fmla="*/ 2160139 h 2438400"/>
                <a:gd name="connsiteX81" fmla="*/ 1032986 w 2657475"/>
                <a:gd name="connsiteY81" fmla="*/ 2143947 h 2438400"/>
                <a:gd name="connsiteX82" fmla="*/ 1042511 w 2657475"/>
                <a:gd name="connsiteY82" fmla="*/ 2089654 h 2438400"/>
                <a:gd name="connsiteX83" fmla="*/ 1052036 w 2657475"/>
                <a:gd name="connsiteY83" fmla="*/ 2022979 h 2438400"/>
                <a:gd name="connsiteX84" fmla="*/ 1061561 w 2657475"/>
                <a:gd name="connsiteY84" fmla="*/ 1930587 h 2438400"/>
                <a:gd name="connsiteX85" fmla="*/ 1087279 w 2657475"/>
                <a:gd name="connsiteY85" fmla="*/ 1866769 h 2438400"/>
                <a:gd name="connsiteX86" fmla="*/ 1306354 w 2657475"/>
                <a:gd name="connsiteY86" fmla="*/ 1606737 h 2438400"/>
                <a:gd name="connsiteX87" fmla="*/ 1382554 w 2657475"/>
                <a:gd name="connsiteY87" fmla="*/ 1561969 h 2438400"/>
                <a:gd name="connsiteX88" fmla="*/ 1413986 w 2657475"/>
                <a:gd name="connsiteY88" fmla="*/ 1578162 h 2438400"/>
                <a:gd name="connsiteX89" fmla="*/ 1615916 w 2657475"/>
                <a:gd name="connsiteY89" fmla="*/ 1890582 h 2438400"/>
                <a:gd name="connsiteX90" fmla="*/ 1768316 w 2657475"/>
                <a:gd name="connsiteY90" fmla="*/ 2219194 h 2438400"/>
                <a:gd name="connsiteX91" fmla="*/ 1804511 w 2657475"/>
                <a:gd name="connsiteY91" fmla="*/ 2371594 h 2438400"/>
                <a:gd name="connsiteX92" fmla="*/ 1925479 w 2657475"/>
                <a:gd name="connsiteY92" fmla="*/ 2350639 h 2438400"/>
                <a:gd name="connsiteX93" fmla="*/ 1958816 w 2657475"/>
                <a:gd name="connsiteY93" fmla="*/ 2317302 h 2438400"/>
                <a:gd name="connsiteX94" fmla="*/ 2009299 w 2657475"/>
                <a:gd name="connsiteY94" fmla="*/ 2347782 h 2438400"/>
                <a:gd name="connsiteX95" fmla="*/ 2095024 w 2657475"/>
                <a:gd name="connsiteY95" fmla="*/ 2430650 h 2438400"/>
                <a:gd name="connsiteX96" fmla="*/ 2230279 w 2657475"/>
                <a:gd name="connsiteY96" fmla="*/ 2363975 h 2438400"/>
                <a:gd name="connsiteX97" fmla="*/ 2435066 w 2657475"/>
                <a:gd name="connsiteY97" fmla="*/ 2283012 h 2438400"/>
                <a:gd name="connsiteX98" fmla="*/ 2546509 w 2657475"/>
                <a:gd name="connsiteY98" fmla="*/ 2227767 h 2438400"/>
                <a:gd name="connsiteX99" fmla="*/ 2630329 w 2657475"/>
                <a:gd name="connsiteY99" fmla="*/ 2172522 h 2438400"/>
                <a:gd name="connsiteX100" fmla="*/ 2647474 w 2657475"/>
                <a:gd name="connsiteY100" fmla="*/ 2161092 h 2438400"/>
                <a:gd name="connsiteX101" fmla="*/ 2647474 w 2657475"/>
                <a:gd name="connsiteY101" fmla="*/ 2143947 h 2438400"/>
                <a:gd name="connsiteX102" fmla="*/ 2655094 w 2657475"/>
                <a:gd name="connsiteY102" fmla="*/ 2131564 h 2438400"/>
                <a:gd name="connsiteX103" fmla="*/ 2649379 w 2657475"/>
                <a:gd name="connsiteY103" fmla="*/ 2105847 h 2438400"/>
                <a:gd name="connsiteX104" fmla="*/ 918686 w 2657475"/>
                <a:gd name="connsiteY104" fmla="*/ 1436239 h 2438400"/>
                <a:gd name="connsiteX105" fmla="*/ 897731 w 2657475"/>
                <a:gd name="connsiteY105" fmla="*/ 1472434 h 2438400"/>
                <a:gd name="connsiteX106" fmla="*/ 873919 w 2657475"/>
                <a:gd name="connsiteY106" fmla="*/ 1496247 h 2438400"/>
                <a:gd name="connsiteX107" fmla="*/ 832961 w 2657475"/>
                <a:gd name="connsiteY107" fmla="*/ 1532442 h 2438400"/>
                <a:gd name="connsiteX108" fmla="*/ 804386 w 2657475"/>
                <a:gd name="connsiteY108" fmla="*/ 1537204 h 2438400"/>
                <a:gd name="connsiteX109" fmla="*/ 783431 w 2657475"/>
                <a:gd name="connsiteY109" fmla="*/ 1515297 h 2438400"/>
                <a:gd name="connsiteX110" fmla="*/ 752951 w 2657475"/>
                <a:gd name="connsiteY110" fmla="*/ 1508629 h 2438400"/>
                <a:gd name="connsiteX111" fmla="*/ 754856 w 2657475"/>
                <a:gd name="connsiteY111" fmla="*/ 1454337 h 2438400"/>
                <a:gd name="connsiteX112" fmla="*/ 826294 w 2657475"/>
                <a:gd name="connsiteY112" fmla="*/ 1399092 h 2438400"/>
                <a:gd name="connsiteX113" fmla="*/ 871061 w 2657475"/>
                <a:gd name="connsiteY113" fmla="*/ 1291459 h 2438400"/>
                <a:gd name="connsiteX114" fmla="*/ 915829 w 2657475"/>
                <a:gd name="connsiteY114" fmla="*/ 1286697 h 2438400"/>
                <a:gd name="connsiteX115" fmla="*/ 1001554 w 2657475"/>
                <a:gd name="connsiteY115" fmla="*/ 1374327 h 2438400"/>
                <a:gd name="connsiteX116" fmla="*/ 918686 w 2657475"/>
                <a:gd name="connsiteY116" fmla="*/ 1436239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2657475" h="2438400">
                  <a:moveTo>
                    <a:pt x="2649379" y="2105847"/>
                  </a:moveTo>
                  <a:lnTo>
                    <a:pt x="2644616" y="2094417"/>
                  </a:lnTo>
                  <a:lnTo>
                    <a:pt x="2649379" y="2070604"/>
                  </a:lnTo>
                  <a:lnTo>
                    <a:pt x="2644616" y="2062984"/>
                  </a:lnTo>
                  <a:lnTo>
                    <a:pt x="2630329" y="2055364"/>
                  </a:lnTo>
                  <a:lnTo>
                    <a:pt x="2633186" y="2039172"/>
                  </a:lnTo>
                  <a:lnTo>
                    <a:pt x="2628424" y="2032504"/>
                  </a:lnTo>
                  <a:lnTo>
                    <a:pt x="2620804" y="2029647"/>
                  </a:lnTo>
                  <a:cubicBezTo>
                    <a:pt x="2620804" y="2029647"/>
                    <a:pt x="2628424" y="1980117"/>
                    <a:pt x="2576036" y="1994404"/>
                  </a:cubicBezTo>
                  <a:cubicBezTo>
                    <a:pt x="2576036" y="1994404"/>
                    <a:pt x="2493169" y="2006787"/>
                    <a:pt x="2450306" y="2037267"/>
                  </a:cubicBezTo>
                  <a:cubicBezTo>
                    <a:pt x="2450306" y="2037267"/>
                    <a:pt x="2404586" y="2058222"/>
                    <a:pt x="2367439" y="2059175"/>
                  </a:cubicBezTo>
                  <a:cubicBezTo>
                    <a:pt x="2367439" y="2059175"/>
                    <a:pt x="2397919" y="2025837"/>
                    <a:pt x="2388394" y="2002025"/>
                  </a:cubicBezTo>
                  <a:cubicBezTo>
                    <a:pt x="2388394" y="2002025"/>
                    <a:pt x="2376964" y="1970592"/>
                    <a:pt x="2333149" y="1995357"/>
                  </a:cubicBezTo>
                  <a:cubicBezTo>
                    <a:pt x="2333149" y="1995357"/>
                    <a:pt x="2290286" y="2021075"/>
                    <a:pt x="2230279" y="2017264"/>
                  </a:cubicBezTo>
                  <a:cubicBezTo>
                    <a:pt x="2230279" y="2017264"/>
                    <a:pt x="2194084" y="2015359"/>
                    <a:pt x="2156936" y="2010597"/>
                  </a:cubicBezTo>
                  <a:cubicBezTo>
                    <a:pt x="2156936" y="2010597"/>
                    <a:pt x="2128361" y="2013454"/>
                    <a:pt x="2101691" y="2037267"/>
                  </a:cubicBezTo>
                  <a:cubicBezTo>
                    <a:pt x="2101691" y="2037267"/>
                    <a:pt x="2020729" y="1970592"/>
                    <a:pt x="1998821" y="1897250"/>
                  </a:cubicBezTo>
                  <a:cubicBezTo>
                    <a:pt x="1998821" y="1897250"/>
                    <a:pt x="2025491" y="1808667"/>
                    <a:pt x="2027396" y="1709607"/>
                  </a:cubicBezTo>
                  <a:cubicBezTo>
                    <a:pt x="2027396" y="1709607"/>
                    <a:pt x="2024539" y="1674364"/>
                    <a:pt x="2015966" y="1630550"/>
                  </a:cubicBezTo>
                  <a:cubicBezTo>
                    <a:pt x="2015966" y="1630550"/>
                    <a:pt x="1889284" y="1452432"/>
                    <a:pt x="1779746" y="1366707"/>
                  </a:cubicBezTo>
                  <a:cubicBezTo>
                    <a:pt x="1779746" y="1366707"/>
                    <a:pt x="1810226" y="1349562"/>
                    <a:pt x="1827371" y="1300032"/>
                  </a:cubicBezTo>
                  <a:cubicBezTo>
                    <a:pt x="1827371" y="1300032"/>
                    <a:pt x="1834991" y="1269552"/>
                    <a:pt x="1854041" y="1255264"/>
                  </a:cubicBezTo>
                  <a:cubicBezTo>
                    <a:pt x="1854041" y="1255264"/>
                    <a:pt x="1868329" y="1231452"/>
                    <a:pt x="1841659" y="1220022"/>
                  </a:cubicBezTo>
                  <a:cubicBezTo>
                    <a:pt x="1841659" y="1220022"/>
                    <a:pt x="1829276" y="1200972"/>
                    <a:pt x="1834991" y="1188589"/>
                  </a:cubicBezTo>
                  <a:cubicBezTo>
                    <a:pt x="1834991" y="1188589"/>
                    <a:pt x="1852136" y="1147632"/>
                    <a:pt x="1833086" y="1147632"/>
                  </a:cubicBezTo>
                  <a:cubicBezTo>
                    <a:pt x="1833086" y="1147632"/>
                    <a:pt x="1797844" y="1130487"/>
                    <a:pt x="1799749" y="1114294"/>
                  </a:cubicBezTo>
                  <a:cubicBezTo>
                    <a:pt x="1799749" y="1114294"/>
                    <a:pt x="1814036" y="1073337"/>
                    <a:pt x="1774031" y="1078099"/>
                  </a:cubicBezTo>
                  <a:cubicBezTo>
                    <a:pt x="1774031" y="1078099"/>
                    <a:pt x="1764506" y="1073337"/>
                    <a:pt x="1723549" y="1099054"/>
                  </a:cubicBezTo>
                  <a:cubicBezTo>
                    <a:pt x="1723549" y="1099054"/>
                    <a:pt x="1668304" y="1151442"/>
                    <a:pt x="1654016" y="1186684"/>
                  </a:cubicBezTo>
                  <a:lnTo>
                    <a:pt x="1637824" y="1186684"/>
                  </a:lnTo>
                  <a:cubicBezTo>
                    <a:pt x="1637824" y="1186684"/>
                    <a:pt x="1596866" y="1074289"/>
                    <a:pt x="1458754" y="1060954"/>
                  </a:cubicBezTo>
                  <a:cubicBezTo>
                    <a:pt x="1458754" y="1060954"/>
                    <a:pt x="1409224" y="1051429"/>
                    <a:pt x="1353979" y="1099054"/>
                  </a:cubicBezTo>
                  <a:lnTo>
                    <a:pt x="1339691" y="1081909"/>
                  </a:lnTo>
                  <a:lnTo>
                    <a:pt x="1256824" y="1012377"/>
                  </a:lnTo>
                  <a:cubicBezTo>
                    <a:pt x="1256824" y="1012377"/>
                    <a:pt x="1223486" y="1005709"/>
                    <a:pt x="1223486" y="958084"/>
                  </a:cubicBezTo>
                  <a:cubicBezTo>
                    <a:pt x="1223486" y="958084"/>
                    <a:pt x="1216819" y="907602"/>
                    <a:pt x="1261586" y="899029"/>
                  </a:cubicBezTo>
                  <a:cubicBezTo>
                    <a:pt x="1261586" y="899029"/>
                    <a:pt x="1285399" y="896172"/>
                    <a:pt x="1299686" y="920937"/>
                  </a:cubicBezTo>
                  <a:cubicBezTo>
                    <a:pt x="1299686" y="920937"/>
                    <a:pt x="1334929" y="954274"/>
                    <a:pt x="1358741" y="916174"/>
                  </a:cubicBezTo>
                  <a:cubicBezTo>
                    <a:pt x="1358741" y="916174"/>
                    <a:pt x="1361599" y="899982"/>
                    <a:pt x="1366361" y="887599"/>
                  </a:cubicBezTo>
                  <a:cubicBezTo>
                    <a:pt x="1366361" y="887599"/>
                    <a:pt x="1382554" y="897124"/>
                    <a:pt x="1399699" y="889504"/>
                  </a:cubicBezTo>
                  <a:cubicBezTo>
                    <a:pt x="1399699" y="889504"/>
                    <a:pt x="1412081" y="884742"/>
                    <a:pt x="1412081" y="865692"/>
                  </a:cubicBezTo>
                  <a:cubicBezTo>
                    <a:pt x="1412081" y="865692"/>
                    <a:pt x="1416844" y="854262"/>
                    <a:pt x="1440656" y="860929"/>
                  </a:cubicBezTo>
                  <a:cubicBezTo>
                    <a:pt x="1440656" y="860929"/>
                    <a:pt x="1450181" y="865692"/>
                    <a:pt x="1452086" y="830449"/>
                  </a:cubicBezTo>
                  <a:lnTo>
                    <a:pt x="1497806" y="825687"/>
                  </a:lnTo>
                  <a:cubicBezTo>
                    <a:pt x="1497806" y="825687"/>
                    <a:pt x="1514951" y="827592"/>
                    <a:pt x="1513999" y="797112"/>
                  </a:cubicBezTo>
                  <a:cubicBezTo>
                    <a:pt x="1513999" y="797112"/>
                    <a:pt x="1506379" y="711387"/>
                    <a:pt x="1520666" y="687574"/>
                  </a:cubicBezTo>
                  <a:cubicBezTo>
                    <a:pt x="1520666" y="687574"/>
                    <a:pt x="1533049" y="671382"/>
                    <a:pt x="1560671" y="654237"/>
                  </a:cubicBezTo>
                  <a:cubicBezTo>
                    <a:pt x="1560671" y="654237"/>
                    <a:pt x="1643539" y="604707"/>
                    <a:pt x="1667351" y="541842"/>
                  </a:cubicBezTo>
                  <a:cubicBezTo>
                    <a:pt x="1667351" y="541842"/>
                    <a:pt x="1686401" y="551367"/>
                    <a:pt x="1674019" y="578037"/>
                  </a:cubicBezTo>
                  <a:cubicBezTo>
                    <a:pt x="1674019" y="578037"/>
                    <a:pt x="1697831" y="561844"/>
                    <a:pt x="1697831" y="511362"/>
                  </a:cubicBezTo>
                  <a:cubicBezTo>
                    <a:pt x="1697831" y="511362"/>
                    <a:pt x="1721644" y="514219"/>
                    <a:pt x="1718786" y="552319"/>
                  </a:cubicBezTo>
                  <a:cubicBezTo>
                    <a:pt x="1718786" y="552319"/>
                    <a:pt x="1750219" y="506599"/>
                    <a:pt x="1749266" y="473262"/>
                  </a:cubicBezTo>
                  <a:cubicBezTo>
                    <a:pt x="1749266" y="473262"/>
                    <a:pt x="1789271" y="466594"/>
                    <a:pt x="1768316" y="552319"/>
                  </a:cubicBezTo>
                  <a:cubicBezTo>
                    <a:pt x="1768316" y="552319"/>
                    <a:pt x="1794986" y="498027"/>
                    <a:pt x="1777841" y="436114"/>
                  </a:cubicBezTo>
                  <a:cubicBezTo>
                    <a:pt x="1777841" y="436114"/>
                    <a:pt x="1763554" y="352294"/>
                    <a:pt x="1744504" y="324672"/>
                  </a:cubicBezTo>
                  <a:cubicBezTo>
                    <a:pt x="1744504" y="324672"/>
                    <a:pt x="1665446" y="183702"/>
                    <a:pt x="1623536" y="188464"/>
                  </a:cubicBezTo>
                  <a:cubicBezTo>
                    <a:pt x="1623536" y="188464"/>
                    <a:pt x="1473994" y="-2036"/>
                    <a:pt x="1264444" y="7489"/>
                  </a:cubicBezTo>
                  <a:cubicBezTo>
                    <a:pt x="1264444" y="7489"/>
                    <a:pt x="1023461" y="-11561"/>
                    <a:pt x="845344" y="407539"/>
                  </a:cubicBezTo>
                  <a:cubicBezTo>
                    <a:pt x="845344" y="407539"/>
                    <a:pt x="838676" y="461832"/>
                    <a:pt x="673894" y="515172"/>
                  </a:cubicBezTo>
                  <a:cubicBezTo>
                    <a:pt x="673894" y="515172"/>
                    <a:pt x="537686" y="543747"/>
                    <a:pt x="432911" y="683764"/>
                  </a:cubicBezTo>
                  <a:cubicBezTo>
                    <a:pt x="432911" y="683764"/>
                    <a:pt x="369094" y="766632"/>
                    <a:pt x="328136" y="871407"/>
                  </a:cubicBezTo>
                  <a:cubicBezTo>
                    <a:pt x="328136" y="871407"/>
                    <a:pt x="280511" y="1007614"/>
                    <a:pt x="210979" y="1068574"/>
                  </a:cubicBezTo>
                  <a:lnTo>
                    <a:pt x="90964" y="1174302"/>
                  </a:lnTo>
                  <a:cubicBezTo>
                    <a:pt x="97631" y="1169539"/>
                    <a:pt x="110966" y="1162872"/>
                    <a:pt x="133826" y="1162872"/>
                  </a:cubicBezTo>
                  <a:cubicBezTo>
                    <a:pt x="133826" y="1162872"/>
                    <a:pt x="35719" y="1305747"/>
                    <a:pt x="16669" y="1445764"/>
                  </a:cubicBezTo>
                  <a:cubicBezTo>
                    <a:pt x="16669" y="1445764"/>
                    <a:pt x="45244" y="1404807"/>
                    <a:pt x="64294" y="1400997"/>
                  </a:cubicBezTo>
                  <a:cubicBezTo>
                    <a:pt x="64294" y="1400997"/>
                    <a:pt x="32861" y="1461004"/>
                    <a:pt x="38576" y="1543872"/>
                  </a:cubicBezTo>
                  <a:cubicBezTo>
                    <a:pt x="38576" y="1543872"/>
                    <a:pt x="48101" y="1651504"/>
                    <a:pt x="7144" y="1769614"/>
                  </a:cubicBezTo>
                  <a:cubicBezTo>
                    <a:pt x="7144" y="1769614"/>
                    <a:pt x="32861" y="1757232"/>
                    <a:pt x="57626" y="1696272"/>
                  </a:cubicBezTo>
                  <a:cubicBezTo>
                    <a:pt x="57626" y="1696272"/>
                    <a:pt x="3334" y="1832479"/>
                    <a:pt x="10001" y="1889629"/>
                  </a:cubicBezTo>
                  <a:cubicBezTo>
                    <a:pt x="10001" y="1889629"/>
                    <a:pt x="26194" y="1803904"/>
                    <a:pt x="64294" y="1791522"/>
                  </a:cubicBezTo>
                  <a:cubicBezTo>
                    <a:pt x="64294" y="1791522"/>
                    <a:pt x="64294" y="1956304"/>
                    <a:pt x="32861" y="2001072"/>
                  </a:cubicBezTo>
                  <a:cubicBezTo>
                    <a:pt x="32861" y="2001072"/>
                    <a:pt x="64294" y="2093464"/>
                    <a:pt x="68104" y="2184905"/>
                  </a:cubicBezTo>
                  <a:lnTo>
                    <a:pt x="147161" y="2175380"/>
                  </a:lnTo>
                  <a:cubicBezTo>
                    <a:pt x="147161" y="2175380"/>
                    <a:pt x="125254" y="2382072"/>
                    <a:pt x="347186" y="2429697"/>
                  </a:cubicBezTo>
                  <a:cubicBezTo>
                    <a:pt x="347186" y="2429697"/>
                    <a:pt x="591979" y="2445889"/>
                    <a:pt x="718661" y="2391597"/>
                  </a:cubicBezTo>
                  <a:cubicBezTo>
                    <a:pt x="718661" y="2391597"/>
                    <a:pt x="794861" y="2356355"/>
                    <a:pt x="816769" y="2322064"/>
                  </a:cubicBezTo>
                  <a:cubicBezTo>
                    <a:pt x="816769" y="2322064"/>
                    <a:pt x="835819" y="2331589"/>
                    <a:pt x="890111" y="2264914"/>
                  </a:cubicBezTo>
                  <a:lnTo>
                    <a:pt x="940594" y="2243007"/>
                  </a:lnTo>
                  <a:lnTo>
                    <a:pt x="994886" y="2226814"/>
                  </a:lnTo>
                  <a:lnTo>
                    <a:pt x="1011079" y="2160139"/>
                  </a:lnTo>
                  <a:lnTo>
                    <a:pt x="1032986" y="2143947"/>
                  </a:lnTo>
                  <a:cubicBezTo>
                    <a:pt x="1032986" y="2143947"/>
                    <a:pt x="1071086" y="2146805"/>
                    <a:pt x="1042511" y="2089654"/>
                  </a:cubicBezTo>
                  <a:cubicBezTo>
                    <a:pt x="1042511" y="2089654"/>
                    <a:pt x="1020604" y="2039172"/>
                    <a:pt x="1052036" y="2022979"/>
                  </a:cubicBezTo>
                  <a:cubicBezTo>
                    <a:pt x="1052036" y="2022979"/>
                    <a:pt x="1077754" y="2013454"/>
                    <a:pt x="1061561" y="1930587"/>
                  </a:cubicBezTo>
                  <a:cubicBezTo>
                    <a:pt x="1061561" y="1930587"/>
                    <a:pt x="1052036" y="1882962"/>
                    <a:pt x="1087279" y="1866769"/>
                  </a:cubicBezTo>
                  <a:cubicBezTo>
                    <a:pt x="1087279" y="1866769"/>
                    <a:pt x="1153954" y="1831527"/>
                    <a:pt x="1306354" y="1606737"/>
                  </a:cubicBezTo>
                  <a:cubicBezTo>
                    <a:pt x="1306354" y="1606737"/>
                    <a:pt x="1351121" y="1552444"/>
                    <a:pt x="1382554" y="1561969"/>
                  </a:cubicBezTo>
                  <a:cubicBezTo>
                    <a:pt x="1382554" y="1561969"/>
                    <a:pt x="1413986" y="1540062"/>
                    <a:pt x="1413986" y="1578162"/>
                  </a:cubicBezTo>
                  <a:cubicBezTo>
                    <a:pt x="1413986" y="1578162"/>
                    <a:pt x="1488281" y="1792475"/>
                    <a:pt x="1615916" y="1890582"/>
                  </a:cubicBezTo>
                  <a:cubicBezTo>
                    <a:pt x="1615916" y="1890582"/>
                    <a:pt x="1730216" y="2060127"/>
                    <a:pt x="1768316" y="2219194"/>
                  </a:cubicBezTo>
                  <a:cubicBezTo>
                    <a:pt x="1768316" y="2219194"/>
                    <a:pt x="1755934" y="2343019"/>
                    <a:pt x="1804511" y="2371594"/>
                  </a:cubicBezTo>
                  <a:cubicBezTo>
                    <a:pt x="1804511" y="2371594"/>
                    <a:pt x="1871186" y="2412552"/>
                    <a:pt x="1925479" y="2350639"/>
                  </a:cubicBezTo>
                  <a:lnTo>
                    <a:pt x="1958816" y="2317302"/>
                  </a:lnTo>
                  <a:cubicBezTo>
                    <a:pt x="1958816" y="2317302"/>
                    <a:pt x="2003584" y="2286822"/>
                    <a:pt x="2009299" y="2347782"/>
                  </a:cubicBezTo>
                  <a:cubicBezTo>
                    <a:pt x="2009299" y="2347782"/>
                    <a:pt x="2033111" y="2431602"/>
                    <a:pt x="2095024" y="2430650"/>
                  </a:cubicBezTo>
                  <a:cubicBezTo>
                    <a:pt x="2095024" y="2430650"/>
                    <a:pt x="2154079" y="2447794"/>
                    <a:pt x="2230279" y="2363975"/>
                  </a:cubicBezTo>
                  <a:cubicBezTo>
                    <a:pt x="2230279" y="2363975"/>
                    <a:pt x="2311241" y="2300157"/>
                    <a:pt x="2435066" y="2283012"/>
                  </a:cubicBezTo>
                  <a:cubicBezTo>
                    <a:pt x="2435066" y="2283012"/>
                    <a:pt x="2504599" y="2273487"/>
                    <a:pt x="2546509" y="2227767"/>
                  </a:cubicBezTo>
                  <a:cubicBezTo>
                    <a:pt x="2546509" y="2227767"/>
                    <a:pt x="2603659" y="2182047"/>
                    <a:pt x="2630329" y="2172522"/>
                  </a:cubicBezTo>
                  <a:lnTo>
                    <a:pt x="2647474" y="2161092"/>
                  </a:lnTo>
                  <a:lnTo>
                    <a:pt x="2647474" y="2143947"/>
                  </a:lnTo>
                  <a:lnTo>
                    <a:pt x="2655094" y="2131564"/>
                  </a:lnTo>
                  <a:lnTo>
                    <a:pt x="2649379" y="2105847"/>
                  </a:lnTo>
                  <a:close/>
                  <a:moveTo>
                    <a:pt x="918686" y="1436239"/>
                  </a:moveTo>
                  <a:cubicBezTo>
                    <a:pt x="894874" y="1455289"/>
                    <a:pt x="897731" y="1472434"/>
                    <a:pt x="897731" y="1472434"/>
                  </a:cubicBezTo>
                  <a:cubicBezTo>
                    <a:pt x="895826" y="1499104"/>
                    <a:pt x="873919" y="1496247"/>
                    <a:pt x="873919" y="1496247"/>
                  </a:cubicBezTo>
                  <a:cubicBezTo>
                    <a:pt x="832961" y="1493389"/>
                    <a:pt x="832961" y="1532442"/>
                    <a:pt x="832961" y="1532442"/>
                  </a:cubicBezTo>
                  <a:cubicBezTo>
                    <a:pt x="821531" y="1551492"/>
                    <a:pt x="804386" y="1537204"/>
                    <a:pt x="804386" y="1537204"/>
                  </a:cubicBezTo>
                  <a:lnTo>
                    <a:pt x="783431" y="1515297"/>
                  </a:lnTo>
                  <a:lnTo>
                    <a:pt x="752951" y="1508629"/>
                  </a:lnTo>
                  <a:lnTo>
                    <a:pt x="754856" y="1454337"/>
                  </a:lnTo>
                  <a:cubicBezTo>
                    <a:pt x="809149" y="1435287"/>
                    <a:pt x="826294" y="1399092"/>
                    <a:pt x="826294" y="1399092"/>
                  </a:cubicBezTo>
                  <a:cubicBezTo>
                    <a:pt x="852964" y="1370517"/>
                    <a:pt x="871061" y="1291459"/>
                    <a:pt x="871061" y="1291459"/>
                  </a:cubicBezTo>
                  <a:cubicBezTo>
                    <a:pt x="901541" y="1253359"/>
                    <a:pt x="915829" y="1286697"/>
                    <a:pt x="915829" y="1286697"/>
                  </a:cubicBezTo>
                  <a:cubicBezTo>
                    <a:pt x="917734" y="1305747"/>
                    <a:pt x="1001554" y="1374327"/>
                    <a:pt x="1001554" y="1374327"/>
                  </a:cubicBezTo>
                  <a:lnTo>
                    <a:pt x="918686" y="14362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14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325">
              <a:extLst>
                <a:ext uri="{FF2B5EF4-FFF2-40B4-BE49-F238E27FC236}">
                  <a16:creationId xmlns:a16="http://schemas.microsoft.com/office/drawing/2014/main" id="{B68F3E27-4011-28D1-934E-04ED9C809921}"/>
                </a:ext>
              </a:extLst>
            </p:cNvPr>
            <p:cNvSpPr/>
            <p:nvPr/>
          </p:nvSpPr>
          <p:spPr>
            <a:xfrm>
              <a:off x="964804" y="4244480"/>
              <a:ext cx="31113" cy="31113"/>
            </a:xfrm>
            <a:custGeom>
              <a:avLst/>
              <a:gdLst>
                <a:gd name="connsiteX0" fmla="*/ 7144 w 19050"/>
                <a:gd name="connsiteY0" fmla="*/ 11906 h 19050"/>
                <a:gd name="connsiteX1" fmla="*/ 11906 w 19050"/>
                <a:gd name="connsiteY1" fmla="*/ 7144 h 19050"/>
                <a:gd name="connsiteX2" fmla="*/ 7144 w 19050"/>
                <a:gd name="connsiteY2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" h="19050">
                  <a:moveTo>
                    <a:pt x="7144" y="11906"/>
                  </a:moveTo>
                  <a:lnTo>
                    <a:pt x="11906" y="7144"/>
                  </a:lnTo>
                  <a:cubicBezTo>
                    <a:pt x="9049" y="10001"/>
                    <a:pt x="7144" y="11906"/>
                    <a:pt x="7144" y="11906"/>
                  </a:cubicBezTo>
                  <a:close/>
                </a:path>
              </a:pathLst>
            </a:custGeom>
            <a:solidFill>
              <a:srgbClr val="A380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326">
              <a:extLst>
                <a:ext uri="{FF2B5EF4-FFF2-40B4-BE49-F238E27FC236}">
                  <a16:creationId xmlns:a16="http://schemas.microsoft.com/office/drawing/2014/main" id="{F4BB3E6C-B1BA-1BDF-1019-9346D5C5A4F9}"/>
                </a:ext>
              </a:extLst>
            </p:cNvPr>
            <p:cNvSpPr/>
            <p:nvPr/>
          </p:nvSpPr>
          <p:spPr>
            <a:xfrm>
              <a:off x="2588649" y="2367347"/>
              <a:ext cx="933393" cy="871167"/>
            </a:xfrm>
            <a:custGeom>
              <a:avLst/>
              <a:gdLst>
                <a:gd name="connsiteX0" fmla="*/ 565468 w 571500"/>
                <a:gd name="connsiteY0" fmla="*/ 108729 h 533400"/>
                <a:gd name="connsiteX1" fmla="*/ 455930 w 571500"/>
                <a:gd name="connsiteY1" fmla="*/ 10622 h 533400"/>
                <a:gd name="connsiteX2" fmla="*/ 344488 w 571500"/>
                <a:gd name="connsiteY2" fmla="*/ 50627 h 533400"/>
                <a:gd name="connsiteX3" fmla="*/ 287338 w 571500"/>
                <a:gd name="connsiteY3" fmla="*/ 105872 h 533400"/>
                <a:gd name="connsiteX4" fmla="*/ 294005 w 571500"/>
                <a:gd name="connsiteY4" fmla="*/ 123017 h 533400"/>
                <a:gd name="connsiteX5" fmla="*/ 292100 w 571500"/>
                <a:gd name="connsiteY5" fmla="*/ 140162 h 533400"/>
                <a:gd name="connsiteX6" fmla="*/ 270193 w 571500"/>
                <a:gd name="connsiteY6" fmla="*/ 170642 h 533400"/>
                <a:gd name="connsiteX7" fmla="*/ 251143 w 571500"/>
                <a:gd name="connsiteY7" fmla="*/ 173499 h 533400"/>
                <a:gd name="connsiteX8" fmla="*/ 234950 w 571500"/>
                <a:gd name="connsiteY8" fmla="*/ 162069 h 533400"/>
                <a:gd name="connsiteX9" fmla="*/ 213995 w 571500"/>
                <a:gd name="connsiteY9" fmla="*/ 166832 h 533400"/>
                <a:gd name="connsiteX10" fmla="*/ 177800 w 571500"/>
                <a:gd name="connsiteY10" fmla="*/ 217314 h 533400"/>
                <a:gd name="connsiteX11" fmla="*/ 152083 w 571500"/>
                <a:gd name="connsiteY11" fmla="*/ 233507 h 533400"/>
                <a:gd name="connsiteX12" fmla="*/ 7302 w 571500"/>
                <a:gd name="connsiteY12" fmla="*/ 397337 h 533400"/>
                <a:gd name="connsiteX13" fmla="*/ 138748 w 571500"/>
                <a:gd name="connsiteY13" fmla="*/ 532592 h 533400"/>
                <a:gd name="connsiteX14" fmla="*/ 297815 w 571500"/>
                <a:gd name="connsiteY14" fmla="*/ 397337 h 533400"/>
                <a:gd name="connsiteX15" fmla="*/ 272098 w 571500"/>
                <a:gd name="connsiteY15" fmla="*/ 297324 h 533400"/>
                <a:gd name="connsiteX16" fmla="*/ 270193 w 571500"/>
                <a:gd name="connsiteY16" fmla="*/ 276369 h 533400"/>
                <a:gd name="connsiteX17" fmla="*/ 305435 w 571500"/>
                <a:gd name="connsiteY17" fmla="*/ 238269 h 533400"/>
                <a:gd name="connsiteX18" fmla="*/ 305435 w 571500"/>
                <a:gd name="connsiteY18" fmla="*/ 219219 h 533400"/>
                <a:gd name="connsiteX19" fmla="*/ 293053 w 571500"/>
                <a:gd name="connsiteY19" fmla="*/ 203027 h 533400"/>
                <a:gd name="connsiteX20" fmla="*/ 321628 w 571500"/>
                <a:gd name="connsiteY20" fmla="*/ 167784 h 533400"/>
                <a:gd name="connsiteX21" fmla="*/ 338773 w 571500"/>
                <a:gd name="connsiteY21" fmla="*/ 160164 h 533400"/>
                <a:gd name="connsiteX22" fmla="*/ 355918 w 571500"/>
                <a:gd name="connsiteY22" fmla="*/ 172547 h 533400"/>
                <a:gd name="connsiteX23" fmla="*/ 376873 w 571500"/>
                <a:gd name="connsiteY23" fmla="*/ 161117 h 533400"/>
                <a:gd name="connsiteX24" fmla="*/ 474028 w 571500"/>
                <a:gd name="connsiteY24" fmla="*/ 101109 h 533400"/>
                <a:gd name="connsiteX25" fmla="*/ 538798 w 571500"/>
                <a:gd name="connsiteY25" fmla="*/ 161117 h 533400"/>
                <a:gd name="connsiteX26" fmla="*/ 560705 w 571500"/>
                <a:gd name="connsiteY26" fmla="*/ 168737 h 533400"/>
                <a:gd name="connsiteX27" fmla="*/ 565468 w 571500"/>
                <a:gd name="connsiteY27" fmla="*/ 108729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1500" h="533400">
                  <a:moveTo>
                    <a:pt x="565468" y="108729"/>
                  </a:moveTo>
                  <a:cubicBezTo>
                    <a:pt x="565468" y="108729"/>
                    <a:pt x="544513" y="51579"/>
                    <a:pt x="455930" y="10622"/>
                  </a:cubicBezTo>
                  <a:cubicBezTo>
                    <a:pt x="455930" y="10622"/>
                    <a:pt x="417830" y="-10333"/>
                    <a:pt x="344488" y="50627"/>
                  </a:cubicBezTo>
                  <a:lnTo>
                    <a:pt x="287338" y="105872"/>
                  </a:lnTo>
                  <a:lnTo>
                    <a:pt x="294005" y="123017"/>
                  </a:lnTo>
                  <a:lnTo>
                    <a:pt x="292100" y="140162"/>
                  </a:lnTo>
                  <a:lnTo>
                    <a:pt x="270193" y="170642"/>
                  </a:lnTo>
                  <a:lnTo>
                    <a:pt x="251143" y="173499"/>
                  </a:lnTo>
                  <a:lnTo>
                    <a:pt x="234950" y="162069"/>
                  </a:lnTo>
                  <a:cubicBezTo>
                    <a:pt x="234950" y="162069"/>
                    <a:pt x="223520" y="154449"/>
                    <a:pt x="213995" y="166832"/>
                  </a:cubicBezTo>
                  <a:lnTo>
                    <a:pt x="177800" y="217314"/>
                  </a:lnTo>
                  <a:cubicBezTo>
                    <a:pt x="177800" y="217314"/>
                    <a:pt x="173038" y="231602"/>
                    <a:pt x="152083" y="233507"/>
                  </a:cubicBezTo>
                  <a:cubicBezTo>
                    <a:pt x="152083" y="233507"/>
                    <a:pt x="1588" y="231602"/>
                    <a:pt x="7302" y="397337"/>
                  </a:cubicBezTo>
                  <a:cubicBezTo>
                    <a:pt x="7302" y="397337"/>
                    <a:pt x="5398" y="523067"/>
                    <a:pt x="138748" y="532592"/>
                  </a:cubicBezTo>
                  <a:cubicBezTo>
                    <a:pt x="138748" y="532592"/>
                    <a:pt x="283528" y="535449"/>
                    <a:pt x="297815" y="397337"/>
                  </a:cubicBezTo>
                  <a:cubicBezTo>
                    <a:pt x="297815" y="397337"/>
                    <a:pt x="307340" y="337329"/>
                    <a:pt x="272098" y="297324"/>
                  </a:cubicBezTo>
                  <a:cubicBezTo>
                    <a:pt x="272098" y="297324"/>
                    <a:pt x="260668" y="284942"/>
                    <a:pt x="270193" y="276369"/>
                  </a:cubicBezTo>
                  <a:lnTo>
                    <a:pt x="305435" y="238269"/>
                  </a:lnTo>
                  <a:cubicBezTo>
                    <a:pt x="305435" y="238269"/>
                    <a:pt x="312103" y="233507"/>
                    <a:pt x="305435" y="219219"/>
                  </a:cubicBezTo>
                  <a:lnTo>
                    <a:pt x="293053" y="203027"/>
                  </a:lnTo>
                  <a:lnTo>
                    <a:pt x="321628" y="167784"/>
                  </a:lnTo>
                  <a:lnTo>
                    <a:pt x="338773" y="160164"/>
                  </a:lnTo>
                  <a:lnTo>
                    <a:pt x="355918" y="172547"/>
                  </a:lnTo>
                  <a:cubicBezTo>
                    <a:pt x="355918" y="172547"/>
                    <a:pt x="349250" y="177309"/>
                    <a:pt x="376873" y="161117"/>
                  </a:cubicBezTo>
                  <a:lnTo>
                    <a:pt x="474028" y="101109"/>
                  </a:lnTo>
                  <a:lnTo>
                    <a:pt x="538798" y="161117"/>
                  </a:lnTo>
                  <a:lnTo>
                    <a:pt x="560705" y="168737"/>
                  </a:lnTo>
                  <a:lnTo>
                    <a:pt x="565468" y="10872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327">
              <a:extLst>
                <a:ext uri="{FF2B5EF4-FFF2-40B4-BE49-F238E27FC236}">
                  <a16:creationId xmlns:a16="http://schemas.microsoft.com/office/drawing/2014/main" id="{2C117BAA-9508-AB11-8EE4-11D825D2C352}"/>
                </a:ext>
              </a:extLst>
            </p:cNvPr>
            <p:cNvSpPr/>
            <p:nvPr/>
          </p:nvSpPr>
          <p:spPr>
            <a:xfrm>
              <a:off x="2582521" y="3220640"/>
              <a:ext cx="202235" cy="653375"/>
            </a:xfrm>
            <a:custGeom>
              <a:avLst/>
              <a:gdLst>
                <a:gd name="connsiteX0" fmla="*/ 102495 w 123825"/>
                <a:gd name="connsiteY0" fmla="*/ 393993 h 400050"/>
                <a:gd name="connsiteX1" fmla="*/ 102495 w 123825"/>
                <a:gd name="connsiteY1" fmla="*/ 393993 h 400050"/>
                <a:gd name="connsiteX2" fmla="*/ 88207 w 123825"/>
                <a:gd name="connsiteY2" fmla="*/ 379706 h 400050"/>
                <a:gd name="connsiteX3" fmla="*/ 59632 w 123825"/>
                <a:gd name="connsiteY3" fmla="*/ 265406 h 400050"/>
                <a:gd name="connsiteX4" fmla="*/ 7245 w 123825"/>
                <a:gd name="connsiteY4" fmla="*/ 121578 h 400050"/>
                <a:gd name="connsiteX5" fmla="*/ 32010 w 123825"/>
                <a:gd name="connsiteY5" fmla="*/ 15851 h 400050"/>
                <a:gd name="connsiteX6" fmla="*/ 51060 w 123825"/>
                <a:gd name="connsiteY6" fmla="*/ 8231 h 400050"/>
                <a:gd name="connsiteX7" fmla="*/ 58679 w 123825"/>
                <a:gd name="connsiteY7" fmla="*/ 27281 h 400050"/>
                <a:gd name="connsiteX8" fmla="*/ 35820 w 123825"/>
                <a:gd name="connsiteY8" fmla="*/ 119673 h 400050"/>
                <a:gd name="connsiteX9" fmla="*/ 84397 w 123825"/>
                <a:gd name="connsiteY9" fmla="*/ 250166 h 400050"/>
                <a:gd name="connsiteX10" fmla="*/ 116782 w 123825"/>
                <a:gd name="connsiteY10" fmla="*/ 380658 h 400050"/>
                <a:gd name="connsiteX11" fmla="*/ 102495 w 123825"/>
                <a:gd name="connsiteY11" fmla="*/ 393993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25" h="400050">
                  <a:moveTo>
                    <a:pt x="102495" y="393993"/>
                  </a:moveTo>
                  <a:cubicBezTo>
                    <a:pt x="102495" y="393993"/>
                    <a:pt x="102495" y="393993"/>
                    <a:pt x="102495" y="393993"/>
                  </a:cubicBezTo>
                  <a:cubicBezTo>
                    <a:pt x="93922" y="393993"/>
                    <a:pt x="88207" y="387326"/>
                    <a:pt x="88207" y="379706"/>
                  </a:cubicBezTo>
                  <a:cubicBezTo>
                    <a:pt x="90112" y="314936"/>
                    <a:pt x="60585" y="265406"/>
                    <a:pt x="59632" y="265406"/>
                  </a:cubicBezTo>
                  <a:cubicBezTo>
                    <a:pt x="13912" y="200636"/>
                    <a:pt x="7245" y="124436"/>
                    <a:pt x="7245" y="121578"/>
                  </a:cubicBezTo>
                  <a:cubicBezTo>
                    <a:pt x="5340" y="78716"/>
                    <a:pt x="31057" y="18708"/>
                    <a:pt x="32010" y="15851"/>
                  </a:cubicBezTo>
                  <a:cubicBezTo>
                    <a:pt x="34867" y="8231"/>
                    <a:pt x="43440" y="5373"/>
                    <a:pt x="51060" y="8231"/>
                  </a:cubicBezTo>
                  <a:cubicBezTo>
                    <a:pt x="58679" y="11088"/>
                    <a:pt x="61537" y="19661"/>
                    <a:pt x="58679" y="27281"/>
                  </a:cubicBezTo>
                  <a:cubicBezTo>
                    <a:pt x="58679" y="28233"/>
                    <a:pt x="34867" y="83478"/>
                    <a:pt x="35820" y="119673"/>
                  </a:cubicBezTo>
                  <a:cubicBezTo>
                    <a:pt x="35820" y="119673"/>
                    <a:pt x="42487" y="191111"/>
                    <a:pt x="84397" y="250166"/>
                  </a:cubicBezTo>
                  <a:cubicBezTo>
                    <a:pt x="86302" y="253023"/>
                    <a:pt x="118687" y="307316"/>
                    <a:pt x="116782" y="380658"/>
                  </a:cubicBezTo>
                  <a:cubicBezTo>
                    <a:pt x="116782" y="388278"/>
                    <a:pt x="110115" y="393993"/>
                    <a:pt x="102495" y="3939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328">
              <a:extLst>
                <a:ext uri="{FF2B5EF4-FFF2-40B4-BE49-F238E27FC236}">
                  <a16:creationId xmlns:a16="http://schemas.microsoft.com/office/drawing/2014/main" id="{7EB0878A-C681-6ECF-A2BC-4E963F439F9B}"/>
                </a:ext>
              </a:extLst>
            </p:cNvPr>
            <p:cNvSpPr/>
            <p:nvPr/>
          </p:nvSpPr>
          <p:spPr>
            <a:xfrm>
              <a:off x="2580960" y="4446546"/>
              <a:ext cx="964507" cy="1835674"/>
            </a:xfrm>
            <a:custGeom>
              <a:avLst/>
              <a:gdLst>
                <a:gd name="connsiteX0" fmla="*/ 97735 w 590550"/>
                <a:gd name="connsiteY0" fmla="*/ 1124530 h 1123950"/>
                <a:gd name="connsiteX1" fmla="*/ 34870 w 590550"/>
                <a:gd name="connsiteY1" fmla="*/ 1102623 h 1123950"/>
                <a:gd name="connsiteX2" fmla="*/ 61540 w 590550"/>
                <a:gd name="connsiteY2" fmla="*/ 1071190 h 1123950"/>
                <a:gd name="connsiteX3" fmla="*/ 63445 w 590550"/>
                <a:gd name="connsiteY3" fmla="*/ 1070238 h 1123950"/>
                <a:gd name="connsiteX4" fmla="*/ 141550 w 590550"/>
                <a:gd name="connsiteY4" fmla="*/ 1060713 h 1123950"/>
                <a:gd name="connsiteX5" fmla="*/ 252993 w 590550"/>
                <a:gd name="connsiteY5" fmla="*/ 911170 h 1123950"/>
                <a:gd name="connsiteX6" fmla="*/ 252993 w 590550"/>
                <a:gd name="connsiteY6" fmla="*/ 910218 h 1123950"/>
                <a:gd name="connsiteX7" fmla="*/ 252993 w 590550"/>
                <a:gd name="connsiteY7" fmla="*/ 909265 h 1123950"/>
                <a:gd name="connsiteX8" fmla="*/ 176793 w 590550"/>
                <a:gd name="connsiteY8" fmla="*/ 714003 h 1123950"/>
                <a:gd name="connsiteX9" fmla="*/ 175840 w 590550"/>
                <a:gd name="connsiteY9" fmla="*/ 713050 h 1123950"/>
                <a:gd name="connsiteX10" fmla="*/ 109165 w 590550"/>
                <a:gd name="connsiteY10" fmla="*/ 567318 h 1123950"/>
                <a:gd name="connsiteX11" fmla="*/ 7248 w 590550"/>
                <a:gd name="connsiteY11" fmla="*/ 23440 h 1123950"/>
                <a:gd name="connsiteX12" fmla="*/ 19630 w 590550"/>
                <a:gd name="connsiteY12" fmla="*/ 7248 h 1123950"/>
                <a:gd name="connsiteX13" fmla="*/ 35823 w 590550"/>
                <a:gd name="connsiteY13" fmla="*/ 19630 h 1123950"/>
                <a:gd name="connsiteX14" fmla="*/ 136788 w 590550"/>
                <a:gd name="connsiteY14" fmla="*/ 559698 h 1123950"/>
                <a:gd name="connsiteX15" fmla="*/ 199653 w 590550"/>
                <a:gd name="connsiteY15" fmla="*/ 695905 h 1123950"/>
                <a:gd name="connsiteX16" fmla="*/ 281568 w 590550"/>
                <a:gd name="connsiteY16" fmla="*/ 909265 h 1123950"/>
                <a:gd name="connsiteX17" fmla="*/ 150123 w 590550"/>
                <a:gd name="connsiteY17" fmla="*/ 1087383 h 1123950"/>
                <a:gd name="connsiteX18" fmla="*/ 146313 w 590550"/>
                <a:gd name="connsiteY18" fmla="*/ 1088335 h 1123950"/>
                <a:gd name="connsiteX19" fmla="*/ 93925 w 590550"/>
                <a:gd name="connsiteY19" fmla="*/ 1095003 h 1123950"/>
                <a:gd name="connsiteX20" fmla="*/ 96783 w 590550"/>
                <a:gd name="connsiteY20" fmla="*/ 1095003 h 1123950"/>
                <a:gd name="connsiteX21" fmla="*/ 424443 w 590550"/>
                <a:gd name="connsiteY21" fmla="*/ 1093098 h 1123950"/>
                <a:gd name="connsiteX22" fmla="*/ 561603 w 590550"/>
                <a:gd name="connsiteY22" fmla="*/ 974035 h 1123950"/>
                <a:gd name="connsiteX23" fmla="*/ 511120 w 590550"/>
                <a:gd name="connsiteY23" fmla="*/ 793060 h 1123950"/>
                <a:gd name="connsiteX24" fmla="*/ 512073 w 590550"/>
                <a:gd name="connsiteY24" fmla="*/ 485403 h 1123950"/>
                <a:gd name="connsiteX25" fmla="*/ 529218 w 590550"/>
                <a:gd name="connsiteY25" fmla="*/ 473973 h 1123950"/>
                <a:gd name="connsiteX26" fmla="*/ 540648 w 590550"/>
                <a:gd name="connsiteY26" fmla="*/ 491118 h 1123950"/>
                <a:gd name="connsiteX27" fmla="*/ 535885 w 590550"/>
                <a:gd name="connsiteY27" fmla="*/ 777820 h 1123950"/>
                <a:gd name="connsiteX28" fmla="*/ 590178 w 590550"/>
                <a:gd name="connsiteY28" fmla="*/ 974988 h 1123950"/>
                <a:gd name="connsiteX29" fmla="*/ 426348 w 590550"/>
                <a:gd name="connsiteY29" fmla="*/ 1121673 h 1123950"/>
                <a:gd name="connsiteX30" fmla="*/ 424443 w 590550"/>
                <a:gd name="connsiteY30" fmla="*/ 1121673 h 1123950"/>
                <a:gd name="connsiteX31" fmla="*/ 97735 w 590550"/>
                <a:gd name="connsiteY31" fmla="*/ 1124530 h 1123950"/>
                <a:gd name="connsiteX32" fmla="*/ 145360 w 590550"/>
                <a:gd name="connsiteY32" fmla="*/ 1075953 h 1123950"/>
                <a:gd name="connsiteX33" fmla="*/ 145360 w 590550"/>
                <a:gd name="connsiteY33" fmla="*/ 1075953 h 1123950"/>
                <a:gd name="connsiteX34" fmla="*/ 145360 w 590550"/>
                <a:gd name="connsiteY34" fmla="*/ 1075953 h 112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90550" h="1123950">
                  <a:moveTo>
                    <a:pt x="97735" y="1124530"/>
                  </a:moveTo>
                  <a:cubicBezTo>
                    <a:pt x="60588" y="1123578"/>
                    <a:pt x="38680" y="1119768"/>
                    <a:pt x="34870" y="1102623"/>
                  </a:cubicBezTo>
                  <a:cubicBezTo>
                    <a:pt x="32013" y="1087383"/>
                    <a:pt x="48205" y="1076905"/>
                    <a:pt x="61540" y="1071190"/>
                  </a:cubicBezTo>
                  <a:lnTo>
                    <a:pt x="63445" y="1070238"/>
                  </a:lnTo>
                  <a:lnTo>
                    <a:pt x="141550" y="1060713"/>
                  </a:lnTo>
                  <a:cubicBezTo>
                    <a:pt x="259660" y="1013088"/>
                    <a:pt x="252993" y="914980"/>
                    <a:pt x="252993" y="911170"/>
                  </a:cubicBezTo>
                  <a:lnTo>
                    <a:pt x="252993" y="910218"/>
                  </a:lnTo>
                  <a:lnTo>
                    <a:pt x="252993" y="909265"/>
                  </a:lnTo>
                  <a:cubicBezTo>
                    <a:pt x="255850" y="814015"/>
                    <a:pt x="177745" y="714955"/>
                    <a:pt x="176793" y="714003"/>
                  </a:cubicBezTo>
                  <a:lnTo>
                    <a:pt x="175840" y="713050"/>
                  </a:lnTo>
                  <a:cubicBezTo>
                    <a:pt x="134883" y="654948"/>
                    <a:pt x="110118" y="571128"/>
                    <a:pt x="109165" y="567318"/>
                  </a:cubicBezTo>
                  <a:cubicBezTo>
                    <a:pt x="55825" y="361578"/>
                    <a:pt x="7248" y="27250"/>
                    <a:pt x="7248" y="23440"/>
                  </a:cubicBezTo>
                  <a:cubicBezTo>
                    <a:pt x="6295" y="15820"/>
                    <a:pt x="12010" y="8200"/>
                    <a:pt x="19630" y="7248"/>
                  </a:cubicBezTo>
                  <a:cubicBezTo>
                    <a:pt x="27250" y="6295"/>
                    <a:pt x="34870" y="12010"/>
                    <a:pt x="35823" y="19630"/>
                  </a:cubicBezTo>
                  <a:cubicBezTo>
                    <a:pt x="35823" y="23440"/>
                    <a:pt x="84400" y="355863"/>
                    <a:pt x="136788" y="559698"/>
                  </a:cubicBezTo>
                  <a:cubicBezTo>
                    <a:pt x="136788" y="559698"/>
                    <a:pt x="161553" y="641613"/>
                    <a:pt x="199653" y="695905"/>
                  </a:cubicBezTo>
                  <a:cubicBezTo>
                    <a:pt x="206320" y="704478"/>
                    <a:pt x="284425" y="805443"/>
                    <a:pt x="281568" y="909265"/>
                  </a:cubicBezTo>
                  <a:cubicBezTo>
                    <a:pt x="282520" y="921648"/>
                    <a:pt x="283473" y="1034995"/>
                    <a:pt x="150123" y="1087383"/>
                  </a:cubicBezTo>
                  <a:lnTo>
                    <a:pt x="146313" y="1088335"/>
                  </a:lnTo>
                  <a:lnTo>
                    <a:pt x="93925" y="1095003"/>
                  </a:lnTo>
                  <a:cubicBezTo>
                    <a:pt x="94878" y="1095003"/>
                    <a:pt x="95830" y="1095003"/>
                    <a:pt x="96783" y="1095003"/>
                  </a:cubicBezTo>
                  <a:lnTo>
                    <a:pt x="424443" y="1093098"/>
                  </a:lnTo>
                  <a:cubicBezTo>
                    <a:pt x="436825" y="1091193"/>
                    <a:pt x="561603" y="1073095"/>
                    <a:pt x="561603" y="974035"/>
                  </a:cubicBezTo>
                  <a:cubicBezTo>
                    <a:pt x="561603" y="972130"/>
                    <a:pt x="566365" y="880690"/>
                    <a:pt x="511120" y="793060"/>
                  </a:cubicBezTo>
                  <a:cubicBezTo>
                    <a:pt x="509215" y="789250"/>
                    <a:pt x="467305" y="709240"/>
                    <a:pt x="512073" y="485403"/>
                  </a:cubicBezTo>
                  <a:cubicBezTo>
                    <a:pt x="513978" y="477783"/>
                    <a:pt x="521598" y="473020"/>
                    <a:pt x="529218" y="473973"/>
                  </a:cubicBezTo>
                  <a:cubicBezTo>
                    <a:pt x="536838" y="475878"/>
                    <a:pt x="541600" y="483498"/>
                    <a:pt x="540648" y="491118"/>
                  </a:cubicBezTo>
                  <a:cubicBezTo>
                    <a:pt x="499690" y="694953"/>
                    <a:pt x="533028" y="773058"/>
                    <a:pt x="535885" y="777820"/>
                  </a:cubicBezTo>
                  <a:cubicBezTo>
                    <a:pt x="595893" y="874023"/>
                    <a:pt x="590178" y="970225"/>
                    <a:pt x="590178" y="974988"/>
                  </a:cubicBezTo>
                  <a:cubicBezTo>
                    <a:pt x="590178" y="1075953"/>
                    <a:pt x="483498" y="1115005"/>
                    <a:pt x="426348" y="1121673"/>
                  </a:cubicBezTo>
                  <a:lnTo>
                    <a:pt x="424443" y="1121673"/>
                  </a:lnTo>
                  <a:lnTo>
                    <a:pt x="97735" y="1124530"/>
                  </a:lnTo>
                  <a:close/>
                  <a:moveTo>
                    <a:pt x="145360" y="1075953"/>
                  </a:moveTo>
                  <a:lnTo>
                    <a:pt x="145360" y="1075953"/>
                  </a:lnTo>
                  <a:lnTo>
                    <a:pt x="145360" y="1075953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329">
              <a:extLst>
                <a:ext uri="{FF2B5EF4-FFF2-40B4-BE49-F238E27FC236}">
                  <a16:creationId xmlns:a16="http://schemas.microsoft.com/office/drawing/2014/main" id="{A943930C-24BD-C57C-1243-D9DF0C41C3B3}"/>
                </a:ext>
              </a:extLst>
            </p:cNvPr>
            <p:cNvSpPr/>
            <p:nvPr/>
          </p:nvSpPr>
          <p:spPr>
            <a:xfrm>
              <a:off x="3563507" y="3778501"/>
              <a:ext cx="497810" cy="684488"/>
            </a:xfrm>
            <a:custGeom>
              <a:avLst/>
              <a:gdLst>
                <a:gd name="connsiteX0" fmla="*/ 294334 w 304800"/>
                <a:gd name="connsiteY0" fmla="*/ 11467 h 419100"/>
                <a:gd name="connsiteX1" fmla="*/ 260997 w 304800"/>
                <a:gd name="connsiteY1" fmla="*/ 16230 h 419100"/>
                <a:gd name="connsiteX2" fmla="*/ 78117 w 304800"/>
                <a:gd name="connsiteY2" fmla="*/ 190537 h 419100"/>
                <a:gd name="connsiteX3" fmla="*/ 63829 w 304800"/>
                <a:gd name="connsiteY3" fmla="*/ 236257 h 419100"/>
                <a:gd name="connsiteX4" fmla="*/ 59067 w 304800"/>
                <a:gd name="connsiteY4" fmla="*/ 296265 h 419100"/>
                <a:gd name="connsiteX5" fmla="*/ 16204 w 304800"/>
                <a:gd name="connsiteY5" fmla="*/ 345795 h 419100"/>
                <a:gd name="connsiteX6" fmla="*/ 14299 w 304800"/>
                <a:gd name="connsiteY6" fmla="*/ 396277 h 419100"/>
                <a:gd name="connsiteX7" fmla="*/ 30492 w 304800"/>
                <a:gd name="connsiteY7" fmla="*/ 415327 h 419100"/>
                <a:gd name="connsiteX8" fmla="*/ 75259 w 304800"/>
                <a:gd name="connsiteY8" fmla="*/ 380085 h 419100"/>
                <a:gd name="connsiteX9" fmla="*/ 297192 w 304800"/>
                <a:gd name="connsiteY9" fmla="*/ 52425 h 419100"/>
                <a:gd name="connsiteX10" fmla="*/ 294334 w 304800"/>
                <a:gd name="connsiteY10" fmla="*/ 11467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800" h="419100">
                  <a:moveTo>
                    <a:pt x="294334" y="11467"/>
                  </a:moveTo>
                  <a:cubicBezTo>
                    <a:pt x="294334" y="11467"/>
                    <a:pt x="280047" y="-915"/>
                    <a:pt x="260997" y="16230"/>
                  </a:cubicBezTo>
                  <a:lnTo>
                    <a:pt x="78117" y="190537"/>
                  </a:lnTo>
                  <a:cubicBezTo>
                    <a:pt x="78117" y="190537"/>
                    <a:pt x="60972" y="201967"/>
                    <a:pt x="63829" y="236257"/>
                  </a:cubicBezTo>
                  <a:cubicBezTo>
                    <a:pt x="63829" y="236257"/>
                    <a:pt x="80974" y="269595"/>
                    <a:pt x="59067" y="296265"/>
                  </a:cubicBezTo>
                  <a:lnTo>
                    <a:pt x="16204" y="345795"/>
                  </a:lnTo>
                  <a:cubicBezTo>
                    <a:pt x="16204" y="345795"/>
                    <a:pt x="-2846" y="371512"/>
                    <a:pt x="14299" y="396277"/>
                  </a:cubicBezTo>
                  <a:lnTo>
                    <a:pt x="30492" y="415327"/>
                  </a:lnTo>
                  <a:cubicBezTo>
                    <a:pt x="30492" y="415327"/>
                    <a:pt x="42874" y="431520"/>
                    <a:pt x="75259" y="380085"/>
                  </a:cubicBezTo>
                  <a:lnTo>
                    <a:pt x="297192" y="52425"/>
                  </a:lnTo>
                  <a:cubicBezTo>
                    <a:pt x="297192" y="52425"/>
                    <a:pt x="321004" y="28612"/>
                    <a:pt x="294334" y="11467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984FF9DA-6DA2-2A66-4715-8DCB3B65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881"/>
          <a:stretch/>
        </p:blipFill>
        <p:spPr>
          <a:xfrm>
            <a:off x="0" y="18432"/>
            <a:ext cx="3064476" cy="185461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0306D31-783C-CFBF-EA4C-AA51918F2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8" y="2028506"/>
            <a:ext cx="2426862" cy="242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71460" y="407988"/>
            <a:ext cx="1581492" cy="8683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痛點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C8DA546-7637-458F-9AF3-2C3E84329F8E}"/>
              </a:ext>
            </a:extLst>
          </p:cNvPr>
          <p:cNvSpPr txBox="1"/>
          <p:nvPr/>
        </p:nvSpPr>
        <p:spPr>
          <a:xfrm>
            <a:off x="10330966" y="2410234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昂貴的課程形成經濟門檻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66C953-8E78-4339-99A6-4604FBCACA2A}"/>
              </a:ext>
            </a:extLst>
          </p:cNvPr>
          <p:cNvSpPr txBox="1"/>
          <p:nvPr/>
        </p:nvSpPr>
        <p:spPr>
          <a:xfrm>
            <a:off x="10330966" y="4067557"/>
            <a:ext cx="325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使用者難以主動學習與自主練習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0C0347D-20FF-4740-A892-8E4532750AF5}"/>
              </a:ext>
            </a:extLst>
          </p:cNvPr>
          <p:cNvSpPr txBox="1"/>
          <p:nvPr/>
        </p:nvSpPr>
        <p:spPr>
          <a:xfrm>
            <a:off x="10330967" y="5724880"/>
            <a:ext cx="3019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師資與個別指導資源不足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6F70C98-BDC8-4A38-B4DE-48ED99962DE3}"/>
              </a:ext>
            </a:extLst>
          </p:cNvPr>
          <p:cNvSpPr txBox="1"/>
          <p:nvPr/>
        </p:nvSpPr>
        <p:spPr>
          <a:xfrm>
            <a:off x="1041011" y="2410234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缺乏實際操練機會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2D45F3F-87FE-4526-B027-79FACDAF1C53}"/>
              </a:ext>
            </a:extLst>
          </p:cNvPr>
          <p:cNvSpPr txBox="1"/>
          <p:nvPr/>
        </p:nvSpPr>
        <p:spPr>
          <a:xfrm>
            <a:off x="1041011" y="4067557"/>
            <a:ext cx="3276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學習動機不足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B3C26FD-598C-4DE1-BBED-92661B32B328}"/>
              </a:ext>
            </a:extLst>
          </p:cNvPr>
          <p:cNvSpPr txBox="1"/>
          <p:nvPr/>
        </p:nvSpPr>
        <p:spPr>
          <a:xfrm>
            <a:off x="1280159" y="5724880"/>
            <a:ext cx="30373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課程內容與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學生程度不符</a:t>
            </a:r>
            <a:endParaRPr lang="ko-KR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CDF7A2C-EEA0-4662-98AD-EE45F7ED54F5}"/>
              </a:ext>
            </a:extLst>
          </p:cNvPr>
          <p:cNvSpPr/>
          <p:nvPr/>
        </p:nvSpPr>
        <p:spPr>
          <a:xfrm>
            <a:off x="9216744" y="243216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4B5F07D-D028-459B-9B1B-A98877943613}"/>
              </a:ext>
            </a:extLst>
          </p:cNvPr>
          <p:cNvSpPr/>
          <p:nvPr/>
        </p:nvSpPr>
        <p:spPr>
          <a:xfrm>
            <a:off x="9216744" y="4100911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06D285E-B491-4182-BDED-0DA094A78E24}"/>
              </a:ext>
            </a:extLst>
          </p:cNvPr>
          <p:cNvSpPr/>
          <p:nvPr/>
        </p:nvSpPr>
        <p:spPr>
          <a:xfrm>
            <a:off x="9216744" y="5803623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C5D670B-8B7D-4FB2-BBA7-F568EB53A013}"/>
              </a:ext>
            </a:extLst>
          </p:cNvPr>
          <p:cNvSpPr/>
          <p:nvPr/>
        </p:nvSpPr>
        <p:spPr>
          <a:xfrm>
            <a:off x="4480267" y="2442137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639E2A1-D675-41D2-B395-0DD759AE87E8}"/>
              </a:ext>
            </a:extLst>
          </p:cNvPr>
          <p:cNvSpPr/>
          <p:nvPr/>
        </p:nvSpPr>
        <p:spPr>
          <a:xfrm>
            <a:off x="4480267" y="4084008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EEFF939-6B58-47BF-88B9-ABF1F8F190E8}"/>
              </a:ext>
            </a:extLst>
          </p:cNvPr>
          <p:cNvSpPr/>
          <p:nvPr/>
        </p:nvSpPr>
        <p:spPr>
          <a:xfrm>
            <a:off x="4480267" y="5759842"/>
            <a:ext cx="933391" cy="933391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>
            <a:glow rad="76200">
              <a:schemeClr val="bg1">
                <a:alpha val="13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475A4E7-78C2-4EDF-A569-D0C9A59B52E3}"/>
              </a:ext>
            </a:extLst>
          </p:cNvPr>
          <p:cNvGrpSpPr/>
          <p:nvPr/>
        </p:nvGrpSpPr>
        <p:grpSpPr>
          <a:xfrm>
            <a:off x="6329434" y="3557426"/>
            <a:ext cx="2003375" cy="2003375"/>
            <a:chOff x="3807530" y="2946763"/>
            <a:chExt cx="1512168" cy="151216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51407A0-7EC7-47B3-BAA7-1B04BFB1ECD1}"/>
                </a:ext>
              </a:extLst>
            </p:cNvPr>
            <p:cNvSpPr/>
            <p:nvPr/>
          </p:nvSpPr>
          <p:spPr>
            <a:xfrm>
              <a:off x="3897540" y="3036773"/>
              <a:ext cx="1332148" cy="1332148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</a:ln>
            <a:effectLst>
              <a:glow rad="76200">
                <a:schemeClr val="bg1">
                  <a:alpha val="13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37E430D-3782-44AD-B3D4-E4AEC4D26D0F}"/>
                </a:ext>
              </a:extLst>
            </p:cNvPr>
            <p:cNvSpPr/>
            <p:nvPr/>
          </p:nvSpPr>
          <p:spPr>
            <a:xfrm>
              <a:off x="3807530" y="2946763"/>
              <a:ext cx="1512168" cy="1512168"/>
            </a:xfrm>
            <a:prstGeom prst="ellipse">
              <a:avLst/>
            </a:prstGeom>
            <a:noFill/>
            <a:ln w="15875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C4AF8747-ECF0-4502-B583-F2978D7887B4}"/>
              </a:ext>
            </a:extLst>
          </p:cNvPr>
          <p:cNvCxnSpPr>
            <a:cxnSpLocks/>
            <a:stCxn id="103" idx="6"/>
            <a:endCxn id="108" idx="1"/>
          </p:cNvCxnSpPr>
          <p:nvPr/>
        </p:nvCxnSpPr>
        <p:spPr>
          <a:xfrm>
            <a:off x="5413659" y="2908833"/>
            <a:ext cx="1209163" cy="9419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AB16BBE-209D-42A4-B442-E35A6CAFEB93}"/>
              </a:ext>
            </a:extLst>
          </p:cNvPr>
          <p:cNvCxnSpPr>
            <a:cxnSpLocks/>
            <a:stCxn id="104" idx="6"/>
            <a:endCxn id="108" idx="2"/>
          </p:cNvCxnSpPr>
          <p:nvPr/>
        </p:nvCxnSpPr>
        <p:spPr>
          <a:xfrm>
            <a:off x="5413659" y="4550701"/>
            <a:ext cx="915775" cy="841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A780DBB-7D41-4369-A581-1B1D319CB831}"/>
              </a:ext>
            </a:extLst>
          </p:cNvPr>
          <p:cNvCxnSpPr>
            <a:cxnSpLocks/>
            <a:stCxn id="105" idx="6"/>
            <a:endCxn id="108" idx="3"/>
          </p:cNvCxnSpPr>
          <p:nvPr/>
        </p:nvCxnSpPr>
        <p:spPr>
          <a:xfrm flipV="1">
            <a:off x="5413659" y="5267411"/>
            <a:ext cx="1209163" cy="95912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05623FD-3D86-4389-A21A-313DE4B6F4CB}"/>
              </a:ext>
            </a:extLst>
          </p:cNvPr>
          <p:cNvCxnSpPr>
            <a:cxnSpLocks/>
            <a:stCxn id="102" idx="2"/>
            <a:endCxn id="108" idx="5"/>
          </p:cNvCxnSpPr>
          <p:nvPr/>
        </p:nvCxnSpPr>
        <p:spPr>
          <a:xfrm flipH="1" flipV="1">
            <a:off x="8039422" y="5267413"/>
            <a:ext cx="1177322" cy="1002906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7FA0363-6792-4877-ABD7-6E155E4046E9}"/>
              </a:ext>
            </a:extLst>
          </p:cNvPr>
          <p:cNvCxnSpPr>
            <a:cxnSpLocks/>
            <a:stCxn id="101" idx="2"/>
            <a:endCxn id="108" idx="6"/>
          </p:cNvCxnSpPr>
          <p:nvPr/>
        </p:nvCxnSpPr>
        <p:spPr>
          <a:xfrm flipH="1" flipV="1">
            <a:off x="8332809" y="4559113"/>
            <a:ext cx="883934" cy="849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B003FE-1BCF-489C-925C-FAEF86D90179}"/>
              </a:ext>
            </a:extLst>
          </p:cNvPr>
          <p:cNvCxnSpPr>
            <a:cxnSpLocks/>
            <a:stCxn id="100" idx="2"/>
            <a:endCxn id="108" idx="7"/>
          </p:cNvCxnSpPr>
          <p:nvPr/>
        </p:nvCxnSpPr>
        <p:spPr>
          <a:xfrm flipH="1">
            <a:off x="8039422" y="2898861"/>
            <a:ext cx="1177322" cy="9519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488088D-6AD2-4CFF-84E0-141D83AB67B3}"/>
              </a:ext>
            </a:extLst>
          </p:cNvPr>
          <p:cNvSpPr txBox="1"/>
          <p:nvPr/>
        </p:nvSpPr>
        <p:spPr>
          <a:xfrm>
            <a:off x="6491043" y="4047333"/>
            <a:ext cx="1717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itchFamily="34" charset="0"/>
              </a:rPr>
              <a:t>英語學習現況痛點</a:t>
            </a:r>
            <a:endParaRPr lang="ko-KR" altLang="en-US" sz="2800" b="1" dirty="0">
              <a:solidFill>
                <a:schemeClr val="bg1"/>
              </a:solidFill>
              <a:latin typeface="Microsoft JhengHei" panose="020B0604030504040204" pitchFamily="34" charset="-120"/>
              <a:cs typeface="Calibri" pitchFamily="34" charset="0"/>
            </a:endParaRPr>
          </a:p>
        </p:txBody>
      </p:sp>
      <p:sp>
        <p:nvSpPr>
          <p:cNvPr id="119" name="Rectangle 30">
            <a:extLst>
              <a:ext uri="{FF2B5EF4-FFF2-40B4-BE49-F238E27FC236}">
                <a16:creationId xmlns:a16="http://schemas.microsoft.com/office/drawing/2014/main" id="{2A47F3C4-CF8D-45BB-9BC0-8F7F3CA10E3E}"/>
              </a:ext>
            </a:extLst>
          </p:cNvPr>
          <p:cNvSpPr/>
          <p:nvPr/>
        </p:nvSpPr>
        <p:spPr>
          <a:xfrm>
            <a:off x="4771724" y="6036768"/>
            <a:ext cx="380651" cy="379538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0" name="Frame 17">
            <a:extLst>
              <a:ext uri="{FF2B5EF4-FFF2-40B4-BE49-F238E27FC236}">
                <a16:creationId xmlns:a16="http://schemas.microsoft.com/office/drawing/2014/main" id="{ADBC3508-69E5-45F6-A48E-9B974B5CEA07}"/>
              </a:ext>
            </a:extLst>
          </p:cNvPr>
          <p:cNvSpPr/>
          <p:nvPr/>
        </p:nvSpPr>
        <p:spPr>
          <a:xfrm>
            <a:off x="4762946" y="2714530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060F5C2A-47F2-4B69-BBE2-4CE32C45493E}"/>
              </a:ext>
            </a:extLst>
          </p:cNvPr>
          <p:cNvSpPr/>
          <p:nvPr/>
        </p:nvSpPr>
        <p:spPr>
          <a:xfrm>
            <a:off x="9452105" y="2713411"/>
            <a:ext cx="494602" cy="362465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2" name="Donut 39">
            <a:extLst>
              <a:ext uri="{FF2B5EF4-FFF2-40B4-BE49-F238E27FC236}">
                <a16:creationId xmlns:a16="http://schemas.microsoft.com/office/drawing/2014/main" id="{B4EB1CC5-CD98-4F7E-9D0C-8BC16F0B6BC0}"/>
              </a:ext>
            </a:extLst>
          </p:cNvPr>
          <p:cNvSpPr/>
          <p:nvPr/>
        </p:nvSpPr>
        <p:spPr>
          <a:xfrm>
            <a:off x="9446258" y="4333015"/>
            <a:ext cx="489142" cy="48914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3" name="Trapezoid 22">
            <a:extLst>
              <a:ext uri="{FF2B5EF4-FFF2-40B4-BE49-F238E27FC236}">
                <a16:creationId xmlns:a16="http://schemas.microsoft.com/office/drawing/2014/main" id="{AEC77BBE-1CB3-428C-BAB7-B807B024431F}"/>
              </a:ext>
            </a:extLst>
          </p:cNvPr>
          <p:cNvSpPr>
            <a:spLocks noChangeAspect="1"/>
          </p:cNvSpPr>
          <p:nvPr/>
        </p:nvSpPr>
        <p:spPr>
          <a:xfrm>
            <a:off x="9429610" y="6133066"/>
            <a:ext cx="539594" cy="274502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p:sp>
        <p:nvSpPr>
          <p:cNvPr id="124" name="Freeform 53">
            <a:extLst>
              <a:ext uri="{FF2B5EF4-FFF2-40B4-BE49-F238E27FC236}">
                <a16:creationId xmlns:a16="http://schemas.microsoft.com/office/drawing/2014/main" id="{FE07BEE4-0B59-4D06-8B24-FE3D83416B69}"/>
              </a:ext>
            </a:extLst>
          </p:cNvPr>
          <p:cNvSpPr/>
          <p:nvPr/>
        </p:nvSpPr>
        <p:spPr>
          <a:xfrm>
            <a:off x="4742118" y="4344137"/>
            <a:ext cx="459341" cy="47094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80220 w 2296986"/>
              <a:gd name="connsiteY0" fmla="*/ 1747818 h 2354521"/>
              <a:gd name="connsiteX1" fmla="*/ 1828126 w 2296986"/>
              <a:gd name="connsiteY1" fmla="*/ 1826304 h 2354521"/>
              <a:gd name="connsiteX2" fmla="*/ 1955684 w 2296986"/>
              <a:gd name="connsiteY2" fmla="*/ 2095900 h 2354521"/>
              <a:gd name="connsiteX3" fmla="*/ 1683117 w 2296986"/>
              <a:gd name="connsiteY3" fmla="*/ 1962549 h 2354521"/>
              <a:gd name="connsiteX4" fmla="*/ 1529193 w 2296986"/>
              <a:gd name="connsiteY4" fmla="*/ 2354521 h 2354521"/>
              <a:gd name="connsiteX5" fmla="*/ 1381062 w 2296986"/>
              <a:gd name="connsiteY5" fmla="*/ 2120816 h 2354521"/>
              <a:gd name="connsiteX6" fmla="*/ 1496122 w 2296986"/>
              <a:gd name="connsiteY6" fmla="*/ 1788127 h 2354521"/>
              <a:gd name="connsiteX7" fmla="*/ 910069 w 2296986"/>
              <a:gd name="connsiteY7" fmla="*/ 1225390 h 2354521"/>
              <a:gd name="connsiteX8" fmla="*/ 415531 w 2296986"/>
              <a:gd name="connsiteY8" fmla="*/ 2322212 h 2354521"/>
              <a:gd name="connsiteX9" fmla="*/ 293764 w 2296986"/>
              <a:gd name="connsiteY9" fmla="*/ 2052845 h 2354521"/>
              <a:gd name="connsiteX10" fmla="*/ 497994 w 2296986"/>
              <a:gd name="connsiteY10" fmla="*/ 836420 h 2354521"/>
              <a:gd name="connsiteX11" fmla="*/ 11747 w 2296986"/>
              <a:gd name="connsiteY11" fmla="*/ 5505 h 2354521"/>
              <a:gd name="connsiteX12" fmla="*/ 772299 w 2296986"/>
              <a:gd name="connsiteY12" fmla="*/ 578452 h 2354521"/>
              <a:gd name="connsiteX13" fmla="*/ 2042020 w 2296986"/>
              <a:gd name="connsiteY13" fmla="*/ 514597 h 2354521"/>
              <a:gd name="connsiteX14" fmla="*/ 2296986 w 2296986"/>
              <a:gd name="connsiteY14" fmla="*/ 662729 h 2354521"/>
              <a:gd name="connsiteX15" fmla="*/ 1125486 w 2296986"/>
              <a:gd name="connsiteY15" fmla="*/ 1004182 h 2354521"/>
              <a:gd name="connsiteX16" fmla="*/ 1677097 w 2296986"/>
              <a:gd name="connsiteY16" fmla="*/ 1608523 h 2354521"/>
              <a:gd name="connsiteX17" fmla="*/ 2095511 w 2296986"/>
              <a:gd name="connsiteY17" fmla="*/ 1557316 h 2354521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910069 w 2296986"/>
              <a:gd name="connsiteY7" fmla="*/ 1225483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125486 w 2296986"/>
              <a:gd name="connsiteY15" fmla="*/ 1004275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80220 w 2296986"/>
              <a:gd name="connsiteY0" fmla="*/ 1747911 h 2354614"/>
              <a:gd name="connsiteX1" fmla="*/ 1828126 w 2296986"/>
              <a:gd name="connsiteY1" fmla="*/ 1826397 h 2354614"/>
              <a:gd name="connsiteX2" fmla="*/ 1955684 w 2296986"/>
              <a:gd name="connsiteY2" fmla="*/ 2095993 h 2354614"/>
              <a:gd name="connsiteX3" fmla="*/ 1683117 w 2296986"/>
              <a:gd name="connsiteY3" fmla="*/ 1962642 h 2354614"/>
              <a:gd name="connsiteX4" fmla="*/ 1529193 w 2296986"/>
              <a:gd name="connsiteY4" fmla="*/ 2354614 h 2354614"/>
              <a:gd name="connsiteX5" fmla="*/ 1381062 w 2296986"/>
              <a:gd name="connsiteY5" fmla="*/ 2120909 h 2354614"/>
              <a:gd name="connsiteX6" fmla="*/ 1496122 w 2296986"/>
              <a:gd name="connsiteY6" fmla="*/ 1788220 h 2354614"/>
              <a:gd name="connsiteX7" fmla="*/ 864075 w 2296986"/>
              <a:gd name="connsiteY7" fmla="*/ 1325138 h 2354614"/>
              <a:gd name="connsiteX8" fmla="*/ 415531 w 2296986"/>
              <a:gd name="connsiteY8" fmla="*/ 2322305 h 2354614"/>
              <a:gd name="connsiteX9" fmla="*/ 293764 w 2296986"/>
              <a:gd name="connsiteY9" fmla="*/ 2052938 h 2354614"/>
              <a:gd name="connsiteX10" fmla="*/ 497994 w 2296986"/>
              <a:gd name="connsiteY10" fmla="*/ 836513 h 2354614"/>
              <a:gd name="connsiteX11" fmla="*/ 11747 w 2296986"/>
              <a:gd name="connsiteY11" fmla="*/ 5598 h 2354614"/>
              <a:gd name="connsiteX12" fmla="*/ 841291 w 2296986"/>
              <a:gd name="connsiteY12" fmla="*/ 570880 h 2354614"/>
              <a:gd name="connsiteX13" fmla="*/ 2042020 w 2296986"/>
              <a:gd name="connsiteY13" fmla="*/ 514690 h 2354614"/>
              <a:gd name="connsiteX14" fmla="*/ 2296986 w 2296986"/>
              <a:gd name="connsiteY14" fmla="*/ 662822 h 2354614"/>
              <a:gd name="connsiteX15" fmla="*/ 1209809 w 2296986"/>
              <a:gd name="connsiteY15" fmla="*/ 996610 h 2354614"/>
              <a:gd name="connsiteX16" fmla="*/ 1677097 w 2296986"/>
              <a:gd name="connsiteY16" fmla="*/ 1608616 h 2354614"/>
              <a:gd name="connsiteX17" fmla="*/ 2095511 w 2296986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63683 w 2296594"/>
              <a:gd name="connsiteY7" fmla="*/ 1325138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  <a:gd name="connsiteX0" fmla="*/ 2279828 w 2296594"/>
              <a:gd name="connsiteY0" fmla="*/ 1747911 h 2354614"/>
              <a:gd name="connsiteX1" fmla="*/ 1827734 w 2296594"/>
              <a:gd name="connsiteY1" fmla="*/ 1826397 h 2354614"/>
              <a:gd name="connsiteX2" fmla="*/ 1955292 w 2296594"/>
              <a:gd name="connsiteY2" fmla="*/ 2095993 h 2354614"/>
              <a:gd name="connsiteX3" fmla="*/ 1682725 w 2296594"/>
              <a:gd name="connsiteY3" fmla="*/ 1962642 h 2354614"/>
              <a:gd name="connsiteX4" fmla="*/ 1528801 w 2296594"/>
              <a:gd name="connsiteY4" fmla="*/ 2354614 h 2354614"/>
              <a:gd name="connsiteX5" fmla="*/ 1380670 w 2296594"/>
              <a:gd name="connsiteY5" fmla="*/ 2120909 h 2354614"/>
              <a:gd name="connsiteX6" fmla="*/ 1495730 w 2296594"/>
              <a:gd name="connsiteY6" fmla="*/ 1788220 h 2354614"/>
              <a:gd name="connsiteX7" fmla="*/ 856016 w 2296594"/>
              <a:gd name="connsiteY7" fmla="*/ 1302141 h 2354614"/>
              <a:gd name="connsiteX8" fmla="*/ 415139 w 2296594"/>
              <a:gd name="connsiteY8" fmla="*/ 2322305 h 2354614"/>
              <a:gd name="connsiteX9" fmla="*/ 293372 w 2296594"/>
              <a:gd name="connsiteY9" fmla="*/ 2052938 h 2354614"/>
              <a:gd name="connsiteX10" fmla="*/ 512934 w 2296594"/>
              <a:gd name="connsiteY10" fmla="*/ 874842 h 2354614"/>
              <a:gd name="connsiteX11" fmla="*/ 11355 w 2296594"/>
              <a:gd name="connsiteY11" fmla="*/ 5598 h 2354614"/>
              <a:gd name="connsiteX12" fmla="*/ 840899 w 2296594"/>
              <a:gd name="connsiteY12" fmla="*/ 570880 h 2354614"/>
              <a:gd name="connsiteX13" fmla="*/ 2041628 w 2296594"/>
              <a:gd name="connsiteY13" fmla="*/ 514690 h 2354614"/>
              <a:gd name="connsiteX14" fmla="*/ 2296594 w 2296594"/>
              <a:gd name="connsiteY14" fmla="*/ 662822 h 2354614"/>
              <a:gd name="connsiteX15" fmla="*/ 1209417 w 2296594"/>
              <a:gd name="connsiteY15" fmla="*/ 996610 h 2354614"/>
              <a:gd name="connsiteX16" fmla="*/ 1676705 w 2296594"/>
              <a:gd name="connsiteY16" fmla="*/ 1608616 h 2354614"/>
              <a:gd name="connsiteX17" fmla="*/ 2095119 w 2296594"/>
              <a:gd name="connsiteY17" fmla="*/ 1557409 h 235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594" h="2354614">
                <a:moveTo>
                  <a:pt x="2279828" y="1747911"/>
                </a:moveTo>
                <a:lnTo>
                  <a:pt x="1827734" y="1826397"/>
                </a:lnTo>
                <a:cubicBezTo>
                  <a:pt x="1873911" y="1907728"/>
                  <a:pt x="1985925" y="2047581"/>
                  <a:pt x="1955292" y="2095993"/>
                </a:cubicBezTo>
                <a:cubicBezTo>
                  <a:pt x="1897354" y="2139325"/>
                  <a:pt x="1773581" y="2007092"/>
                  <a:pt x="1682725" y="1962642"/>
                </a:cubicBezTo>
                <a:lnTo>
                  <a:pt x="1528801" y="2354614"/>
                </a:lnTo>
                <a:lnTo>
                  <a:pt x="1380670" y="2120909"/>
                </a:lnTo>
                <a:lnTo>
                  <a:pt x="1495730" y="1788220"/>
                </a:lnTo>
                <a:lnTo>
                  <a:pt x="856016" y="1302141"/>
                </a:lnTo>
                <a:lnTo>
                  <a:pt x="415139" y="2322305"/>
                </a:lnTo>
                <a:lnTo>
                  <a:pt x="293372" y="2052938"/>
                </a:lnTo>
                <a:cubicBezTo>
                  <a:pt x="369114" y="1624466"/>
                  <a:pt x="437192" y="1303314"/>
                  <a:pt x="512934" y="874842"/>
                </a:cubicBezTo>
                <a:cubicBezTo>
                  <a:pt x="317583" y="650129"/>
                  <a:pt x="-71270" y="102295"/>
                  <a:pt x="11355" y="5598"/>
                </a:cubicBezTo>
                <a:cubicBezTo>
                  <a:pt x="111253" y="-52136"/>
                  <a:pt x="623957" y="350637"/>
                  <a:pt x="840899" y="570880"/>
                </a:cubicBezTo>
                <a:lnTo>
                  <a:pt x="2041628" y="514690"/>
                </a:lnTo>
                <a:lnTo>
                  <a:pt x="2296594" y="662822"/>
                </a:lnTo>
                <a:lnTo>
                  <a:pt x="1209417" y="996610"/>
                </a:lnTo>
                <a:lnTo>
                  <a:pt x="1676705" y="1608616"/>
                </a:lnTo>
                <a:cubicBezTo>
                  <a:pt x="1795450" y="1589109"/>
                  <a:pt x="2095119" y="1557409"/>
                  <a:pt x="2095119" y="1557409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600" dirty="0">
              <a:latin typeface="Microsoft JhengHei" panose="020B0604030504040204" pitchFamily="34" charset="-12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投影片縮放 3">
                <a:extLst>
                  <a:ext uri="{FF2B5EF4-FFF2-40B4-BE49-F238E27FC236}">
                    <a16:creationId xmlns:a16="http://schemas.microsoft.com/office/drawing/2014/main" id="{62603E3E-4358-2091-088B-3741383C15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2945" y="8087591"/>
              <a:ext cx="3657600" cy="2057400"/>
            </p:xfrm>
            <a:graphic>
              <a:graphicData uri="http://schemas.microsoft.com/office/powerpoint/2016/slidezoom">
                <pslz:sldZm>
                  <pslz:sldZmObj sldId="262" cId="0">
                    <pslz:zmPr id="{8CE587BA-5655-4F9B-801C-820F91B96CA2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57600" cy="20574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投影片縮放 3">
                <a:extLst>
                  <a:ext uri="{FF2B5EF4-FFF2-40B4-BE49-F238E27FC236}">
                    <a16:creationId xmlns:a16="http://schemas.microsoft.com/office/drawing/2014/main" id="{62603E3E-4358-2091-088B-3741383C15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52945" y="8087591"/>
                <a:ext cx="3657600" cy="20574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AABB9470-70EB-1ACA-F6E6-BC48338DAC1D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8B93A3-77B5-2252-5F18-28AE8CA868D4}"/>
              </a:ext>
            </a:extLst>
          </p:cNvPr>
          <p:cNvSpPr txBox="1"/>
          <p:nvPr/>
        </p:nvSpPr>
        <p:spPr>
          <a:xfrm>
            <a:off x="1052945" y="1438862"/>
            <a:ext cx="12297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英語為全球通用語，</a:t>
            </a:r>
            <a:endParaRPr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具備英語能力是現代人的關鍵競爭力。</a:t>
            </a:r>
            <a:endParaRPr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940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01E3F87-18E7-68EE-1B84-0DCB861E20CB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6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7F5018-5A1B-4348-B4C7-F90DA3E7FB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43113" y="407988"/>
            <a:ext cx="13728357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解決方法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AF9A27-7FF1-4013-B095-48D090C511C6}"/>
              </a:ext>
            </a:extLst>
          </p:cNvPr>
          <p:cNvGrpSpPr/>
          <p:nvPr/>
        </p:nvGrpSpPr>
        <p:grpSpPr>
          <a:xfrm>
            <a:off x="4489411" y="2116555"/>
            <a:ext cx="5651578" cy="4468602"/>
            <a:chOff x="2228055" y="1971102"/>
            <a:chExt cx="4575969" cy="3618138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8C2A3CAF-74F9-4B6E-841E-A026F21AC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055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913381" y="1203"/>
                  </a:lnTo>
                  <a:lnTo>
                    <a:pt x="2053042" y="12022"/>
                  </a:lnTo>
                  <a:lnTo>
                    <a:pt x="2185723" y="30056"/>
                  </a:lnTo>
                  <a:lnTo>
                    <a:pt x="2312583" y="56506"/>
                  </a:lnTo>
                  <a:lnTo>
                    <a:pt x="2433624" y="88967"/>
                  </a:lnTo>
                  <a:lnTo>
                    <a:pt x="2545354" y="131046"/>
                  </a:lnTo>
                  <a:lnTo>
                    <a:pt x="2653593" y="176731"/>
                  </a:lnTo>
                  <a:lnTo>
                    <a:pt x="2752521" y="230833"/>
                  </a:lnTo>
                  <a:lnTo>
                    <a:pt x="2763561" y="238103"/>
                  </a:lnTo>
                  <a:lnTo>
                    <a:pt x="2764776" y="236609"/>
                  </a:lnTo>
                  <a:cubicBezTo>
                    <a:pt x="3318761" y="687035"/>
                    <a:pt x="3404939" y="1500322"/>
                    <a:pt x="2957653" y="2056846"/>
                  </a:cubicBezTo>
                  <a:lnTo>
                    <a:pt x="2794867" y="1926012"/>
                  </a:lnTo>
                  <a:cubicBezTo>
                    <a:pt x="3170184" y="1459033"/>
                    <a:pt x="3097872" y="776605"/>
                    <a:pt x="2633024" y="398652"/>
                  </a:cubicBezTo>
                  <a:lnTo>
                    <a:pt x="2635535" y="395564"/>
                  </a:lnTo>
                  <a:cubicBezTo>
                    <a:pt x="2458856" y="294299"/>
                    <a:pt x="2250796" y="159602"/>
                    <a:pt x="1912553" y="162771"/>
                  </a:cubicBezTo>
                  <a:cubicBezTo>
                    <a:pt x="1018501" y="171149"/>
                    <a:pt x="651082" y="745769"/>
                    <a:pt x="651082" y="1464934"/>
                  </a:cubicBezTo>
                  <a:cubicBezTo>
                    <a:pt x="651082" y="2065638"/>
                    <a:pt x="1045124" y="2571338"/>
                    <a:pt x="1581345" y="2720212"/>
                  </a:cubicBezTo>
                  <a:cubicBezTo>
                    <a:pt x="2189761" y="2865156"/>
                    <a:pt x="2916596" y="3085457"/>
                    <a:pt x="3019039" y="3381117"/>
                  </a:cubicBezTo>
                  <a:lnTo>
                    <a:pt x="3030682" y="3420409"/>
                  </a:lnTo>
                  <a:lnTo>
                    <a:pt x="3049304" y="3486532"/>
                  </a:lnTo>
                  <a:lnTo>
                    <a:pt x="3067926" y="3553859"/>
                  </a:lnTo>
                  <a:lnTo>
                    <a:pt x="3088874" y="3615173"/>
                  </a:lnTo>
                  <a:lnTo>
                    <a:pt x="3090086" y="3618138"/>
                  </a:lnTo>
                  <a:lnTo>
                    <a:pt x="1487028" y="3618138"/>
                  </a:lnTo>
                  <a:lnTo>
                    <a:pt x="1482754" y="3594736"/>
                  </a:lnTo>
                  <a:lnTo>
                    <a:pt x="1471115" y="3529813"/>
                  </a:lnTo>
                  <a:lnTo>
                    <a:pt x="1458312" y="3466094"/>
                  </a:lnTo>
                  <a:lnTo>
                    <a:pt x="1443182" y="3404780"/>
                  </a:lnTo>
                  <a:lnTo>
                    <a:pt x="1428052" y="3345869"/>
                  </a:lnTo>
                  <a:lnTo>
                    <a:pt x="1409430" y="3294173"/>
                  </a:lnTo>
                  <a:lnTo>
                    <a:pt x="1389645" y="3249689"/>
                  </a:lnTo>
                  <a:lnTo>
                    <a:pt x="1368696" y="3214824"/>
                  </a:lnTo>
                  <a:lnTo>
                    <a:pt x="1345419" y="3193183"/>
                  </a:lnTo>
                  <a:lnTo>
                    <a:pt x="1319814" y="3182363"/>
                  </a:lnTo>
                  <a:lnTo>
                    <a:pt x="1290717" y="3177554"/>
                  </a:lnTo>
                  <a:lnTo>
                    <a:pt x="1256965" y="3179958"/>
                  </a:lnTo>
                  <a:lnTo>
                    <a:pt x="1223213" y="3184767"/>
                  </a:lnTo>
                  <a:lnTo>
                    <a:pt x="1191790" y="3193183"/>
                  </a:lnTo>
                  <a:lnTo>
                    <a:pt x="1161529" y="3201598"/>
                  </a:lnTo>
                  <a:lnTo>
                    <a:pt x="1133597" y="3210015"/>
                  </a:lnTo>
                  <a:lnTo>
                    <a:pt x="1112647" y="3217228"/>
                  </a:lnTo>
                  <a:lnTo>
                    <a:pt x="1062602" y="3234059"/>
                  </a:lnTo>
                  <a:lnTo>
                    <a:pt x="1005573" y="3249689"/>
                  </a:lnTo>
                  <a:lnTo>
                    <a:pt x="941560" y="3262914"/>
                  </a:lnTo>
                  <a:lnTo>
                    <a:pt x="874056" y="3271330"/>
                  </a:lnTo>
                  <a:lnTo>
                    <a:pt x="806552" y="3278543"/>
                  </a:lnTo>
                  <a:lnTo>
                    <a:pt x="737886" y="3280948"/>
                  </a:lnTo>
                  <a:lnTo>
                    <a:pt x="672709" y="3276139"/>
                  </a:lnTo>
                  <a:lnTo>
                    <a:pt x="611025" y="3265318"/>
                  </a:lnTo>
                  <a:lnTo>
                    <a:pt x="577273" y="3256902"/>
                  </a:lnTo>
                  <a:lnTo>
                    <a:pt x="543521" y="3241274"/>
                  </a:lnTo>
                  <a:lnTo>
                    <a:pt x="509769" y="3223240"/>
                  </a:lnTo>
                  <a:lnTo>
                    <a:pt x="480674" y="3201598"/>
                  </a:lnTo>
                  <a:lnTo>
                    <a:pt x="450413" y="3175149"/>
                  </a:lnTo>
                  <a:lnTo>
                    <a:pt x="427136" y="3147498"/>
                  </a:lnTo>
                  <a:lnTo>
                    <a:pt x="410841" y="3112633"/>
                  </a:lnTo>
                  <a:lnTo>
                    <a:pt x="398039" y="3072958"/>
                  </a:lnTo>
                  <a:lnTo>
                    <a:pt x="393384" y="3029676"/>
                  </a:lnTo>
                  <a:lnTo>
                    <a:pt x="398039" y="2981586"/>
                  </a:lnTo>
                  <a:lnTo>
                    <a:pt x="403859" y="2947924"/>
                  </a:lnTo>
                  <a:lnTo>
                    <a:pt x="412006" y="2910653"/>
                  </a:lnTo>
                  <a:lnTo>
                    <a:pt x="421316" y="2872182"/>
                  </a:lnTo>
                  <a:lnTo>
                    <a:pt x="424808" y="2834911"/>
                  </a:lnTo>
                  <a:lnTo>
                    <a:pt x="424808" y="2795237"/>
                  </a:lnTo>
                  <a:lnTo>
                    <a:pt x="414333" y="2760372"/>
                  </a:lnTo>
                  <a:lnTo>
                    <a:pt x="403859" y="2741136"/>
                  </a:lnTo>
                  <a:lnTo>
                    <a:pt x="385236" y="2723102"/>
                  </a:lnTo>
                  <a:lnTo>
                    <a:pt x="365452" y="2709877"/>
                  </a:lnTo>
                  <a:lnTo>
                    <a:pt x="344502" y="2699057"/>
                  </a:lnTo>
                  <a:lnTo>
                    <a:pt x="323552" y="2683427"/>
                  </a:lnTo>
                  <a:lnTo>
                    <a:pt x="307259" y="2666596"/>
                  </a:lnTo>
                  <a:lnTo>
                    <a:pt x="294455" y="2644956"/>
                  </a:lnTo>
                  <a:lnTo>
                    <a:pt x="289800" y="2620911"/>
                  </a:lnTo>
                  <a:lnTo>
                    <a:pt x="292128" y="2596866"/>
                  </a:lnTo>
                  <a:lnTo>
                    <a:pt x="300275" y="2574023"/>
                  </a:lnTo>
                  <a:lnTo>
                    <a:pt x="310750" y="2554786"/>
                  </a:lnTo>
                  <a:lnTo>
                    <a:pt x="317733" y="2535551"/>
                  </a:lnTo>
                  <a:lnTo>
                    <a:pt x="283982" y="2511505"/>
                  </a:lnTo>
                  <a:lnTo>
                    <a:pt x="260703" y="2487461"/>
                  </a:lnTo>
                  <a:lnTo>
                    <a:pt x="247901" y="2463416"/>
                  </a:lnTo>
                  <a:lnTo>
                    <a:pt x="245574" y="2436966"/>
                  </a:lnTo>
                  <a:lnTo>
                    <a:pt x="249066" y="2412922"/>
                  </a:lnTo>
                  <a:lnTo>
                    <a:pt x="258376" y="2386471"/>
                  </a:lnTo>
                  <a:lnTo>
                    <a:pt x="271178" y="2360023"/>
                  </a:lnTo>
                  <a:lnTo>
                    <a:pt x="285145" y="2333572"/>
                  </a:lnTo>
                  <a:lnTo>
                    <a:pt x="297948" y="2305921"/>
                  </a:lnTo>
                  <a:lnTo>
                    <a:pt x="310750" y="2279471"/>
                  </a:lnTo>
                  <a:lnTo>
                    <a:pt x="317733" y="2250617"/>
                  </a:lnTo>
                  <a:lnTo>
                    <a:pt x="294455" y="2228976"/>
                  </a:lnTo>
                  <a:lnTo>
                    <a:pt x="261868" y="2212145"/>
                  </a:lnTo>
                  <a:lnTo>
                    <a:pt x="225789" y="2196515"/>
                  </a:lnTo>
                  <a:lnTo>
                    <a:pt x="188545" y="2183290"/>
                  </a:lnTo>
                  <a:lnTo>
                    <a:pt x="150138" y="2170066"/>
                  </a:lnTo>
                  <a:lnTo>
                    <a:pt x="111731" y="2156841"/>
                  </a:lnTo>
                  <a:lnTo>
                    <a:pt x="75651" y="2141212"/>
                  </a:lnTo>
                  <a:lnTo>
                    <a:pt x="46554" y="2124381"/>
                  </a:lnTo>
                  <a:lnTo>
                    <a:pt x="20950" y="2100335"/>
                  </a:lnTo>
                  <a:lnTo>
                    <a:pt x="5820" y="2071482"/>
                  </a:lnTo>
                  <a:lnTo>
                    <a:pt x="0" y="2041425"/>
                  </a:lnTo>
                  <a:lnTo>
                    <a:pt x="4656" y="2012571"/>
                  </a:lnTo>
                  <a:lnTo>
                    <a:pt x="15130" y="1986122"/>
                  </a:lnTo>
                  <a:lnTo>
                    <a:pt x="31424" y="1964481"/>
                  </a:lnTo>
                  <a:lnTo>
                    <a:pt x="51209" y="1942841"/>
                  </a:lnTo>
                  <a:lnTo>
                    <a:pt x="69831" y="1924807"/>
                  </a:lnTo>
                  <a:lnTo>
                    <a:pt x="84961" y="1910380"/>
                  </a:lnTo>
                  <a:lnTo>
                    <a:pt x="129188" y="1857481"/>
                  </a:lnTo>
                  <a:lnTo>
                    <a:pt x="175742" y="1809391"/>
                  </a:lnTo>
                  <a:lnTo>
                    <a:pt x="222297" y="1761301"/>
                  </a:lnTo>
                  <a:lnTo>
                    <a:pt x="266523" y="1708402"/>
                  </a:lnTo>
                  <a:lnTo>
                    <a:pt x="308423" y="1656704"/>
                  </a:lnTo>
                  <a:lnTo>
                    <a:pt x="346829" y="1597795"/>
                  </a:lnTo>
                  <a:lnTo>
                    <a:pt x="378254" y="1534075"/>
                  </a:lnTo>
                  <a:lnTo>
                    <a:pt x="395711" y="1481176"/>
                  </a:lnTo>
                  <a:lnTo>
                    <a:pt x="401531" y="1429479"/>
                  </a:lnTo>
                  <a:lnTo>
                    <a:pt x="401531" y="1374175"/>
                  </a:lnTo>
                  <a:cubicBezTo>
                    <a:pt x="401143" y="1354538"/>
                    <a:pt x="400754" y="1334901"/>
                    <a:pt x="400367" y="1315264"/>
                  </a:cubicBezTo>
                  <a:lnTo>
                    <a:pt x="398039" y="1256355"/>
                  </a:lnTo>
                  <a:lnTo>
                    <a:pt x="400367" y="1192635"/>
                  </a:lnTo>
                  <a:lnTo>
                    <a:pt x="406186" y="1125309"/>
                  </a:lnTo>
                  <a:lnTo>
                    <a:pt x="471362" y="847589"/>
                  </a:lnTo>
                  <a:lnTo>
                    <a:pt x="512097" y="746600"/>
                  </a:lnTo>
                  <a:lnTo>
                    <a:pt x="560979" y="652824"/>
                  </a:lnTo>
                  <a:lnTo>
                    <a:pt x="618008" y="565059"/>
                  </a:lnTo>
                  <a:lnTo>
                    <a:pt x="683184" y="482103"/>
                  </a:lnTo>
                  <a:lnTo>
                    <a:pt x="755343" y="406361"/>
                  </a:lnTo>
                  <a:lnTo>
                    <a:pt x="833322" y="336631"/>
                  </a:lnTo>
                  <a:lnTo>
                    <a:pt x="918283" y="272912"/>
                  </a:lnTo>
                  <a:lnTo>
                    <a:pt x="1006736" y="216405"/>
                  </a:lnTo>
                  <a:lnTo>
                    <a:pt x="1102172" y="165911"/>
                  </a:lnTo>
                  <a:lnTo>
                    <a:pt x="1199936" y="123832"/>
                  </a:lnTo>
                  <a:lnTo>
                    <a:pt x="1298864" y="86563"/>
                  </a:lnTo>
                  <a:lnTo>
                    <a:pt x="1631727" y="10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F7C7035-5F1B-4C77-B730-424AB094F28D}"/>
                </a:ext>
              </a:extLst>
            </p:cNvPr>
            <p:cNvGrpSpPr/>
            <p:nvPr/>
          </p:nvGrpSpPr>
          <p:grpSpPr>
            <a:xfrm>
              <a:off x="4023554" y="4019367"/>
              <a:ext cx="1008112" cy="734938"/>
              <a:chOff x="3509379" y="4293096"/>
              <a:chExt cx="1008112" cy="734938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01712F7-CEB8-4C93-84DB-52B85B3180E8}"/>
                  </a:ext>
                </a:extLst>
              </p:cNvPr>
              <p:cNvSpPr/>
              <p:nvPr/>
            </p:nvSpPr>
            <p:spPr>
              <a:xfrm>
                <a:off x="3509379" y="4293096"/>
                <a:ext cx="1008112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2" name="Rounded Rectangle 13">
                <a:extLst>
                  <a:ext uri="{FF2B5EF4-FFF2-40B4-BE49-F238E27FC236}">
                    <a16:creationId xmlns:a16="http://schemas.microsoft.com/office/drawing/2014/main" id="{B33C049F-3F98-4469-A8A6-833E19324A53}"/>
                  </a:ext>
                </a:extLst>
              </p:cNvPr>
              <p:cNvSpPr/>
              <p:nvPr/>
            </p:nvSpPr>
            <p:spPr>
              <a:xfrm>
                <a:off x="3581435" y="4537695"/>
                <a:ext cx="864000" cy="18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3" name="Chord 12">
                <a:extLst>
                  <a:ext uri="{FF2B5EF4-FFF2-40B4-BE49-F238E27FC236}">
                    <a16:creationId xmlns:a16="http://schemas.microsoft.com/office/drawing/2014/main" id="{10043205-493D-4CE9-89E6-B7D715DFAA76}"/>
                  </a:ext>
                </a:extLst>
              </p:cNvPr>
              <p:cNvSpPr/>
              <p:nvPr/>
            </p:nvSpPr>
            <p:spPr>
              <a:xfrm>
                <a:off x="3766973" y="4535109"/>
                <a:ext cx="492925" cy="492925"/>
              </a:xfrm>
              <a:prstGeom prst="chord">
                <a:avLst>
                  <a:gd name="adj1" fmla="val 21471232"/>
                  <a:gd name="adj2" fmla="val 10878117"/>
                </a:avLst>
              </a:prstGeom>
              <a:solidFill>
                <a:schemeClr val="tx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5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10" name="Freeform 18">
              <a:extLst>
                <a:ext uri="{FF2B5EF4-FFF2-40B4-BE49-F238E27FC236}">
                  <a16:creationId xmlns:a16="http://schemas.microsoft.com/office/drawing/2014/main" id="{76A7136C-8599-42B6-8AEE-EBB40B43FF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60064" y="1971102"/>
              <a:ext cx="3243960" cy="3618138"/>
            </a:xfrm>
            <a:custGeom>
              <a:avLst/>
              <a:gdLst/>
              <a:ahLst/>
              <a:cxnLst/>
              <a:rect l="l" t="t" r="r" b="b"/>
              <a:pathLst>
                <a:path w="3243960" h="3618138">
                  <a:moveTo>
                    <a:pt x="1764407" y="0"/>
                  </a:moveTo>
                  <a:lnTo>
                    <a:pt x="1631727" y="10821"/>
                  </a:lnTo>
                  <a:lnTo>
                    <a:pt x="1298864" y="86563"/>
                  </a:lnTo>
                  <a:lnTo>
                    <a:pt x="1199936" y="123832"/>
                  </a:lnTo>
                  <a:lnTo>
                    <a:pt x="1102172" y="165911"/>
                  </a:lnTo>
                  <a:lnTo>
                    <a:pt x="1006736" y="216405"/>
                  </a:lnTo>
                  <a:lnTo>
                    <a:pt x="918283" y="272912"/>
                  </a:lnTo>
                  <a:lnTo>
                    <a:pt x="833322" y="336631"/>
                  </a:lnTo>
                  <a:lnTo>
                    <a:pt x="755343" y="406361"/>
                  </a:lnTo>
                  <a:lnTo>
                    <a:pt x="683184" y="482103"/>
                  </a:lnTo>
                  <a:lnTo>
                    <a:pt x="618008" y="565059"/>
                  </a:lnTo>
                  <a:lnTo>
                    <a:pt x="560979" y="652824"/>
                  </a:lnTo>
                  <a:lnTo>
                    <a:pt x="512097" y="746600"/>
                  </a:lnTo>
                  <a:lnTo>
                    <a:pt x="471362" y="847589"/>
                  </a:lnTo>
                  <a:lnTo>
                    <a:pt x="406186" y="1125309"/>
                  </a:lnTo>
                  <a:lnTo>
                    <a:pt x="400367" y="1192635"/>
                  </a:lnTo>
                  <a:lnTo>
                    <a:pt x="398039" y="1256355"/>
                  </a:lnTo>
                  <a:lnTo>
                    <a:pt x="400367" y="1315264"/>
                  </a:lnTo>
                  <a:cubicBezTo>
                    <a:pt x="400754" y="1334901"/>
                    <a:pt x="401143" y="1354538"/>
                    <a:pt x="401531" y="1374175"/>
                  </a:cubicBezTo>
                  <a:lnTo>
                    <a:pt x="401531" y="1429479"/>
                  </a:lnTo>
                  <a:lnTo>
                    <a:pt x="395711" y="1481176"/>
                  </a:lnTo>
                  <a:lnTo>
                    <a:pt x="378254" y="1534075"/>
                  </a:lnTo>
                  <a:lnTo>
                    <a:pt x="346829" y="1597795"/>
                  </a:lnTo>
                  <a:lnTo>
                    <a:pt x="308423" y="1656704"/>
                  </a:lnTo>
                  <a:lnTo>
                    <a:pt x="266523" y="1708402"/>
                  </a:lnTo>
                  <a:lnTo>
                    <a:pt x="222297" y="1761301"/>
                  </a:lnTo>
                  <a:lnTo>
                    <a:pt x="175742" y="1809391"/>
                  </a:lnTo>
                  <a:lnTo>
                    <a:pt x="129188" y="1857481"/>
                  </a:lnTo>
                  <a:lnTo>
                    <a:pt x="84961" y="1910380"/>
                  </a:lnTo>
                  <a:lnTo>
                    <a:pt x="69831" y="1924807"/>
                  </a:lnTo>
                  <a:lnTo>
                    <a:pt x="51209" y="1942841"/>
                  </a:lnTo>
                  <a:lnTo>
                    <a:pt x="31424" y="1964481"/>
                  </a:lnTo>
                  <a:lnTo>
                    <a:pt x="15130" y="1986122"/>
                  </a:lnTo>
                  <a:lnTo>
                    <a:pt x="4656" y="2012571"/>
                  </a:lnTo>
                  <a:lnTo>
                    <a:pt x="0" y="2041425"/>
                  </a:lnTo>
                  <a:lnTo>
                    <a:pt x="5820" y="2071482"/>
                  </a:lnTo>
                  <a:lnTo>
                    <a:pt x="20950" y="2100335"/>
                  </a:lnTo>
                  <a:lnTo>
                    <a:pt x="46554" y="2124381"/>
                  </a:lnTo>
                  <a:lnTo>
                    <a:pt x="75651" y="2141212"/>
                  </a:lnTo>
                  <a:lnTo>
                    <a:pt x="111731" y="2156841"/>
                  </a:lnTo>
                  <a:lnTo>
                    <a:pt x="150138" y="2170066"/>
                  </a:lnTo>
                  <a:lnTo>
                    <a:pt x="188545" y="2183290"/>
                  </a:lnTo>
                  <a:lnTo>
                    <a:pt x="225789" y="2196515"/>
                  </a:lnTo>
                  <a:lnTo>
                    <a:pt x="261868" y="2212145"/>
                  </a:lnTo>
                  <a:lnTo>
                    <a:pt x="294455" y="2228976"/>
                  </a:lnTo>
                  <a:lnTo>
                    <a:pt x="317733" y="2250617"/>
                  </a:lnTo>
                  <a:lnTo>
                    <a:pt x="310750" y="2279471"/>
                  </a:lnTo>
                  <a:lnTo>
                    <a:pt x="297948" y="2305921"/>
                  </a:lnTo>
                  <a:lnTo>
                    <a:pt x="285145" y="2333572"/>
                  </a:lnTo>
                  <a:lnTo>
                    <a:pt x="271178" y="2360023"/>
                  </a:lnTo>
                  <a:lnTo>
                    <a:pt x="258376" y="2386471"/>
                  </a:lnTo>
                  <a:lnTo>
                    <a:pt x="249066" y="2412922"/>
                  </a:lnTo>
                  <a:lnTo>
                    <a:pt x="245574" y="2436966"/>
                  </a:lnTo>
                  <a:lnTo>
                    <a:pt x="247901" y="2463416"/>
                  </a:lnTo>
                  <a:lnTo>
                    <a:pt x="260703" y="2487461"/>
                  </a:lnTo>
                  <a:lnTo>
                    <a:pt x="283982" y="2511505"/>
                  </a:lnTo>
                  <a:lnTo>
                    <a:pt x="317733" y="2535551"/>
                  </a:lnTo>
                  <a:lnTo>
                    <a:pt x="310750" y="2554786"/>
                  </a:lnTo>
                  <a:lnTo>
                    <a:pt x="300275" y="2574023"/>
                  </a:lnTo>
                  <a:lnTo>
                    <a:pt x="292128" y="2596866"/>
                  </a:lnTo>
                  <a:lnTo>
                    <a:pt x="289800" y="2620911"/>
                  </a:lnTo>
                  <a:lnTo>
                    <a:pt x="294455" y="2644956"/>
                  </a:lnTo>
                  <a:lnTo>
                    <a:pt x="307259" y="2666596"/>
                  </a:lnTo>
                  <a:lnTo>
                    <a:pt x="323552" y="2683427"/>
                  </a:lnTo>
                  <a:lnTo>
                    <a:pt x="344502" y="2699057"/>
                  </a:lnTo>
                  <a:lnTo>
                    <a:pt x="365452" y="2709877"/>
                  </a:lnTo>
                  <a:lnTo>
                    <a:pt x="385236" y="2723102"/>
                  </a:lnTo>
                  <a:lnTo>
                    <a:pt x="403859" y="2741136"/>
                  </a:lnTo>
                  <a:lnTo>
                    <a:pt x="414333" y="2760372"/>
                  </a:lnTo>
                  <a:lnTo>
                    <a:pt x="424808" y="2795237"/>
                  </a:lnTo>
                  <a:lnTo>
                    <a:pt x="424808" y="2834911"/>
                  </a:lnTo>
                  <a:lnTo>
                    <a:pt x="421316" y="2872182"/>
                  </a:lnTo>
                  <a:lnTo>
                    <a:pt x="412006" y="2910653"/>
                  </a:lnTo>
                  <a:lnTo>
                    <a:pt x="403859" y="2947924"/>
                  </a:lnTo>
                  <a:lnTo>
                    <a:pt x="398039" y="2981586"/>
                  </a:lnTo>
                  <a:lnTo>
                    <a:pt x="393384" y="3029676"/>
                  </a:lnTo>
                  <a:lnTo>
                    <a:pt x="398039" y="3072958"/>
                  </a:lnTo>
                  <a:lnTo>
                    <a:pt x="410841" y="3112633"/>
                  </a:lnTo>
                  <a:lnTo>
                    <a:pt x="427136" y="3147498"/>
                  </a:lnTo>
                  <a:lnTo>
                    <a:pt x="450413" y="3175149"/>
                  </a:lnTo>
                  <a:lnTo>
                    <a:pt x="480674" y="3201598"/>
                  </a:lnTo>
                  <a:lnTo>
                    <a:pt x="509769" y="3223240"/>
                  </a:lnTo>
                  <a:lnTo>
                    <a:pt x="543521" y="3241274"/>
                  </a:lnTo>
                  <a:lnTo>
                    <a:pt x="577273" y="3256902"/>
                  </a:lnTo>
                  <a:lnTo>
                    <a:pt x="611025" y="3265318"/>
                  </a:lnTo>
                  <a:lnTo>
                    <a:pt x="672709" y="3276139"/>
                  </a:lnTo>
                  <a:lnTo>
                    <a:pt x="737886" y="3280948"/>
                  </a:lnTo>
                  <a:lnTo>
                    <a:pt x="806552" y="3278543"/>
                  </a:lnTo>
                  <a:lnTo>
                    <a:pt x="874056" y="3271330"/>
                  </a:lnTo>
                  <a:lnTo>
                    <a:pt x="941560" y="3262914"/>
                  </a:lnTo>
                  <a:lnTo>
                    <a:pt x="1005573" y="3249689"/>
                  </a:lnTo>
                  <a:lnTo>
                    <a:pt x="1062602" y="3234059"/>
                  </a:lnTo>
                  <a:lnTo>
                    <a:pt x="1112647" y="3217228"/>
                  </a:lnTo>
                  <a:lnTo>
                    <a:pt x="1133597" y="3210015"/>
                  </a:lnTo>
                  <a:lnTo>
                    <a:pt x="1161529" y="3201598"/>
                  </a:lnTo>
                  <a:lnTo>
                    <a:pt x="1191790" y="3193183"/>
                  </a:lnTo>
                  <a:lnTo>
                    <a:pt x="1223213" y="3184767"/>
                  </a:lnTo>
                  <a:lnTo>
                    <a:pt x="1256965" y="3179958"/>
                  </a:lnTo>
                  <a:lnTo>
                    <a:pt x="1290717" y="3177554"/>
                  </a:lnTo>
                  <a:lnTo>
                    <a:pt x="1319814" y="3182363"/>
                  </a:lnTo>
                  <a:lnTo>
                    <a:pt x="1345419" y="3193183"/>
                  </a:lnTo>
                  <a:lnTo>
                    <a:pt x="1368696" y="3214824"/>
                  </a:lnTo>
                  <a:lnTo>
                    <a:pt x="1389645" y="3249689"/>
                  </a:lnTo>
                  <a:lnTo>
                    <a:pt x="1409430" y="3294173"/>
                  </a:lnTo>
                  <a:lnTo>
                    <a:pt x="1428052" y="3345869"/>
                  </a:lnTo>
                  <a:lnTo>
                    <a:pt x="1443182" y="3404780"/>
                  </a:lnTo>
                  <a:lnTo>
                    <a:pt x="1458312" y="3466094"/>
                  </a:lnTo>
                  <a:lnTo>
                    <a:pt x="1471115" y="3529813"/>
                  </a:lnTo>
                  <a:lnTo>
                    <a:pt x="1482754" y="3594736"/>
                  </a:lnTo>
                  <a:lnTo>
                    <a:pt x="1487029" y="3618138"/>
                  </a:lnTo>
                  <a:lnTo>
                    <a:pt x="3090086" y="3618138"/>
                  </a:lnTo>
                  <a:lnTo>
                    <a:pt x="3088874" y="3615173"/>
                  </a:lnTo>
                  <a:lnTo>
                    <a:pt x="3067926" y="3553859"/>
                  </a:lnTo>
                  <a:lnTo>
                    <a:pt x="3049304" y="3486532"/>
                  </a:lnTo>
                  <a:lnTo>
                    <a:pt x="3030682" y="3420409"/>
                  </a:lnTo>
                  <a:lnTo>
                    <a:pt x="3019039" y="3381117"/>
                  </a:lnTo>
                  <a:cubicBezTo>
                    <a:pt x="2916596" y="3085457"/>
                    <a:pt x="2189761" y="2865156"/>
                    <a:pt x="1581345" y="2720212"/>
                  </a:cubicBezTo>
                  <a:cubicBezTo>
                    <a:pt x="1045124" y="2571338"/>
                    <a:pt x="651082" y="2065638"/>
                    <a:pt x="651082" y="1464934"/>
                  </a:cubicBezTo>
                  <a:cubicBezTo>
                    <a:pt x="651082" y="745769"/>
                    <a:pt x="1018501" y="171149"/>
                    <a:pt x="1912553" y="162771"/>
                  </a:cubicBezTo>
                  <a:cubicBezTo>
                    <a:pt x="2250796" y="159602"/>
                    <a:pt x="2458856" y="294299"/>
                    <a:pt x="2635535" y="395564"/>
                  </a:cubicBezTo>
                  <a:lnTo>
                    <a:pt x="2633024" y="398652"/>
                  </a:lnTo>
                  <a:cubicBezTo>
                    <a:pt x="3097872" y="776605"/>
                    <a:pt x="3170184" y="1459033"/>
                    <a:pt x="2794867" y="1926012"/>
                  </a:cubicBezTo>
                  <a:lnTo>
                    <a:pt x="2957653" y="2056846"/>
                  </a:lnTo>
                  <a:cubicBezTo>
                    <a:pt x="3404939" y="1500322"/>
                    <a:pt x="3318761" y="687035"/>
                    <a:pt x="2764776" y="236609"/>
                  </a:cubicBezTo>
                  <a:lnTo>
                    <a:pt x="2763561" y="238103"/>
                  </a:lnTo>
                  <a:lnTo>
                    <a:pt x="2752521" y="230833"/>
                  </a:lnTo>
                  <a:lnTo>
                    <a:pt x="2653593" y="176731"/>
                  </a:lnTo>
                  <a:lnTo>
                    <a:pt x="2545354" y="131046"/>
                  </a:lnTo>
                  <a:lnTo>
                    <a:pt x="2433624" y="88967"/>
                  </a:lnTo>
                  <a:lnTo>
                    <a:pt x="2312583" y="56506"/>
                  </a:lnTo>
                  <a:lnTo>
                    <a:pt x="2185723" y="30056"/>
                  </a:lnTo>
                  <a:lnTo>
                    <a:pt x="2053042" y="12022"/>
                  </a:lnTo>
                  <a:lnTo>
                    <a:pt x="1913381" y="12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540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C10FE5-C25C-48B7-BCFD-76E2C4964244}"/>
              </a:ext>
            </a:extLst>
          </p:cNvPr>
          <p:cNvSpPr txBox="1"/>
          <p:nvPr/>
        </p:nvSpPr>
        <p:spPr>
          <a:xfrm>
            <a:off x="10492744" y="2860845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普及率高，若整合英語學習功能，可降低學習門檻。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49849-4849-4F68-BE26-3FB6273CCA28}"/>
              </a:ext>
            </a:extLst>
          </p:cNvPr>
          <p:cNvSpPr/>
          <p:nvPr/>
        </p:nvSpPr>
        <p:spPr>
          <a:xfrm>
            <a:off x="11745484" y="188679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8" name="Rounded Rectangle 24">
            <a:extLst>
              <a:ext uri="{FF2B5EF4-FFF2-40B4-BE49-F238E27FC236}">
                <a16:creationId xmlns:a16="http://schemas.microsoft.com/office/drawing/2014/main" id="{23FD4401-13CD-470E-895D-436EF44DD147}"/>
              </a:ext>
            </a:extLst>
          </p:cNvPr>
          <p:cNvSpPr/>
          <p:nvPr/>
        </p:nvSpPr>
        <p:spPr>
          <a:xfrm>
            <a:off x="11913955" y="2095570"/>
            <a:ext cx="342487" cy="250320"/>
          </a:xfrm>
          <a:custGeom>
            <a:avLst/>
            <a:gdLst/>
            <a:ahLst/>
            <a:cxnLst/>
            <a:rect l="l" t="t" r="r" b="b"/>
            <a:pathLst>
              <a:path w="3960000" h="3064028">
                <a:moveTo>
                  <a:pt x="1955333" y="1285185"/>
                </a:moveTo>
                <a:cubicBezTo>
                  <a:pt x="2192176" y="1285185"/>
                  <a:pt x="2384176" y="1477185"/>
                  <a:pt x="2384176" y="1714028"/>
                </a:cubicBezTo>
                <a:cubicBezTo>
                  <a:pt x="2384176" y="1950871"/>
                  <a:pt x="2192176" y="2142871"/>
                  <a:pt x="1955333" y="2142871"/>
                </a:cubicBezTo>
                <a:cubicBezTo>
                  <a:pt x="1718490" y="2142871"/>
                  <a:pt x="1526490" y="1950871"/>
                  <a:pt x="1526490" y="1714028"/>
                </a:cubicBezTo>
                <a:cubicBezTo>
                  <a:pt x="1526490" y="1477185"/>
                  <a:pt x="1718490" y="1285185"/>
                  <a:pt x="1955333" y="1285185"/>
                </a:cubicBezTo>
                <a:close/>
                <a:moveTo>
                  <a:pt x="1955333" y="1074136"/>
                </a:moveTo>
                <a:cubicBezTo>
                  <a:pt x="1601930" y="1074136"/>
                  <a:pt x="1315441" y="1360625"/>
                  <a:pt x="1315441" y="1714028"/>
                </a:cubicBezTo>
                <a:cubicBezTo>
                  <a:pt x="1315441" y="2067431"/>
                  <a:pt x="1601930" y="2353920"/>
                  <a:pt x="1955333" y="2353920"/>
                </a:cubicBezTo>
                <a:cubicBezTo>
                  <a:pt x="2308736" y="2353920"/>
                  <a:pt x="2595225" y="2067431"/>
                  <a:pt x="2595225" y="1714028"/>
                </a:cubicBezTo>
                <a:cubicBezTo>
                  <a:pt x="2595225" y="1360625"/>
                  <a:pt x="2308736" y="1074136"/>
                  <a:pt x="1955333" y="1074136"/>
                </a:cubicBezTo>
                <a:close/>
                <a:moveTo>
                  <a:pt x="1955333" y="849503"/>
                </a:moveTo>
                <a:cubicBezTo>
                  <a:pt x="2432797" y="849503"/>
                  <a:pt x="2819858" y="1236564"/>
                  <a:pt x="2819858" y="1714028"/>
                </a:cubicBezTo>
                <a:cubicBezTo>
                  <a:pt x="2819858" y="2191492"/>
                  <a:pt x="2432797" y="2578553"/>
                  <a:pt x="1955333" y="2578553"/>
                </a:cubicBezTo>
                <a:cubicBezTo>
                  <a:pt x="1477869" y="2578553"/>
                  <a:pt x="1090808" y="2191492"/>
                  <a:pt x="1090808" y="1714028"/>
                </a:cubicBezTo>
                <a:cubicBezTo>
                  <a:pt x="1090808" y="1236564"/>
                  <a:pt x="1477869" y="849503"/>
                  <a:pt x="1955333" y="849503"/>
                </a:cubicBezTo>
                <a:close/>
                <a:moveTo>
                  <a:pt x="3253503" y="756254"/>
                </a:moveTo>
                <a:cubicBezTo>
                  <a:pt x="3162525" y="756254"/>
                  <a:pt x="3088773" y="830006"/>
                  <a:pt x="3088773" y="920984"/>
                </a:cubicBezTo>
                <a:cubicBezTo>
                  <a:pt x="3088773" y="1011962"/>
                  <a:pt x="3162525" y="1085714"/>
                  <a:pt x="3253503" y="1085714"/>
                </a:cubicBezTo>
                <a:cubicBezTo>
                  <a:pt x="3344481" y="1085714"/>
                  <a:pt x="3418233" y="1011962"/>
                  <a:pt x="3418233" y="920984"/>
                </a:cubicBezTo>
                <a:cubicBezTo>
                  <a:pt x="3418233" y="830006"/>
                  <a:pt x="3344481" y="756254"/>
                  <a:pt x="3253503" y="756254"/>
                </a:cubicBezTo>
                <a:close/>
                <a:moveTo>
                  <a:pt x="1955333" y="744677"/>
                </a:moveTo>
                <a:cubicBezTo>
                  <a:pt x="1419975" y="744677"/>
                  <a:pt x="985982" y="1178670"/>
                  <a:pt x="985982" y="1714028"/>
                </a:cubicBezTo>
                <a:cubicBezTo>
                  <a:pt x="985982" y="2249386"/>
                  <a:pt x="1419975" y="2683379"/>
                  <a:pt x="1955333" y="2683379"/>
                </a:cubicBezTo>
                <a:cubicBezTo>
                  <a:pt x="2490691" y="2683379"/>
                  <a:pt x="2924684" y="2249386"/>
                  <a:pt x="2924684" y="1714028"/>
                </a:cubicBezTo>
                <a:cubicBezTo>
                  <a:pt x="2924684" y="1178670"/>
                  <a:pt x="2490691" y="744677"/>
                  <a:pt x="1955333" y="744677"/>
                </a:cubicBezTo>
                <a:close/>
                <a:moveTo>
                  <a:pt x="1333922" y="0"/>
                </a:moveTo>
                <a:lnTo>
                  <a:pt x="2626078" y="0"/>
                </a:lnTo>
                <a:lnTo>
                  <a:pt x="2717085" y="364028"/>
                </a:lnTo>
                <a:lnTo>
                  <a:pt x="3699990" y="364028"/>
                </a:lnTo>
                <a:cubicBezTo>
                  <a:pt x="3843590" y="364028"/>
                  <a:pt x="3960000" y="480438"/>
                  <a:pt x="3960000" y="624038"/>
                </a:cubicBezTo>
                <a:lnTo>
                  <a:pt x="3960000" y="2804018"/>
                </a:lnTo>
                <a:cubicBezTo>
                  <a:pt x="3960000" y="2947618"/>
                  <a:pt x="3843590" y="3064028"/>
                  <a:pt x="3699990" y="3064028"/>
                </a:cubicBezTo>
                <a:lnTo>
                  <a:pt x="260010" y="3064028"/>
                </a:lnTo>
                <a:cubicBezTo>
                  <a:pt x="116410" y="3064028"/>
                  <a:pt x="0" y="2947618"/>
                  <a:pt x="0" y="2804018"/>
                </a:cubicBezTo>
                <a:lnTo>
                  <a:pt x="0" y="624038"/>
                </a:lnTo>
                <a:cubicBezTo>
                  <a:pt x="0" y="480438"/>
                  <a:pt x="116410" y="364028"/>
                  <a:pt x="260010" y="364028"/>
                </a:cubicBezTo>
                <a:lnTo>
                  <a:pt x="443165" y="364028"/>
                </a:lnTo>
                <a:lnTo>
                  <a:pt x="443165" y="237982"/>
                </a:lnTo>
                <a:cubicBezTo>
                  <a:pt x="443165" y="195266"/>
                  <a:pt x="477794" y="160637"/>
                  <a:pt x="520510" y="160637"/>
                </a:cubicBezTo>
                <a:lnTo>
                  <a:pt x="1049896" y="160637"/>
                </a:lnTo>
                <a:cubicBezTo>
                  <a:pt x="1092612" y="160637"/>
                  <a:pt x="1127241" y="195266"/>
                  <a:pt x="1127241" y="237982"/>
                </a:cubicBezTo>
                <a:lnTo>
                  <a:pt x="1127241" y="364028"/>
                </a:lnTo>
                <a:lnTo>
                  <a:pt x="1242915" y="3640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4AE10-8AB8-4BE7-A803-10C2A433858E}"/>
              </a:ext>
            </a:extLst>
          </p:cNvPr>
          <p:cNvSpPr txBox="1"/>
          <p:nvPr/>
        </p:nvSpPr>
        <p:spPr>
          <a:xfrm>
            <a:off x="10492744" y="5895418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與語音技術具備模擬真人互動、提供即時回饋能力。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7A5ADD-8B1C-4FF5-9A49-C4F5B0E8A660}"/>
              </a:ext>
            </a:extLst>
          </p:cNvPr>
          <p:cNvSpPr/>
          <p:nvPr/>
        </p:nvSpPr>
        <p:spPr>
          <a:xfrm>
            <a:off x="11745484" y="4921366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6D4BE-13AF-4987-914A-4CDEFEFCBFD5}"/>
              </a:ext>
            </a:extLst>
          </p:cNvPr>
          <p:cNvSpPr txBox="1"/>
          <p:nvPr/>
        </p:nvSpPr>
        <p:spPr>
          <a:xfrm>
            <a:off x="1008670" y="2871515"/>
            <a:ext cx="3173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科技進展提供模擬語言環境的可能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DB96A4-5224-4635-970A-C297E383EE10}"/>
              </a:ext>
            </a:extLst>
          </p:cNvPr>
          <p:cNvSpPr/>
          <p:nvPr/>
        </p:nvSpPr>
        <p:spPr>
          <a:xfrm>
            <a:off x="2261411" y="1897463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97A67-6BCE-4760-9302-D12B978997E0}"/>
              </a:ext>
            </a:extLst>
          </p:cNvPr>
          <p:cNvSpPr txBox="1"/>
          <p:nvPr/>
        </p:nvSpPr>
        <p:spPr>
          <a:xfrm>
            <a:off x="1008670" y="5906090"/>
            <a:ext cx="31733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技術促進個人化、高的學習模式，有潛力翻轉英語學習。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CF30B0-5494-4834-89D2-62FCB761512B}"/>
              </a:ext>
            </a:extLst>
          </p:cNvPr>
          <p:cNvSpPr/>
          <p:nvPr/>
        </p:nvSpPr>
        <p:spPr>
          <a:xfrm>
            <a:off x="2261411" y="4932037"/>
            <a:ext cx="679430" cy="679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400">
              <a:solidFill>
                <a:schemeClr val="accent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895FF4DC-99EB-4987-81C5-A50AE7F0EA41}"/>
              </a:ext>
            </a:extLst>
          </p:cNvPr>
          <p:cNvSpPr/>
          <p:nvPr/>
        </p:nvSpPr>
        <p:spPr>
          <a:xfrm rot="20700000">
            <a:off x="2398765" y="5083725"/>
            <a:ext cx="404732" cy="354719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latin typeface="Microsoft JhengHei" panose="020B0604030504040204" pitchFamily="34" charset="-120"/>
            </a:endParaRPr>
          </a:p>
        </p:txBody>
      </p:sp>
      <p:sp>
        <p:nvSpPr>
          <p:cNvPr id="32" name="Pie 2">
            <a:extLst>
              <a:ext uri="{FF2B5EF4-FFF2-40B4-BE49-F238E27FC236}">
                <a16:creationId xmlns:a16="http://schemas.microsoft.com/office/drawing/2014/main" id="{DC5347CC-61F4-483C-A692-D14FEAD58663}"/>
              </a:ext>
            </a:extLst>
          </p:cNvPr>
          <p:cNvSpPr/>
          <p:nvPr/>
        </p:nvSpPr>
        <p:spPr>
          <a:xfrm>
            <a:off x="11881872" y="5061157"/>
            <a:ext cx="406660" cy="399850"/>
          </a:xfrm>
          <a:custGeom>
            <a:avLst/>
            <a:gdLst/>
            <a:ahLst/>
            <a:cxnLst/>
            <a:rect l="l" t="t" r="r" b="b"/>
            <a:pathLst>
              <a:path w="3851322" h="3786842">
                <a:moveTo>
                  <a:pt x="3845029" y="1629937"/>
                </a:moveTo>
                <a:lnTo>
                  <a:pt x="3851322" y="1762720"/>
                </a:lnTo>
                <a:lnTo>
                  <a:pt x="3812477" y="1776859"/>
                </a:lnTo>
                <a:lnTo>
                  <a:pt x="3444864" y="1775585"/>
                </a:lnTo>
                <a:close/>
                <a:moveTo>
                  <a:pt x="3791299" y="1322869"/>
                </a:moveTo>
                <a:cubicBezTo>
                  <a:pt x="3804294" y="1363489"/>
                  <a:pt x="3813753" y="1405089"/>
                  <a:pt x="3820726" y="1447230"/>
                </a:cubicBezTo>
                <a:lnTo>
                  <a:pt x="2923542" y="1773779"/>
                </a:lnTo>
                <a:lnTo>
                  <a:pt x="2555935" y="1772505"/>
                </a:lnTo>
                <a:close/>
                <a:moveTo>
                  <a:pt x="3686733" y="1034305"/>
                </a:moveTo>
                <a:cubicBezTo>
                  <a:pt x="3706467" y="1071934"/>
                  <a:pt x="3722972" y="1111031"/>
                  <a:pt x="3736130" y="1151397"/>
                </a:cubicBezTo>
                <a:lnTo>
                  <a:pt x="2052009" y="1764367"/>
                </a:lnTo>
                <a:lnTo>
                  <a:pt x="2052009" y="1629296"/>
                </a:lnTo>
                <a:close/>
                <a:moveTo>
                  <a:pt x="3531650" y="764128"/>
                </a:moveTo>
                <a:cubicBezTo>
                  <a:pt x="3557479" y="799119"/>
                  <a:pt x="3581112" y="835525"/>
                  <a:pt x="3601539" y="873761"/>
                </a:cubicBezTo>
                <a:lnTo>
                  <a:pt x="2052009" y="1437744"/>
                </a:lnTo>
                <a:lnTo>
                  <a:pt x="2052009" y="1302673"/>
                </a:lnTo>
                <a:close/>
                <a:moveTo>
                  <a:pt x="3320179" y="514474"/>
                </a:moveTo>
                <a:lnTo>
                  <a:pt x="3414136" y="615348"/>
                </a:lnTo>
                <a:lnTo>
                  <a:pt x="2052009" y="1111121"/>
                </a:lnTo>
                <a:lnTo>
                  <a:pt x="2052009" y="976050"/>
                </a:lnTo>
                <a:close/>
                <a:moveTo>
                  <a:pt x="3038975" y="290201"/>
                </a:moveTo>
                <a:cubicBezTo>
                  <a:pt x="3082160" y="317774"/>
                  <a:pt x="3124087" y="347421"/>
                  <a:pt x="3164106" y="379728"/>
                </a:cubicBezTo>
                <a:lnTo>
                  <a:pt x="2052009" y="784498"/>
                </a:lnTo>
                <a:lnTo>
                  <a:pt x="2052009" y="649428"/>
                </a:lnTo>
                <a:close/>
                <a:moveTo>
                  <a:pt x="1800000" y="186842"/>
                </a:moveTo>
                <a:lnTo>
                  <a:pt x="1800000" y="1986842"/>
                </a:lnTo>
                <a:lnTo>
                  <a:pt x="3600000" y="1986842"/>
                </a:lnTo>
                <a:cubicBezTo>
                  <a:pt x="3600000" y="2980955"/>
                  <a:pt x="2794113" y="3786842"/>
                  <a:pt x="1800000" y="3786842"/>
                </a:cubicBezTo>
                <a:cubicBezTo>
                  <a:pt x="805887" y="3786842"/>
                  <a:pt x="0" y="2980955"/>
                  <a:pt x="0" y="1986842"/>
                </a:cubicBezTo>
                <a:cubicBezTo>
                  <a:pt x="0" y="992729"/>
                  <a:pt x="805887" y="186842"/>
                  <a:pt x="1800000" y="186842"/>
                </a:cubicBezTo>
                <a:close/>
                <a:moveTo>
                  <a:pt x="2653345" y="103936"/>
                </a:moveTo>
                <a:cubicBezTo>
                  <a:pt x="2713623" y="122781"/>
                  <a:pt x="2772066" y="146664"/>
                  <a:pt x="2828252" y="175345"/>
                </a:cubicBezTo>
                <a:lnTo>
                  <a:pt x="2052009" y="457876"/>
                </a:lnTo>
                <a:lnTo>
                  <a:pt x="2052009" y="322805"/>
                </a:lnTo>
                <a:close/>
                <a:moveTo>
                  <a:pt x="2052009" y="0"/>
                </a:moveTo>
                <a:cubicBezTo>
                  <a:pt x="2150315" y="0"/>
                  <a:pt x="2247800" y="7911"/>
                  <a:pt x="2343281" y="25238"/>
                </a:cubicBezTo>
                <a:lnTo>
                  <a:pt x="2052009" y="1312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bg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33" name="Donut 15">
            <a:extLst>
              <a:ext uri="{FF2B5EF4-FFF2-40B4-BE49-F238E27FC236}">
                <a16:creationId xmlns:a16="http://schemas.microsoft.com/office/drawing/2014/main" id="{3F1472E7-B90B-48D0-A48D-1FE9C3218613}"/>
              </a:ext>
            </a:extLst>
          </p:cNvPr>
          <p:cNvSpPr/>
          <p:nvPr/>
        </p:nvSpPr>
        <p:spPr>
          <a:xfrm>
            <a:off x="2385039" y="2006146"/>
            <a:ext cx="432179" cy="429170"/>
          </a:xfrm>
          <a:custGeom>
            <a:avLst/>
            <a:gdLst/>
            <a:ahLst/>
            <a:cxnLst/>
            <a:rect l="l" t="t" r="r" b="b"/>
            <a:pathLst>
              <a:path w="3821708" h="3795110">
                <a:moveTo>
                  <a:pt x="1910854" y="903842"/>
                </a:moveTo>
                <a:lnTo>
                  <a:pt x="1793831" y="1129420"/>
                </a:lnTo>
                <a:lnTo>
                  <a:pt x="1791613" y="1129420"/>
                </a:lnTo>
                <a:lnTo>
                  <a:pt x="1791892" y="1133157"/>
                </a:lnTo>
                <a:lnTo>
                  <a:pt x="1791613" y="1133695"/>
                </a:lnTo>
                <a:lnTo>
                  <a:pt x="1791933" y="1133695"/>
                </a:lnTo>
                <a:lnTo>
                  <a:pt x="1833002" y="1683464"/>
                </a:lnTo>
                <a:cubicBezTo>
                  <a:pt x="1744939" y="1714584"/>
                  <a:pt x="1682254" y="1798749"/>
                  <a:pt x="1682254" y="1897555"/>
                </a:cubicBezTo>
                <a:cubicBezTo>
                  <a:pt x="1682254" y="2023808"/>
                  <a:pt x="1784602" y="2126156"/>
                  <a:pt x="1910855" y="2126156"/>
                </a:cubicBezTo>
                <a:cubicBezTo>
                  <a:pt x="1975561" y="2126156"/>
                  <a:pt x="2033988" y="2099273"/>
                  <a:pt x="2075304" y="2055803"/>
                </a:cubicBezTo>
                <a:lnTo>
                  <a:pt x="2443125" y="2288080"/>
                </a:lnTo>
                <a:lnTo>
                  <a:pt x="2443003" y="2288309"/>
                </a:lnTo>
                <a:lnTo>
                  <a:pt x="2443494" y="2288314"/>
                </a:lnTo>
                <a:lnTo>
                  <a:pt x="2446061" y="2289935"/>
                </a:lnTo>
                <a:lnTo>
                  <a:pt x="2446904" y="2288348"/>
                </a:lnTo>
                <a:lnTo>
                  <a:pt x="2652725" y="2290436"/>
                </a:lnTo>
                <a:lnTo>
                  <a:pt x="2535900" y="2120971"/>
                </a:lnTo>
                <a:lnTo>
                  <a:pt x="2536744" y="2119385"/>
                </a:lnTo>
                <a:lnTo>
                  <a:pt x="2533964" y="2118163"/>
                </a:lnTo>
                <a:lnTo>
                  <a:pt x="2533686" y="2117759"/>
                </a:lnTo>
                <a:lnTo>
                  <a:pt x="2533565" y="2117988"/>
                </a:lnTo>
                <a:lnTo>
                  <a:pt x="2134900" y="1942755"/>
                </a:lnTo>
                <a:cubicBezTo>
                  <a:pt x="2137918" y="1928156"/>
                  <a:pt x="2139456" y="1913035"/>
                  <a:pt x="2139456" y="1897555"/>
                </a:cubicBezTo>
                <a:cubicBezTo>
                  <a:pt x="2139456" y="1798748"/>
                  <a:pt x="2076770" y="1714583"/>
                  <a:pt x="1988706" y="1683463"/>
                </a:cubicBezTo>
                <a:lnTo>
                  <a:pt x="2029775" y="1133695"/>
                </a:lnTo>
                <a:lnTo>
                  <a:pt x="2030094" y="1133695"/>
                </a:lnTo>
                <a:lnTo>
                  <a:pt x="2029815" y="1133157"/>
                </a:lnTo>
                <a:lnTo>
                  <a:pt x="2030094" y="1129420"/>
                </a:lnTo>
                <a:lnTo>
                  <a:pt x="2027877" y="1129420"/>
                </a:lnTo>
                <a:close/>
                <a:moveTo>
                  <a:pt x="1910854" y="565406"/>
                </a:moveTo>
                <a:cubicBezTo>
                  <a:pt x="2646579" y="565406"/>
                  <a:pt x="3243002" y="1161829"/>
                  <a:pt x="3243002" y="1897554"/>
                </a:cubicBezTo>
                <a:cubicBezTo>
                  <a:pt x="3243002" y="2633279"/>
                  <a:pt x="2646579" y="3229702"/>
                  <a:pt x="1910854" y="3229702"/>
                </a:cubicBezTo>
                <a:cubicBezTo>
                  <a:pt x="1175129" y="3229702"/>
                  <a:pt x="578706" y="2633279"/>
                  <a:pt x="578706" y="1897554"/>
                </a:cubicBezTo>
                <a:cubicBezTo>
                  <a:pt x="578706" y="1161829"/>
                  <a:pt x="1175129" y="565406"/>
                  <a:pt x="1910854" y="565406"/>
                </a:cubicBezTo>
                <a:close/>
                <a:moveTo>
                  <a:pt x="1766837" y="367010"/>
                </a:moveTo>
                <a:cubicBezTo>
                  <a:pt x="1050362" y="432397"/>
                  <a:pt x="475174" y="981146"/>
                  <a:pt x="377476" y="1681610"/>
                </a:cubicBezTo>
                <a:lnTo>
                  <a:pt x="426306" y="1681610"/>
                </a:lnTo>
                <a:cubicBezTo>
                  <a:pt x="510474" y="1681610"/>
                  <a:pt x="578706" y="1746088"/>
                  <a:pt x="578706" y="1825626"/>
                </a:cubicBezTo>
                <a:cubicBezTo>
                  <a:pt x="578706" y="1905164"/>
                  <a:pt x="510474" y="1969642"/>
                  <a:pt x="426306" y="1969642"/>
                </a:cubicBezTo>
                <a:lnTo>
                  <a:pt x="364094" y="1969642"/>
                </a:lnTo>
                <a:cubicBezTo>
                  <a:pt x="398055" y="2738400"/>
                  <a:pt x="1003246" y="3359660"/>
                  <a:pt x="1769417" y="3427809"/>
                </a:cubicBezTo>
                <a:lnTo>
                  <a:pt x="1769417" y="3382101"/>
                </a:lnTo>
                <a:cubicBezTo>
                  <a:pt x="1769417" y="3297933"/>
                  <a:pt x="1833895" y="3229701"/>
                  <a:pt x="1913433" y="3229701"/>
                </a:cubicBezTo>
                <a:cubicBezTo>
                  <a:pt x="1992971" y="3229701"/>
                  <a:pt x="2057449" y="3297933"/>
                  <a:pt x="2057449" y="3382101"/>
                </a:cubicBezTo>
                <a:lnTo>
                  <a:pt x="2057449" y="3427707"/>
                </a:lnTo>
                <a:cubicBezTo>
                  <a:pt x="2804164" y="3358467"/>
                  <a:pt x="3396856" y="2764020"/>
                  <a:pt x="3455018" y="2020616"/>
                </a:cubicBezTo>
                <a:lnTo>
                  <a:pt x="3395402" y="2020616"/>
                </a:lnTo>
                <a:cubicBezTo>
                  <a:pt x="3311234" y="2020616"/>
                  <a:pt x="3243002" y="1956138"/>
                  <a:pt x="3243002" y="1876600"/>
                </a:cubicBezTo>
                <a:cubicBezTo>
                  <a:pt x="3243002" y="1797062"/>
                  <a:pt x="3311234" y="1732584"/>
                  <a:pt x="3395402" y="1732584"/>
                </a:cubicBezTo>
                <a:lnTo>
                  <a:pt x="3451747" y="1732584"/>
                </a:lnTo>
                <a:cubicBezTo>
                  <a:pt x="3374444" y="1008025"/>
                  <a:pt x="2788738" y="434055"/>
                  <a:pt x="2054869" y="367632"/>
                </a:cubicBezTo>
                <a:lnTo>
                  <a:pt x="2054869" y="407296"/>
                </a:lnTo>
                <a:cubicBezTo>
                  <a:pt x="2054869" y="491464"/>
                  <a:pt x="1990391" y="559696"/>
                  <a:pt x="1910853" y="559696"/>
                </a:cubicBezTo>
                <a:cubicBezTo>
                  <a:pt x="1831315" y="559696"/>
                  <a:pt x="1766837" y="491464"/>
                  <a:pt x="1766837" y="407296"/>
                </a:cubicBezTo>
                <a:close/>
                <a:moveTo>
                  <a:pt x="1910854" y="0"/>
                </a:moveTo>
                <a:cubicBezTo>
                  <a:pt x="2966190" y="0"/>
                  <a:pt x="3821708" y="849564"/>
                  <a:pt x="3821708" y="1897555"/>
                </a:cubicBezTo>
                <a:cubicBezTo>
                  <a:pt x="3821708" y="2945546"/>
                  <a:pt x="2966190" y="3795110"/>
                  <a:pt x="1910854" y="3795110"/>
                </a:cubicBezTo>
                <a:cubicBezTo>
                  <a:pt x="855518" y="3795110"/>
                  <a:pt x="0" y="2945546"/>
                  <a:pt x="0" y="1897555"/>
                </a:cubicBezTo>
                <a:cubicBezTo>
                  <a:pt x="0" y="849564"/>
                  <a:pt x="855518" y="0"/>
                  <a:pt x="19108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54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grpSp>
        <p:nvGrpSpPr>
          <p:cNvPr id="34" name="Graphic 33">
            <a:extLst>
              <a:ext uri="{FF2B5EF4-FFF2-40B4-BE49-F238E27FC236}">
                <a16:creationId xmlns:a16="http://schemas.microsoft.com/office/drawing/2014/main" id="{EA9DF64B-3709-4045-8225-E2F437E83AA5}"/>
              </a:ext>
            </a:extLst>
          </p:cNvPr>
          <p:cNvGrpSpPr/>
          <p:nvPr/>
        </p:nvGrpSpPr>
        <p:grpSpPr>
          <a:xfrm>
            <a:off x="6490118" y="2853274"/>
            <a:ext cx="1647635" cy="1523620"/>
            <a:chOff x="7424910" y="2405641"/>
            <a:chExt cx="1771650" cy="1638300"/>
          </a:xfrm>
          <a:solidFill>
            <a:schemeClr val="accent4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15535C6-8C0B-4095-A7BE-4ACD534AA53C}"/>
                </a:ext>
              </a:extLst>
            </p:cNvPr>
            <p:cNvSpPr/>
            <p:nvPr/>
          </p:nvSpPr>
          <p:spPr>
            <a:xfrm>
              <a:off x="7417766" y="2398092"/>
              <a:ext cx="885825" cy="1647825"/>
            </a:xfrm>
            <a:custGeom>
              <a:avLst/>
              <a:gdLst>
                <a:gd name="connsiteX0" fmla="*/ 749141 w 885825"/>
                <a:gd name="connsiteY0" fmla="*/ 1281042 h 1647825"/>
                <a:gd name="connsiteX1" fmla="*/ 858679 w 885825"/>
                <a:gd name="connsiteY1" fmla="*/ 1312474 h 1647825"/>
                <a:gd name="connsiteX2" fmla="*/ 858679 w 885825"/>
                <a:gd name="connsiteY2" fmla="*/ 1287709 h 1647825"/>
                <a:gd name="connsiteX3" fmla="*/ 861536 w 885825"/>
                <a:gd name="connsiteY3" fmla="*/ 1006722 h 1647825"/>
                <a:gd name="connsiteX4" fmla="*/ 855821 w 885825"/>
                <a:gd name="connsiteY4" fmla="*/ 975289 h 1647825"/>
                <a:gd name="connsiteX5" fmla="*/ 791051 w 885825"/>
                <a:gd name="connsiteY5" fmla="*/ 885754 h 1647825"/>
                <a:gd name="connsiteX6" fmla="*/ 770096 w 885825"/>
                <a:gd name="connsiteY6" fmla="*/ 880039 h 1647825"/>
                <a:gd name="connsiteX7" fmla="*/ 745331 w 885825"/>
                <a:gd name="connsiteY7" fmla="*/ 880039 h 1647825"/>
                <a:gd name="connsiteX8" fmla="*/ 718661 w 885825"/>
                <a:gd name="connsiteY8" fmla="*/ 884802 h 1647825"/>
                <a:gd name="connsiteX9" fmla="*/ 630079 w 885825"/>
                <a:gd name="connsiteY9" fmla="*/ 1042917 h 1647825"/>
                <a:gd name="connsiteX10" fmla="*/ 618649 w 885825"/>
                <a:gd name="connsiteY10" fmla="*/ 1060062 h 1647825"/>
                <a:gd name="connsiteX11" fmla="*/ 604361 w 885825"/>
                <a:gd name="connsiteY11" fmla="*/ 1049584 h 1647825"/>
                <a:gd name="connsiteX12" fmla="*/ 711041 w 885825"/>
                <a:gd name="connsiteY12" fmla="*/ 859084 h 1647825"/>
                <a:gd name="connsiteX13" fmla="*/ 737711 w 885825"/>
                <a:gd name="connsiteY13" fmla="*/ 854322 h 1647825"/>
                <a:gd name="connsiteX14" fmla="*/ 768191 w 885825"/>
                <a:gd name="connsiteY14" fmla="*/ 857179 h 1647825"/>
                <a:gd name="connsiteX15" fmla="*/ 846296 w 885825"/>
                <a:gd name="connsiteY15" fmla="*/ 891469 h 1647825"/>
                <a:gd name="connsiteX16" fmla="*/ 855821 w 885825"/>
                <a:gd name="connsiteY16" fmla="*/ 707637 h 1647825"/>
                <a:gd name="connsiteX17" fmla="*/ 856774 w 885825"/>
                <a:gd name="connsiteY17" fmla="*/ 681919 h 1647825"/>
                <a:gd name="connsiteX18" fmla="*/ 863441 w 885825"/>
                <a:gd name="connsiteY18" fmla="*/ 650487 h 1647825"/>
                <a:gd name="connsiteX19" fmla="*/ 868204 w 885825"/>
                <a:gd name="connsiteY19" fmla="*/ 619054 h 1647825"/>
                <a:gd name="connsiteX20" fmla="*/ 856774 w 885825"/>
                <a:gd name="connsiteY20" fmla="*/ 311397 h 1647825"/>
                <a:gd name="connsiteX21" fmla="*/ 856774 w 885825"/>
                <a:gd name="connsiteY21" fmla="*/ 280917 h 1647825"/>
                <a:gd name="connsiteX22" fmla="*/ 856774 w 885825"/>
                <a:gd name="connsiteY22" fmla="*/ 220909 h 1647825"/>
                <a:gd name="connsiteX23" fmla="*/ 854869 w 885825"/>
                <a:gd name="connsiteY23" fmla="*/ 221862 h 1647825"/>
                <a:gd name="connsiteX24" fmla="*/ 776764 w 885825"/>
                <a:gd name="connsiteY24" fmla="*/ 71367 h 1647825"/>
                <a:gd name="connsiteX25" fmla="*/ 750094 w 885825"/>
                <a:gd name="connsiteY25" fmla="*/ 50412 h 1647825"/>
                <a:gd name="connsiteX26" fmla="*/ 656749 w 885825"/>
                <a:gd name="connsiteY26" fmla="*/ 12312 h 1647825"/>
                <a:gd name="connsiteX27" fmla="*/ 623411 w 885825"/>
                <a:gd name="connsiteY27" fmla="*/ 8502 h 1647825"/>
                <a:gd name="connsiteX28" fmla="*/ 391954 w 885825"/>
                <a:gd name="connsiteY28" fmla="*/ 227577 h 1647825"/>
                <a:gd name="connsiteX29" fmla="*/ 405289 w 885825"/>
                <a:gd name="connsiteY29" fmla="*/ 253294 h 1647825"/>
                <a:gd name="connsiteX30" fmla="*/ 520541 w 885825"/>
                <a:gd name="connsiteY30" fmla="*/ 332352 h 1647825"/>
                <a:gd name="connsiteX31" fmla="*/ 551021 w 885825"/>
                <a:gd name="connsiteY31" fmla="*/ 335209 h 1647825"/>
                <a:gd name="connsiteX32" fmla="*/ 718661 w 885825"/>
                <a:gd name="connsiteY32" fmla="*/ 198049 h 1647825"/>
                <a:gd name="connsiteX33" fmla="*/ 722471 w 885825"/>
                <a:gd name="connsiteY33" fmla="*/ 163759 h 1647825"/>
                <a:gd name="connsiteX34" fmla="*/ 743426 w 885825"/>
                <a:gd name="connsiteY34" fmla="*/ 146614 h 1647825"/>
                <a:gd name="connsiteX35" fmla="*/ 758666 w 885825"/>
                <a:gd name="connsiteY35" fmla="*/ 164712 h 1647825"/>
                <a:gd name="connsiteX36" fmla="*/ 635794 w 885825"/>
                <a:gd name="connsiteY36" fmla="*/ 353307 h 1647825"/>
                <a:gd name="connsiteX37" fmla="*/ 708184 w 885825"/>
                <a:gd name="connsiteY37" fmla="*/ 407599 h 1647825"/>
                <a:gd name="connsiteX38" fmla="*/ 726281 w 885825"/>
                <a:gd name="connsiteY38" fmla="*/ 432364 h 1647825"/>
                <a:gd name="connsiteX39" fmla="*/ 757714 w 885825"/>
                <a:gd name="connsiteY39" fmla="*/ 584764 h 1647825"/>
                <a:gd name="connsiteX40" fmla="*/ 751046 w 885825"/>
                <a:gd name="connsiteY40" fmla="*/ 611434 h 1647825"/>
                <a:gd name="connsiteX41" fmla="*/ 741521 w 885825"/>
                <a:gd name="connsiteY41" fmla="*/ 637152 h 1647825"/>
                <a:gd name="connsiteX42" fmla="*/ 727234 w 885825"/>
                <a:gd name="connsiteY42" fmla="*/ 661917 h 1647825"/>
                <a:gd name="connsiteX43" fmla="*/ 687229 w 885825"/>
                <a:gd name="connsiteY43" fmla="*/ 706684 h 1647825"/>
                <a:gd name="connsiteX44" fmla="*/ 737711 w 885825"/>
                <a:gd name="connsiteY44" fmla="*/ 786694 h 1647825"/>
                <a:gd name="connsiteX45" fmla="*/ 760571 w 885825"/>
                <a:gd name="connsiteY45" fmla="*/ 796219 h 1647825"/>
                <a:gd name="connsiteX46" fmla="*/ 788194 w 885825"/>
                <a:gd name="connsiteY46" fmla="*/ 799077 h 1647825"/>
                <a:gd name="connsiteX47" fmla="*/ 783431 w 885825"/>
                <a:gd name="connsiteY47" fmla="*/ 835272 h 1647825"/>
                <a:gd name="connsiteX48" fmla="*/ 752951 w 885825"/>
                <a:gd name="connsiteY48" fmla="*/ 830509 h 1647825"/>
                <a:gd name="connsiteX49" fmla="*/ 724376 w 885825"/>
                <a:gd name="connsiteY49" fmla="*/ 820032 h 1647825"/>
                <a:gd name="connsiteX50" fmla="*/ 653891 w 885825"/>
                <a:gd name="connsiteY50" fmla="*/ 728592 h 1647825"/>
                <a:gd name="connsiteX51" fmla="*/ 381476 w 885825"/>
                <a:gd name="connsiteY51" fmla="*/ 658107 h 1647825"/>
                <a:gd name="connsiteX52" fmla="*/ 384334 w 885825"/>
                <a:gd name="connsiteY52" fmla="*/ 635247 h 1647825"/>
                <a:gd name="connsiteX53" fmla="*/ 411004 w 885825"/>
                <a:gd name="connsiteY53" fmla="*/ 639057 h 1647825"/>
                <a:gd name="connsiteX54" fmla="*/ 541496 w 885825"/>
                <a:gd name="connsiteY54" fmla="*/ 717162 h 1647825"/>
                <a:gd name="connsiteX55" fmla="*/ 552926 w 885825"/>
                <a:gd name="connsiteY55" fmla="*/ 716209 h 1647825"/>
                <a:gd name="connsiteX56" fmla="*/ 693896 w 885825"/>
                <a:gd name="connsiteY56" fmla="*/ 638104 h 1647825"/>
                <a:gd name="connsiteX57" fmla="*/ 710089 w 885825"/>
                <a:gd name="connsiteY57" fmla="*/ 608577 h 1647825"/>
                <a:gd name="connsiteX58" fmla="*/ 710089 w 885825"/>
                <a:gd name="connsiteY58" fmla="*/ 475227 h 1647825"/>
                <a:gd name="connsiteX59" fmla="*/ 693896 w 885825"/>
                <a:gd name="connsiteY59" fmla="*/ 445699 h 1647825"/>
                <a:gd name="connsiteX60" fmla="*/ 551974 w 885825"/>
                <a:gd name="connsiteY60" fmla="*/ 370452 h 1647825"/>
                <a:gd name="connsiteX61" fmla="*/ 532924 w 885825"/>
                <a:gd name="connsiteY61" fmla="*/ 368547 h 1647825"/>
                <a:gd name="connsiteX62" fmla="*/ 397669 w 885825"/>
                <a:gd name="connsiteY62" fmla="*/ 301872 h 1647825"/>
                <a:gd name="connsiteX63" fmla="*/ 371951 w 885825"/>
                <a:gd name="connsiteY63" fmla="*/ 293299 h 1647825"/>
                <a:gd name="connsiteX64" fmla="*/ 180499 w 885825"/>
                <a:gd name="connsiteY64" fmla="*/ 376167 h 1647825"/>
                <a:gd name="connsiteX65" fmla="*/ 175736 w 885825"/>
                <a:gd name="connsiteY65" fmla="*/ 505707 h 1647825"/>
                <a:gd name="connsiteX66" fmla="*/ 181451 w 885825"/>
                <a:gd name="connsiteY66" fmla="*/ 532377 h 1647825"/>
                <a:gd name="connsiteX67" fmla="*/ 202406 w 885825"/>
                <a:gd name="connsiteY67" fmla="*/ 580954 h 1647825"/>
                <a:gd name="connsiteX68" fmla="*/ 217646 w 885825"/>
                <a:gd name="connsiteY68" fmla="*/ 581907 h 1647825"/>
                <a:gd name="connsiteX69" fmla="*/ 239554 w 885825"/>
                <a:gd name="connsiteY69" fmla="*/ 580002 h 1647825"/>
                <a:gd name="connsiteX70" fmla="*/ 260509 w 885825"/>
                <a:gd name="connsiteY70" fmla="*/ 575239 h 1647825"/>
                <a:gd name="connsiteX71" fmla="*/ 344329 w 885825"/>
                <a:gd name="connsiteY71" fmla="*/ 490467 h 1647825"/>
                <a:gd name="connsiteX72" fmla="*/ 351949 w 885825"/>
                <a:gd name="connsiteY72" fmla="*/ 465702 h 1647825"/>
                <a:gd name="connsiteX73" fmla="*/ 361474 w 885825"/>
                <a:gd name="connsiteY73" fmla="*/ 415219 h 1647825"/>
                <a:gd name="connsiteX74" fmla="*/ 390049 w 885825"/>
                <a:gd name="connsiteY74" fmla="*/ 424744 h 1647825"/>
                <a:gd name="connsiteX75" fmla="*/ 325279 w 885825"/>
                <a:gd name="connsiteY75" fmla="*/ 580954 h 1647825"/>
                <a:gd name="connsiteX76" fmla="*/ 301466 w 885825"/>
                <a:gd name="connsiteY76" fmla="*/ 597147 h 1647825"/>
                <a:gd name="connsiteX77" fmla="*/ 218599 w 885825"/>
                <a:gd name="connsiteY77" fmla="*/ 618102 h 1647825"/>
                <a:gd name="connsiteX78" fmla="*/ 145256 w 885825"/>
                <a:gd name="connsiteY78" fmla="*/ 600957 h 1647825"/>
                <a:gd name="connsiteX79" fmla="*/ 7144 w 885825"/>
                <a:gd name="connsiteY79" fmla="*/ 817174 h 1647825"/>
                <a:gd name="connsiteX80" fmla="*/ 164306 w 885825"/>
                <a:gd name="connsiteY80" fmla="*/ 1041964 h 1647825"/>
                <a:gd name="connsiteX81" fmla="*/ 174784 w 885825"/>
                <a:gd name="connsiteY81" fmla="*/ 1041964 h 1647825"/>
                <a:gd name="connsiteX82" fmla="*/ 346234 w 885825"/>
                <a:gd name="connsiteY82" fmla="*/ 870514 h 1647825"/>
                <a:gd name="connsiteX83" fmla="*/ 367189 w 885825"/>
                <a:gd name="connsiteY83" fmla="*/ 853369 h 1647825"/>
                <a:gd name="connsiteX84" fmla="*/ 382429 w 885825"/>
                <a:gd name="connsiteY84" fmla="*/ 871467 h 1647825"/>
                <a:gd name="connsiteX85" fmla="*/ 346234 w 885825"/>
                <a:gd name="connsiteY85" fmla="*/ 987672 h 1647825"/>
                <a:gd name="connsiteX86" fmla="*/ 350044 w 885825"/>
                <a:gd name="connsiteY86" fmla="*/ 1021009 h 1647825"/>
                <a:gd name="connsiteX87" fmla="*/ 360521 w 885825"/>
                <a:gd name="connsiteY87" fmla="*/ 1052442 h 1647825"/>
                <a:gd name="connsiteX88" fmla="*/ 451009 w 885825"/>
                <a:gd name="connsiteY88" fmla="*/ 1141024 h 1647825"/>
                <a:gd name="connsiteX89" fmla="*/ 482441 w 885825"/>
                <a:gd name="connsiteY89" fmla="*/ 1150549 h 1647825"/>
                <a:gd name="connsiteX90" fmla="*/ 516731 w 885825"/>
                <a:gd name="connsiteY90" fmla="*/ 1154359 h 1647825"/>
                <a:gd name="connsiteX91" fmla="*/ 688181 w 885825"/>
                <a:gd name="connsiteY91" fmla="*/ 982909 h 1647825"/>
                <a:gd name="connsiteX92" fmla="*/ 709136 w 885825"/>
                <a:gd name="connsiteY92" fmla="*/ 965764 h 1647825"/>
                <a:gd name="connsiteX93" fmla="*/ 724376 w 885825"/>
                <a:gd name="connsiteY93" fmla="*/ 983862 h 1647825"/>
                <a:gd name="connsiteX94" fmla="*/ 721519 w 885825"/>
                <a:gd name="connsiteY94" fmla="*/ 1017199 h 1647825"/>
                <a:gd name="connsiteX95" fmla="*/ 684371 w 885825"/>
                <a:gd name="connsiteY95" fmla="*/ 1105782 h 1647825"/>
                <a:gd name="connsiteX96" fmla="*/ 663416 w 885825"/>
                <a:gd name="connsiteY96" fmla="*/ 1129595 h 1647825"/>
                <a:gd name="connsiteX97" fmla="*/ 517684 w 885825"/>
                <a:gd name="connsiteY97" fmla="*/ 1189602 h 1647825"/>
                <a:gd name="connsiteX98" fmla="*/ 488156 w 885825"/>
                <a:gd name="connsiteY98" fmla="*/ 1187697 h 1647825"/>
                <a:gd name="connsiteX99" fmla="*/ 459581 w 885825"/>
                <a:gd name="connsiteY99" fmla="*/ 1181982 h 1647825"/>
                <a:gd name="connsiteX100" fmla="*/ 315754 w 885825"/>
                <a:gd name="connsiteY100" fmla="*/ 1023867 h 1647825"/>
                <a:gd name="connsiteX101" fmla="*/ 172879 w 885825"/>
                <a:gd name="connsiteY101" fmla="*/ 1185792 h 1647825"/>
                <a:gd name="connsiteX102" fmla="*/ 341471 w 885825"/>
                <a:gd name="connsiteY102" fmla="*/ 1345812 h 1647825"/>
                <a:gd name="connsiteX103" fmla="*/ 373856 w 885825"/>
                <a:gd name="connsiteY103" fmla="*/ 1348670 h 1647825"/>
                <a:gd name="connsiteX104" fmla="*/ 386239 w 885825"/>
                <a:gd name="connsiteY104" fmla="*/ 1348670 h 1647825"/>
                <a:gd name="connsiteX105" fmla="*/ 383381 w 885825"/>
                <a:gd name="connsiteY105" fmla="*/ 1369624 h 1647825"/>
                <a:gd name="connsiteX106" fmla="*/ 382429 w 885825"/>
                <a:gd name="connsiteY106" fmla="*/ 1391532 h 1647825"/>
                <a:gd name="connsiteX107" fmla="*/ 527209 w 885825"/>
                <a:gd name="connsiteY107" fmla="*/ 1625847 h 1647825"/>
                <a:gd name="connsiteX108" fmla="*/ 558641 w 885825"/>
                <a:gd name="connsiteY108" fmla="*/ 1636324 h 1647825"/>
                <a:gd name="connsiteX109" fmla="*/ 756761 w 885825"/>
                <a:gd name="connsiteY109" fmla="*/ 1596320 h 1647825"/>
                <a:gd name="connsiteX110" fmla="*/ 777716 w 885825"/>
                <a:gd name="connsiteY110" fmla="*/ 1584890 h 1647825"/>
                <a:gd name="connsiteX111" fmla="*/ 858679 w 885825"/>
                <a:gd name="connsiteY111" fmla="*/ 1491545 h 1647825"/>
                <a:gd name="connsiteX112" fmla="*/ 791051 w 885825"/>
                <a:gd name="connsiteY112" fmla="*/ 1321999 h 1647825"/>
                <a:gd name="connsiteX113" fmla="*/ 771049 w 885825"/>
                <a:gd name="connsiteY113" fmla="*/ 1318190 h 1647825"/>
                <a:gd name="connsiteX114" fmla="*/ 750094 w 885825"/>
                <a:gd name="connsiteY114" fmla="*/ 1317237 h 1647825"/>
                <a:gd name="connsiteX115" fmla="*/ 608171 w 885825"/>
                <a:gd name="connsiteY115" fmla="*/ 1392484 h 1647825"/>
                <a:gd name="connsiteX116" fmla="*/ 591979 w 885825"/>
                <a:gd name="connsiteY116" fmla="*/ 1422012 h 1647825"/>
                <a:gd name="connsiteX117" fmla="*/ 576739 w 885825"/>
                <a:gd name="connsiteY117" fmla="*/ 1497259 h 1647825"/>
                <a:gd name="connsiteX118" fmla="*/ 552926 w 885825"/>
                <a:gd name="connsiteY118" fmla="*/ 1501070 h 1647825"/>
                <a:gd name="connsiteX119" fmla="*/ 546259 w 885825"/>
                <a:gd name="connsiteY119" fmla="*/ 1447729 h 1647825"/>
                <a:gd name="connsiteX120" fmla="*/ 552926 w 885825"/>
                <a:gd name="connsiteY120" fmla="*/ 1422965 h 1647825"/>
                <a:gd name="connsiteX121" fmla="*/ 565309 w 885825"/>
                <a:gd name="connsiteY121" fmla="*/ 1393437 h 1647825"/>
                <a:gd name="connsiteX122" fmla="*/ 749141 w 885825"/>
                <a:gd name="connsiteY122" fmla="*/ 1281042 h 1647825"/>
                <a:gd name="connsiteX123" fmla="*/ 164306 w 885825"/>
                <a:gd name="connsiteY123" fmla="*/ 969574 h 1647825"/>
                <a:gd name="connsiteX124" fmla="*/ 140494 w 885825"/>
                <a:gd name="connsiteY124" fmla="*/ 968622 h 1647825"/>
                <a:gd name="connsiteX125" fmla="*/ 118586 w 885825"/>
                <a:gd name="connsiteY125" fmla="*/ 678109 h 1647825"/>
                <a:gd name="connsiteX126" fmla="*/ 133826 w 885825"/>
                <a:gd name="connsiteY126" fmla="*/ 661917 h 1647825"/>
                <a:gd name="connsiteX127" fmla="*/ 134779 w 885825"/>
                <a:gd name="connsiteY127" fmla="*/ 661917 h 1647825"/>
                <a:gd name="connsiteX128" fmla="*/ 153829 w 885825"/>
                <a:gd name="connsiteY128" fmla="*/ 691444 h 1647825"/>
                <a:gd name="connsiteX129" fmla="*/ 153829 w 885825"/>
                <a:gd name="connsiteY129" fmla="*/ 692397 h 1647825"/>
                <a:gd name="connsiteX130" fmla="*/ 146209 w 885825"/>
                <a:gd name="connsiteY130" fmla="*/ 700969 h 1647825"/>
                <a:gd name="connsiteX131" fmla="*/ 165259 w 885825"/>
                <a:gd name="connsiteY131" fmla="*/ 942904 h 1647825"/>
                <a:gd name="connsiteX132" fmla="*/ 164306 w 885825"/>
                <a:gd name="connsiteY132" fmla="*/ 969574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749141" y="1281042"/>
                  </a:moveTo>
                  <a:cubicBezTo>
                    <a:pt x="789146" y="1281042"/>
                    <a:pt x="827246" y="1292472"/>
                    <a:pt x="858679" y="1312474"/>
                  </a:cubicBezTo>
                  <a:cubicBezTo>
                    <a:pt x="858679" y="1312474"/>
                    <a:pt x="858679" y="1302949"/>
                    <a:pt x="858679" y="1287709"/>
                  </a:cubicBezTo>
                  <a:cubicBezTo>
                    <a:pt x="874871" y="1196270"/>
                    <a:pt x="875824" y="1101972"/>
                    <a:pt x="861536" y="1006722"/>
                  </a:cubicBezTo>
                  <a:cubicBezTo>
                    <a:pt x="859631" y="996244"/>
                    <a:pt x="857726" y="985767"/>
                    <a:pt x="855821" y="975289"/>
                  </a:cubicBezTo>
                  <a:cubicBezTo>
                    <a:pt x="847249" y="938142"/>
                    <a:pt x="828199" y="900042"/>
                    <a:pt x="791051" y="885754"/>
                  </a:cubicBezTo>
                  <a:cubicBezTo>
                    <a:pt x="784384" y="882897"/>
                    <a:pt x="777716" y="880992"/>
                    <a:pt x="770096" y="880039"/>
                  </a:cubicBezTo>
                  <a:cubicBezTo>
                    <a:pt x="762476" y="879087"/>
                    <a:pt x="753904" y="879087"/>
                    <a:pt x="745331" y="880039"/>
                  </a:cubicBezTo>
                  <a:cubicBezTo>
                    <a:pt x="736759" y="880992"/>
                    <a:pt x="727234" y="881944"/>
                    <a:pt x="718661" y="884802"/>
                  </a:cubicBezTo>
                  <a:cubicBezTo>
                    <a:pt x="651034" y="903852"/>
                    <a:pt x="611029" y="975289"/>
                    <a:pt x="630079" y="1042917"/>
                  </a:cubicBezTo>
                  <a:cubicBezTo>
                    <a:pt x="631984" y="1050537"/>
                    <a:pt x="627221" y="1059109"/>
                    <a:pt x="618649" y="1060062"/>
                  </a:cubicBezTo>
                  <a:cubicBezTo>
                    <a:pt x="611981" y="1061014"/>
                    <a:pt x="606266" y="1056252"/>
                    <a:pt x="604361" y="1049584"/>
                  </a:cubicBezTo>
                  <a:cubicBezTo>
                    <a:pt x="581501" y="967669"/>
                    <a:pt x="629126" y="881944"/>
                    <a:pt x="711041" y="859084"/>
                  </a:cubicBezTo>
                  <a:cubicBezTo>
                    <a:pt x="719614" y="856227"/>
                    <a:pt x="729139" y="855274"/>
                    <a:pt x="737711" y="854322"/>
                  </a:cubicBezTo>
                  <a:cubicBezTo>
                    <a:pt x="748189" y="854322"/>
                    <a:pt x="758666" y="855274"/>
                    <a:pt x="768191" y="857179"/>
                  </a:cubicBezTo>
                  <a:cubicBezTo>
                    <a:pt x="798671" y="853369"/>
                    <a:pt x="817721" y="891469"/>
                    <a:pt x="846296" y="891469"/>
                  </a:cubicBezTo>
                  <a:cubicBezTo>
                    <a:pt x="827246" y="834319"/>
                    <a:pt x="855821" y="767644"/>
                    <a:pt x="855821" y="707637"/>
                  </a:cubicBezTo>
                  <a:cubicBezTo>
                    <a:pt x="856774" y="699064"/>
                    <a:pt x="856774" y="690492"/>
                    <a:pt x="856774" y="681919"/>
                  </a:cubicBezTo>
                  <a:cubicBezTo>
                    <a:pt x="859631" y="671442"/>
                    <a:pt x="861536" y="660964"/>
                    <a:pt x="863441" y="650487"/>
                  </a:cubicBezTo>
                  <a:cubicBezTo>
                    <a:pt x="865346" y="640009"/>
                    <a:pt x="866299" y="629532"/>
                    <a:pt x="868204" y="619054"/>
                  </a:cubicBezTo>
                  <a:cubicBezTo>
                    <a:pt x="893921" y="510469"/>
                    <a:pt x="865346" y="415219"/>
                    <a:pt x="856774" y="311397"/>
                  </a:cubicBezTo>
                  <a:cubicBezTo>
                    <a:pt x="856774" y="300919"/>
                    <a:pt x="856774" y="290442"/>
                    <a:pt x="856774" y="280917"/>
                  </a:cubicBezTo>
                  <a:cubicBezTo>
                    <a:pt x="856774" y="243769"/>
                    <a:pt x="856774" y="220909"/>
                    <a:pt x="856774" y="220909"/>
                  </a:cubicBezTo>
                  <a:lnTo>
                    <a:pt x="854869" y="221862"/>
                  </a:lnTo>
                  <a:cubicBezTo>
                    <a:pt x="848201" y="162807"/>
                    <a:pt x="819626" y="109467"/>
                    <a:pt x="776764" y="71367"/>
                  </a:cubicBezTo>
                  <a:cubicBezTo>
                    <a:pt x="768191" y="63747"/>
                    <a:pt x="759619" y="57079"/>
                    <a:pt x="750094" y="50412"/>
                  </a:cubicBezTo>
                  <a:cubicBezTo>
                    <a:pt x="721519" y="31362"/>
                    <a:pt x="690086" y="18027"/>
                    <a:pt x="656749" y="12312"/>
                  </a:cubicBezTo>
                  <a:cubicBezTo>
                    <a:pt x="645319" y="10407"/>
                    <a:pt x="634841" y="9454"/>
                    <a:pt x="623411" y="8502"/>
                  </a:cubicBezTo>
                  <a:cubicBezTo>
                    <a:pt x="502444" y="-4833"/>
                    <a:pt x="359569" y="80892"/>
                    <a:pt x="391954" y="227577"/>
                  </a:cubicBezTo>
                  <a:cubicBezTo>
                    <a:pt x="395764" y="236149"/>
                    <a:pt x="399574" y="244722"/>
                    <a:pt x="405289" y="253294"/>
                  </a:cubicBezTo>
                  <a:cubicBezTo>
                    <a:pt x="427196" y="290442"/>
                    <a:pt x="474821" y="328542"/>
                    <a:pt x="520541" y="332352"/>
                  </a:cubicBezTo>
                  <a:cubicBezTo>
                    <a:pt x="530066" y="334257"/>
                    <a:pt x="540544" y="335209"/>
                    <a:pt x="551021" y="335209"/>
                  </a:cubicBezTo>
                  <a:cubicBezTo>
                    <a:pt x="633889" y="335209"/>
                    <a:pt x="702469" y="276154"/>
                    <a:pt x="718661" y="198049"/>
                  </a:cubicBezTo>
                  <a:cubicBezTo>
                    <a:pt x="720566" y="186619"/>
                    <a:pt x="722471" y="175189"/>
                    <a:pt x="722471" y="163759"/>
                  </a:cubicBezTo>
                  <a:cubicBezTo>
                    <a:pt x="722471" y="153282"/>
                    <a:pt x="731996" y="144709"/>
                    <a:pt x="743426" y="146614"/>
                  </a:cubicBezTo>
                  <a:cubicBezTo>
                    <a:pt x="751999" y="147567"/>
                    <a:pt x="758666" y="156139"/>
                    <a:pt x="758666" y="164712"/>
                  </a:cubicBezTo>
                  <a:cubicBezTo>
                    <a:pt x="758666" y="248532"/>
                    <a:pt x="708184" y="320922"/>
                    <a:pt x="635794" y="353307"/>
                  </a:cubicBezTo>
                  <a:cubicBezTo>
                    <a:pt x="664369" y="365689"/>
                    <a:pt x="689134" y="384739"/>
                    <a:pt x="708184" y="407599"/>
                  </a:cubicBezTo>
                  <a:cubicBezTo>
                    <a:pt x="714851" y="415219"/>
                    <a:pt x="720566" y="423792"/>
                    <a:pt x="726281" y="432364"/>
                  </a:cubicBezTo>
                  <a:cubicBezTo>
                    <a:pt x="771049" y="473322"/>
                    <a:pt x="761524" y="530472"/>
                    <a:pt x="757714" y="584764"/>
                  </a:cubicBezTo>
                  <a:cubicBezTo>
                    <a:pt x="755809" y="593337"/>
                    <a:pt x="753904" y="602862"/>
                    <a:pt x="751046" y="611434"/>
                  </a:cubicBezTo>
                  <a:cubicBezTo>
                    <a:pt x="748189" y="620007"/>
                    <a:pt x="745331" y="628579"/>
                    <a:pt x="741521" y="637152"/>
                  </a:cubicBezTo>
                  <a:cubicBezTo>
                    <a:pt x="737711" y="645724"/>
                    <a:pt x="732949" y="654297"/>
                    <a:pt x="727234" y="661917"/>
                  </a:cubicBezTo>
                  <a:cubicBezTo>
                    <a:pt x="716756" y="678109"/>
                    <a:pt x="703421" y="693349"/>
                    <a:pt x="687229" y="706684"/>
                  </a:cubicBezTo>
                  <a:cubicBezTo>
                    <a:pt x="689134" y="740974"/>
                    <a:pt x="709136" y="771454"/>
                    <a:pt x="737711" y="786694"/>
                  </a:cubicBezTo>
                  <a:cubicBezTo>
                    <a:pt x="744379" y="790504"/>
                    <a:pt x="752951" y="794314"/>
                    <a:pt x="760571" y="796219"/>
                  </a:cubicBezTo>
                  <a:cubicBezTo>
                    <a:pt x="771049" y="791457"/>
                    <a:pt x="780574" y="794314"/>
                    <a:pt x="788194" y="799077"/>
                  </a:cubicBezTo>
                  <a:cubicBezTo>
                    <a:pt x="810101" y="816222"/>
                    <a:pt x="800576" y="825747"/>
                    <a:pt x="783431" y="835272"/>
                  </a:cubicBezTo>
                  <a:cubicBezTo>
                    <a:pt x="773906" y="838129"/>
                    <a:pt x="762476" y="837177"/>
                    <a:pt x="752951" y="830509"/>
                  </a:cubicBezTo>
                  <a:cubicBezTo>
                    <a:pt x="743426" y="827652"/>
                    <a:pt x="733901" y="824794"/>
                    <a:pt x="724376" y="820032"/>
                  </a:cubicBezTo>
                  <a:cubicBezTo>
                    <a:pt x="689134" y="801934"/>
                    <a:pt x="662464" y="768597"/>
                    <a:pt x="653891" y="728592"/>
                  </a:cubicBezTo>
                  <a:cubicBezTo>
                    <a:pt x="559594" y="780027"/>
                    <a:pt x="439579" y="750499"/>
                    <a:pt x="381476" y="658107"/>
                  </a:cubicBezTo>
                  <a:cubicBezTo>
                    <a:pt x="376714" y="650487"/>
                    <a:pt x="377666" y="640962"/>
                    <a:pt x="384334" y="635247"/>
                  </a:cubicBezTo>
                  <a:cubicBezTo>
                    <a:pt x="392906" y="627627"/>
                    <a:pt x="405289" y="629532"/>
                    <a:pt x="411004" y="639057"/>
                  </a:cubicBezTo>
                  <a:cubicBezTo>
                    <a:pt x="440531" y="685729"/>
                    <a:pt x="490061" y="713352"/>
                    <a:pt x="541496" y="717162"/>
                  </a:cubicBezTo>
                  <a:cubicBezTo>
                    <a:pt x="545306" y="715257"/>
                    <a:pt x="548164" y="716209"/>
                    <a:pt x="552926" y="716209"/>
                  </a:cubicBezTo>
                  <a:cubicBezTo>
                    <a:pt x="611981" y="716209"/>
                    <a:pt x="663416" y="684777"/>
                    <a:pt x="693896" y="638104"/>
                  </a:cubicBezTo>
                  <a:cubicBezTo>
                    <a:pt x="699611" y="628579"/>
                    <a:pt x="705326" y="619054"/>
                    <a:pt x="710089" y="608577"/>
                  </a:cubicBezTo>
                  <a:cubicBezTo>
                    <a:pt x="732949" y="557142"/>
                    <a:pt x="723424" y="519042"/>
                    <a:pt x="710089" y="475227"/>
                  </a:cubicBezTo>
                  <a:cubicBezTo>
                    <a:pt x="705326" y="464749"/>
                    <a:pt x="700564" y="455224"/>
                    <a:pt x="693896" y="445699"/>
                  </a:cubicBezTo>
                  <a:cubicBezTo>
                    <a:pt x="663416" y="399979"/>
                    <a:pt x="611029" y="370452"/>
                    <a:pt x="551974" y="370452"/>
                  </a:cubicBezTo>
                  <a:cubicBezTo>
                    <a:pt x="546259" y="370452"/>
                    <a:pt x="539591" y="369499"/>
                    <a:pt x="532924" y="368547"/>
                  </a:cubicBezTo>
                  <a:cubicBezTo>
                    <a:pt x="485299" y="347592"/>
                    <a:pt x="440531" y="319017"/>
                    <a:pt x="397669" y="301872"/>
                  </a:cubicBezTo>
                  <a:cubicBezTo>
                    <a:pt x="389096" y="298062"/>
                    <a:pt x="380524" y="295204"/>
                    <a:pt x="371951" y="293299"/>
                  </a:cubicBezTo>
                  <a:cubicBezTo>
                    <a:pt x="294799" y="280917"/>
                    <a:pt x="209074" y="299967"/>
                    <a:pt x="180499" y="376167"/>
                  </a:cubicBezTo>
                  <a:cubicBezTo>
                    <a:pt x="170974" y="423792"/>
                    <a:pt x="161449" y="461892"/>
                    <a:pt x="175736" y="505707"/>
                  </a:cubicBezTo>
                  <a:cubicBezTo>
                    <a:pt x="177641" y="515232"/>
                    <a:pt x="179546" y="523804"/>
                    <a:pt x="181451" y="532377"/>
                  </a:cubicBezTo>
                  <a:cubicBezTo>
                    <a:pt x="186214" y="549522"/>
                    <a:pt x="193834" y="565714"/>
                    <a:pt x="202406" y="580954"/>
                  </a:cubicBezTo>
                  <a:cubicBezTo>
                    <a:pt x="207169" y="581907"/>
                    <a:pt x="211931" y="581907"/>
                    <a:pt x="217646" y="581907"/>
                  </a:cubicBezTo>
                  <a:cubicBezTo>
                    <a:pt x="225266" y="581907"/>
                    <a:pt x="231934" y="580954"/>
                    <a:pt x="239554" y="580002"/>
                  </a:cubicBezTo>
                  <a:cubicBezTo>
                    <a:pt x="247174" y="579049"/>
                    <a:pt x="253841" y="577144"/>
                    <a:pt x="260509" y="575239"/>
                  </a:cubicBezTo>
                  <a:cubicBezTo>
                    <a:pt x="305276" y="563809"/>
                    <a:pt x="330041" y="530472"/>
                    <a:pt x="344329" y="490467"/>
                  </a:cubicBezTo>
                  <a:cubicBezTo>
                    <a:pt x="347186" y="482847"/>
                    <a:pt x="350044" y="474274"/>
                    <a:pt x="351949" y="465702"/>
                  </a:cubicBezTo>
                  <a:cubicBezTo>
                    <a:pt x="361474" y="443794"/>
                    <a:pt x="361474" y="434269"/>
                    <a:pt x="361474" y="415219"/>
                  </a:cubicBezTo>
                  <a:cubicBezTo>
                    <a:pt x="370999" y="415219"/>
                    <a:pt x="390049" y="415219"/>
                    <a:pt x="390049" y="424744"/>
                  </a:cubicBezTo>
                  <a:cubicBezTo>
                    <a:pt x="399574" y="481894"/>
                    <a:pt x="361474" y="539044"/>
                    <a:pt x="325279" y="580954"/>
                  </a:cubicBezTo>
                  <a:cubicBezTo>
                    <a:pt x="317659" y="587622"/>
                    <a:pt x="310039" y="592384"/>
                    <a:pt x="301466" y="597147"/>
                  </a:cubicBezTo>
                  <a:cubicBezTo>
                    <a:pt x="276701" y="610482"/>
                    <a:pt x="248126" y="618102"/>
                    <a:pt x="218599" y="618102"/>
                  </a:cubicBezTo>
                  <a:cubicBezTo>
                    <a:pt x="191929" y="618102"/>
                    <a:pt x="168116" y="611434"/>
                    <a:pt x="145256" y="600957"/>
                  </a:cubicBezTo>
                  <a:cubicBezTo>
                    <a:pt x="64294" y="638104"/>
                    <a:pt x="7144" y="720972"/>
                    <a:pt x="7144" y="817174"/>
                  </a:cubicBezTo>
                  <a:cubicBezTo>
                    <a:pt x="7144" y="920044"/>
                    <a:pt x="72866" y="1008627"/>
                    <a:pt x="164306" y="1041964"/>
                  </a:cubicBezTo>
                  <a:cubicBezTo>
                    <a:pt x="168116" y="1041964"/>
                    <a:pt x="170974" y="1041964"/>
                    <a:pt x="174784" y="1041964"/>
                  </a:cubicBezTo>
                  <a:cubicBezTo>
                    <a:pt x="269081" y="1041964"/>
                    <a:pt x="346234" y="964812"/>
                    <a:pt x="346234" y="870514"/>
                  </a:cubicBezTo>
                  <a:cubicBezTo>
                    <a:pt x="346234" y="860037"/>
                    <a:pt x="355759" y="851464"/>
                    <a:pt x="367189" y="853369"/>
                  </a:cubicBezTo>
                  <a:cubicBezTo>
                    <a:pt x="375761" y="854322"/>
                    <a:pt x="382429" y="862894"/>
                    <a:pt x="382429" y="871467"/>
                  </a:cubicBezTo>
                  <a:cubicBezTo>
                    <a:pt x="382429" y="914329"/>
                    <a:pt x="369094" y="954334"/>
                    <a:pt x="346234" y="987672"/>
                  </a:cubicBezTo>
                  <a:cubicBezTo>
                    <a:pt x="346234" y="999102"/>
                    <a:pt x="348139" y="1010532"/>
                    <a:pt x="350044" y="1021009"/>
                  </a:cubicBezTo>
                  <a:cubicBezTo>
                    <a:pt x="352901" y="1031487"/>
                    <a:pt x="355759" y="1041964"/>
                    <a:pt x="360521" y="1052442"/>
                  </a:cubicBezTo>
                  <a:cubicBezTo>
                    <a:pt x="372904" y="1100067"/>
                    <a:pt x="401479" y="1128642"/>
                    <a:pt x="451009" y="1141024"/>
                  </a:cubicBezTo>
                  <a:cubicBezTo>
                    <a:pt x="461486" y="1144834"/>
                    <a:pt x="471964" y="1148645"/>
                    <a:pt x="482441" y="1150549"/>
                  </a:cubicBezTo>
                  <a:cubicBezTo>
                    <a:pt x="493871" y="1152454"/>
                    <a:pt x="504349" y="1154359"/>
                    <a:pt x="516731" y="1154359"/>
                  </a:cubicBezTo>
                  <a:cubicBezTo>
                    <a:pt x="611029" y="1154359"/>
                    <a:pt x="688181" y="1077207"/>
                    <a:pt x="688181" y="982909"/>
                  </a:cubicBezTo>
                  <a:cubicBezTo>
                    <a:pt x="688181" y="972432"/>
                    <a:pt x="697706" y="963859"/>
                    <a:pt x="709136" y="965764"/>
                  </a:cubicBezTo>
                  <a:cubicBezTo>
                    <a:pt x="717709" y="966717"/>
                    <a:pt x="724376" y="975289"/>
                    <a:pt x="724376" y="983862"/>
                  </a:cubicBezTo>
                  <a:cubicBezTo>
                    <a:pt x="724376" y="995292"/>
                    <a:pt x="723424" y="1006722"/>
                    <a:pt x="721519" y="1017199"/>
                  </a:cubicBezTo>
                  <a:cubicBezTo>
                    <a:pt x="725329" y="1052442"/>
                    <a:pt x="696754" y="1071492"/>
                    <a:pt x="684371" y="1105782"/>
                  </a:cubicBezTo>
                  <a:cubicBezTo>
                    <a:pt x="677704" y="1114354"/>
                    <a:pt x="671036" y="1121974"/>
                    <a:pt x="663416" y="1129595"/>
                  </a:cubicBezTo>
                  <a:cubicBezTo>
                    <a:pt x="626269" y="1166742"/>
                    <a:pt x="574834" y="1189602"/>
                    <a:pt x="517684" y="1189602"/>
                  </a:cubicBezTo>
                  <a:cubicBezTo>
                    <a:pt x="507206" y="1189602"/>
                    <a:pt x="497681" y="1188649"/>
                    <a:pt x="488156" y="1187697"/>
                  </a:cubicBezTo>
                  <a:cubicBezTo>
                    <a:pt x="478631" y="1186745"/>
                    <a:pt x="469106" y="1183887"/>
                    <a:pt x="459581" y="1181982"/>
                  </a:cubicBezTo>
                  <a:cubicBezTo>
                    <a:pt x="382429" y="1166742"/>
                    <a:pt x="334804" y="1100067"/>
                    <a:pt x="315754" y="1023867"/>
                  </a:cubicBezTo>
                  <a:cubicBezTo>
                    <a:pt x="249079" y="1071492"/>
                    <a:pt x="153829" y="1071492"/>
                    <a:pt x="172879" y="1185792"/>
                  </a:cubicBezTo>
                  <a:cubicBezTo>
                    <a:pt x="191929" y="1271517"/>
                    <a:pt x="258604" y="1338192"/>
                    <a:pt x="341471" y="1345812"/>
                  </a:cubicBezTo>
                  <a:cubicBezTo>
                    <a:pt x="351949" y="1347717"/>
                    <a:pt x="362426" y="1348670"/>
                    <a:pt x="373856" y="1348670"/>
                  </a:cubicBezTo>
                  <a:cubicBezTo>
                    <a:pt x="377666" y="1348670"/>
                    <a:pt x="381476" y="1348670"/>
                    <a:pt x="386239" y="1348670"/>
                  </a:cubicBezTo>
                  <a:cubicBezTo>
                    <a:pt x="385286" y="1355337"/>
                    <a:pt x="384334" y="1362957"/>
                    <a:pt x="383381" y="1369624"/>
                  </a:cubicBezTo>
                  <a:cubicBezTo>
                    <a:pt x="382429" y="1376292"/>
                    <a:pt x="382429" y="1383912"/>
                    <a:pt x="382429" y="1391532"/>
                  </a:cubicBezTo>
                  <a:cubicBezTo>
                    <a:pt x="373856" y="1500117"/>
                    <a:pt x="421481" y="1595367"/>
                    <a:pt x="527209" y="1625847"/>
                  </a:cubicBezTo>
                  <a:cubicBezTo>
                    <a:pt x="537686" y="1629657"/>
                    <a:pt x="548164" y="1633467"/>
                    <a:pt x="558641" y="1636324"/>
                  </a:cubicBezTo>
                  <a:cubicBezTo>
                    <a:pt x="623411" y="1652517"/>
                    <a:pt x="698659" y="1636324"/>
                    <a:pt x="756761" y="1596320"/>
                  </a:cubicBezTo>
                  <a:cubicBezTo>
                    <a:pt x="764381" y="1592509"/>
                    <a:pt x="771049" y="1588699"/>
                    <a:pt x="777716" y="1584890"/>
                  </a:cubicBezTo>
                  <a:cubicBezTo>
                    <a:pt x="812006" y="1563934"/>
                    <a:pt x="841534" y="1533454"/>
                    <a:pt x="858679" y="1491545"/>
                  </a:cubicBezTo>
                  <a:cubicBezTo>
                    <a:pt x="887254" y="1424870"/>
                    <a:pt x="877729" y="1339145"/>
                    <a:pt x="791051" y="1321999"/>
                  </a:cubicBezTo>
                  <a:cubicBezTo>
                    <a:pt x="784384" y="1320095"/>
                    <a:pt x="777716" y="1319142"/>
                    <a:pt x="771049" y="1318190"/>
                  </a:cubicBezTo>
                  <a:cubicBezTo>
                    <a:pt x="764381" y="1317237"/>
                    <a:pt x="757714" y="1317237"/>
                    <a:pt x="750094" y="1317237"/>
                  </a:cubicBezTo>
                  <a:cubicBezTo>
                    <a:pt x="691039" y="1317237"/>
                    <a:pt x="638651" y="1347717"/>
                    <a:pt x="608171" y="1392484"/>
                  </a:cubicBezTo>
                  <a:cubicBezTo>
                    <a:pt x="602456" y="1402009"/>
                    <a:pt x="596741" y="1411534"/>
                    <a:pt x="591979" y="1422012"/>
                  </a:cubicBezTo>
                  <a:cubicBezTo>
                    <a:pt x="577691" y="1445824"/>
                    <a:pt x="590074" y="1483924"/>
                    <a:pt x="576739" y="1497259"/>
                  </a:cubicBezTo>
                  <a:cubicBezTo>
                    <a:pt x="571976" y="1502022"/>
                    <a:pt x="565309" y="1503927"/>
                    <a:pt x="552926" y="1501070"/>
                  </a:cubicBezTo>
                  <a:cubicBezTo>
                    <a:pt x="543401" y="1482020"/>
                    <a:pt x="543401" y="1462970"/>
                    <a:pt x="546259" y="1447729"/>
                  </a:cubicBezTo>
                  <a:cubicBezTo>
                    <a:pt x="548164" y="1439157"/>
                    <a:pt x="551021" y="1430584"/>
                    <a:pt x="552926" y="1422965"/>
                  </a:cubicBezTo>
                  <a:cubicBezTo>
                    <a:pt x="556736" y="1412487"/>
                    <a:pt x="560546" y="1402962"/>
                    <a:pt x="565309" y="1393437"/>
                  </a:cubicBezTo>
                  <a:cubicBezTo>
                    <a:pt x="600551" y="1326762"/>
                    <a:pt x="669131" y="1281042"/>
                    <a:pt x="749141" y="1281042"/>
                  </a:cubicBezTo>
                  <a:close/>
                  <a:moveTo>
                    <a:pt x="164306" y="969574"/>
                  </a:moveTo>
                  <a:cubicBezTo>
                    <a:pt x="157639" y="975289"/>
                    <a:pt x="147161" y="975289"/>
                    <a:pt x="140494" y="968622"/>
                  </a:cubicBezTo>
                  <a:cubicBezTo>
                    <a:pt x="54769" y="894327"/>
                    <a:pt x="45244" y="763834"/>
                    <a:pt x="118586" y="678109"/>
                  </a:cubicBezTo>
                  <a:cubicBezTo>
                    <a:pt x="123349" y="672394"/>
                    <a:pt x="129064" y="667632"/>
                    <a:pt x="133826" y="661917"/>
                  </a:cubicBezTo>
                  <a:cubicBezTo>
                    <a:pt x="133826" y="661917"/>
                    <a:pt x="134779" y="661917"/>
                    <a:pt x="134779" y="661917"/>
                  </a:cubicBezTo>
                  <a:lnTo>
                    <a:pt x="153829" y="691444"/>
                  </a:lnTo>
                  <a:cubicBezTo>
                    <a:pt x="153829" y="691444"/>
                    <a:pt x="153829" y="691444"/>
                    <a:pt x="153829" y="692397"/>
                  </a:cubicBezTo>
                  <a:cubicBezTo>
                    <a:pt x="150971" y="695254"/>
                    <a:pt x="148114" y="698112"/>
                    <a:pt x="146209" y="700969"/>
                  </a:cubicBezTo>
                  <a:cubicBezTo>
                    <a:pt x="84296" y="772407"/>
                    <a:pt x="92869" y="880992"/>
                    <a:pt x="165259" y="942904"/>
                  </a:cubicBezTo>
                  <a:cubicBezTo>
                    <a:pt x="172879" y="949572"/>
                    <a:pt x="172879" y="961954"/>
                    <a:pt x="164306" y="9695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D0BD4CB-B29D-469B-BA05-B472758C801F}"/>
                </a:ext>
              </a:extLst>
            </p:cNvPr>
            <p:cNvSpPr/>
            <p:nvPr/>
          </p:nvSpPr>
          <p:spPr>
            <a:xfrm>
              <a:off x="8319409" y="2396187"/>
              <a:ext cx="885825" cy="1647825"/>
            </a:xfrm>
            <a:custGeom>
              <a:avLst/>
              <a:gdLst>
                <a:gd name="connsiteX0" fmla="*/ 320891 w 885825"/>
                <a:gd name="connsiteY0" fmla="*/ 1394389 h 1647825"/>
                <a:gd name="connsiteX1" fmla="*/ 333274 w 885825"/>
                <a:gd name="connsiteY1" fmla="*/ 1423917 h 1647825"/>
                <a:gd name="connsiteX2" fmla="*/ 339941 w 885825"/>
                <a:gd name="connsiteY2" fmla="*/ 1448682 h 1647825"/>
                <a:gd name="connsiteX3" fmla="*/ 333274 w 885825"/>
                <a:gd name="connsiteY3" fmla="*/ 1502022 h 1647825"/>
                <a:gd name="connsiteX4" fmla="*/ 309461 w 885825"/>
                <a:gd name="connsiteY4" fmla="*/ 1498212 h 1647825"/>
                <a:gd name="connsiteX5" fmla="*/ 294221 w 885825"/>
                <a:gd name="connsiteY5" fmla="*/ 1422964 h 1647825"/>
                <a:gd name="connsiteX6" fmla="*/ 278029 w 885825"/>
                <a:gd name="connsiteY6" fmla="*/ 1393437 h 1647825"/>
                <a:gd name="connsiteX7" fmla="*/ 136106 w 885825"/>
                <a:gd name="connsiteY7" fmla="*/ 1318189 h 1647825"/>
                <a:gd name="connsiteX8" fmla="*/ 115151 w 885825"/>
                <a:gd name="connsiteY8" fmla="*/ 1319142 h 1647825"/>
                <a:gd name="connsiteX9" fmla="*/ 95149 w 885825"/>
                <a:gd name="connsiteY9" fmla="*/ 1322952 h 1647825"/>
                <a:gd name="connsiteX10" fmla="*/ 27521 w 885825"/>
                <a:gd name="connsiteY10" fmla="*/ 1492497 h 1647825"/>
                <a:gd name="connsiteX11" fmla="*/ 108484 w 885825"/>
                <a:gd name="connsiteY11" fmla="*/ 1585842 h 1647825"/>
                <a:gd name="connsiteX12" fmla="*/ 129439 w 885825"/>
                <a:gd name="connsiteY12" fmla="*/ 1597272 h 1647825"/>
                <a:gd name="connsiteX13" fmla="*/ 327559 w 885825"/>
                <a:gd name="connsiteY13" fmla="*/ 1637277 h 1647825"/>
                <a:gd name="connsiteX14" fmla="*/ 358991 w 885825"/>
                <a:gd name="connsiteY14" fmla="*/ 1626800 h 1647825"/>
                <a:gd name="connsiteX15" fmla="*/ 503771 w 885825"/>
                <a:gd name="connsiteY15" fmla="*/ 1392484 h 1647825"/>
                <a:gd name="connsiteX16" fmla="*/ 502819 w 885825"/>
                <a:gd name="connsiteY16" fmla="*/ 1370577 h 1647825"/>
                <a:gd name="connsiteX17" fmla="*/ 499961 w 885825"/>
                <a:gd name="connsiteY17" fmla="*/ 1349622 h 1647825"/>
                <a:gd name="connsiteX18" fmla="*/ 512344 w 885825"/>
                <a:gd name="connsiteY18" fmla="*/ 1349622 h 1647825"/>
                <a:gd name="connsiteX19" fmla="*/ 544729 w 885825"/>
                <a:gd name="connsiteY19" fmla="*/ 1346764 h 1647825"/>
                <a:gd name="connsiteX20" fmla="*/ 713321 w 885825"/>
                <a:gd name="connsiteY20" fmla="*/ 1186744 h 1647825"/>
                <a:gd name="connsiteX21" fmla="*/ 570446 w 885825"/>
                <a:gd name="connsiteY21" fmla="*/ 1024819 h 1647825"/>
                <a:gd name="connsiteX22" fmla="*/ 426619 w 885825"/>
                <a:gd name="connsiteY22" fmla="*/ 1182934 h 1647825"/>
                <a:gd name="connsiteX23" fmla="*/ 398044 w 885825"/>
                <a:gd name="connsiteY23" fmla="*/ 1188650 h 1647825"/>
                <a:gd name="connsiteX24" fmla="*/ 368516 w 885825"/>
                <a:gd name="connsiteY24" fmla="*/ 1190554 h 1647825"/>
                <a:gd name="connsiteX25" fmla="*/ 222784 w 885825"/>
                <a:gd name="connsiteY25" fmla="*/ 1130547 h 1647825"/>
                <a:gd name="connsiteX26" fmla="*/ 201829 w 885825"/>
                <a:gd name="connsiteY26" fmla="*/ 1106734 h 1647825"/>
                <a:gd name="connsiteX27" fmla="*/ 164681 w 885825"/>
                <a:gd name="connsiteY27" fmla="*/ 1018152 h 1647825"/>
                <a:gd name="connsiteX28" fmla="*/ 161824 w 885825"/>
                <a:gd name="connsiteY28" fmla="*/ 984814 h 1647825"/>
                <a:gd name="connsiteX29" fmla="*/ 177064 w 885825"/>
                <a:gd name="connsiteY29" fmla="*/ 966717 h 1647825"/>
                <a:gd name="connsiteX30" fmla="*/ 198019 w 885825"/>
                <a:gd name="connsiteY30" fmla="*/ 983862 h 1647825"/>
                <a:gd name="connsiteX31" fmla="*/ 369469 w 885825"/>
                <a:gd name="connsiteY31" fmla="*/ 1155312 h 1647825"/>
                <a:gd name="connsiteX32" fmla="*/ 403759 w 885825"/>
                <a:gd name="connsiteY32" fmla="*/ 1151502 h 1647825"/>
                <a:gd name="connsiteX33" fmla="*/ 435191 w 885825"/>
                <a:gd name="connsiteY33" fmla="*/ 1141977 h 1647825"/>
                <a:gd name="connsiteX34" fmla="*/ 525679 w 885825"/>
                <a:gd name="connsiteY34" fmla="*/ 1053394 h 1647825"/>
                <a:gd name="connsiteX35" fmla="*/ 536156 w 885825"/>
                <a:gd name="connsiteY35" fmla="*/ 1021962 h 1647825"/>
                <a:gd name="connsiteX36" fmla="*/ 539966 w 885825"/>
                <a:gd name="connsiteY36" fmla="*/ 988624 h 1647825"/>
                <a:gd name="connsiteX37" fmla="*/ 503771 w 885825"/>
                <a:gd name="connsiteY37" fmla="*/ 872419 h 1647825"/>
                <a:gd name="connsiteX38" fmla="*/ 519011 w 885825"/>
                <a:gd name="connsiteY38" fmla="*/ 854322 h 1647825"/>
                <a:gd name="connsiteX39" fmla="*/ 539966 w 885825"/>
                <a:gd name="connsiteY39" fmla="*/ 871467 h 1647825"/>
                <a:gd name="connsiteX40" fmla="*/ 711416 w 885825"/>
                <a:gd name="connsiteY40" fmla="*/ 1042917 h 1647825"/>
                <a:gd name="connsiteX41" fmla="*/ 721894 w 885825"/>
                <a:gd name="connsiteY41" fmla="*/ 1042917 h 1647825"/>
                <a:gd name="connsiteX42" fmla="*/ 879056 w 885825"/>
                <a:gd name="connsiteY42" fmla="*/ 818127 h 1647825"/>
                <a:gd name="connsiteX43" fmla="*/ 739991 w 885825"/>
                <a:gd name="connsiteY43" fmla="*/ 600957 h 1647825"/>
                <a:gd name="connsiteX44" fmla="*/ 666649 w 885825"/>
                <a:gd name="connsiteY44" fmla="*/ 618102 h 1647825"/>
                <a:gd name="connsiteX45" fmla="*/ 583781 w 885825"/>
                <a:gd name="connsiteY45" fmla="*/ 597147 h 1647825"/>
                <a:gd name="connsiteX46" fmla="*/ 559969 w 885825"/>
                <a:gd name="connsiteY46" fmla="*/ 580954 h 1647825"/>
                <a:gd name="connsiteX47" fmla="*/ 495199 w 885825"/>
                <a:gd name="connsiteY47" fmla="*/ 424744 h 1647825"/>
                <a:gd name="connsiteX48" fmla="*/ 523774 w 885825"/>
                <a:gd name="connsiteY48" fmla="*/ 415219 h 1647825"/>
                <a:gd name="connsiteX49" fmla="*/ 533299 w 885825"/>
                <a:gd name="connsiteY49" fmla="*/ 465702 h 1647825"/>
                <a:gd name="connsiteX50" fmla="*/ 540919 w 885825"/>
                <a:gd name="connsiteY50" fmla="*/ 490467 h 1647825"/>
                <a:gd name="connsiteX51" fmla="*/ 624739 w 885825"/>
                <a:gd name="connsiteY51" fmla="*/ 575239 h 1647825"/>
                <a:gd name="connsiteX52" fmla="*/ 645694 w 885825"/>
                <a:gd name="connsiteY52" fmla="*/ 580002 h 1647825"/>
                <a:gd name="connsiteX53" fmla="*/ 667601 w 885825"/>
                <a:gd name="connsiteY53" fmla="*/ 581907 h 1647825"/>
                <a:gd name="connsiteX54" fmla="*/ 682841 w 885825"/>
                <a:gd name="connsiteY54" fmla="*/ 580954 h 1647825"/>
                <a:gd name="connsiteX55" fmla="*/ 703796 w 885825"/>
                <a:gd name="connsiteY55" fmla="*/ 532377 h 1647825"/>
                <a:gd name="connsiteX56" fmla="*/ 709511 w 885825"/>
                <a:gd name="connsiteY56" fmla="*/ 505707 h 1647825"/>
                <a:gd name="connsiteX57" fmla="*/ 704749 w 885825"/>
                <a:gd name="connsiteY57" fmla="*/ 376167 h 1647825"/>
                <a:gd name="connsiteX58" fmla="*/ 513296 w 885825"/>
                <a:gd name="connsiteY58" fmla="*/ 293299 h 1647825"/>
                <a:gd name="connsiteX59" fmla="*/ 487579 w 885825"/>
                <a:gd name="connsiteY59" fmla="*/ 301872 h 1647825"/>
                <a:gd name="connsiteX60" fmla="*/ 352324 w 885825"/>
                <a:gd name="connsiteY60" fmla="*/ 368547 h 1647825"/>
                <a:gd name="connsiteX61" fmla="*/ 333274 w 885825"/>
                <a:gd name="connsiteY61" fmla="*/ 370452 h 1647825"/>
                <a:gd name="connsiteX62" fmla="*/ 191351 w 885825"/>
                <a:gd name="connsiteY62" fmla="*/ 445699 h 1647825"/>
                <a:gd name="connsiteX63" fmla="*/ 175159 w 885825"/>
                <a:gd name="connsiteY63" fmla="*/ 475227 h 1647825"/>
                <a:gd name="connsiteX64" fmla="*/ 175159 w 885825"/>
                <a:gd name="connsiteY64" fmla="*/ 608577 h 1647825"/>
                <a:gd name="connsiteX65" fmla="*/ 191351 w 885825"/>
                <a:gd name="connsiteY65" fmla="*/ 638104 h 1647825"/>
                <a:gd name="connsiteX66" fmla="*/ 332321 w 885825"/>
                <a:gd name="connsiteY66" fmla="*/ 716209 h 1647825"/>
                <a:gd name="connsiteX67" fmla="*/ 343751 w 885825"/>
                <a:gd name="connsiteY67" fmla="*/ 717162 h 1647825"/>
                <a:gd name="connsiteX68" fmla="*/ 474244 w 885825"/>
                <a:gd name="connsiteY68" fmla="*/ 639057 h 1647825"/>
                <a:gd name="connsiteX69" fmla="*/ 500914 w 885825"/>
                <a:gd name="connsiteY69" fmla="*/ 635247 h 1647825"/>
                <a:gd name="connsiteX70" fmla="*/ 503771 w 885825"/>
                <a:gd name="connsiteY70" fmla="*/ 658107 h 1647825"/>
                <a:gd name="connsiteX71" fmla="*/ 231356 w 885825"/>
                <a:gd name="connsiteY71" fmla="*/ 728592 h 1647825"/>
                <a:gd name="connsiteX72" fmla="*/ 160871 w 885825"/>
                <a:gd name="connsiteY72" fmla="*/ 820032 h 1647825"/>
                <a:gd name="connsiteX73" fmla="*/ 132296 w 885825"/>
                <a:gd name="connsiteY73" fmla="*/ 830509 h 1647825"/>
                <a:gd name="connsiteX74" fmla="*/ 101816 w 885825"/>
                <a:gd name="connsiteY74" fmla="*/ 835272 h 1647825"/>
                <a:gd name="connsiteX75" fmla="*/ 97054 w 885825"/>
                <a:gd name="connsiteY75" fmla="*/ 799077 h 1647825"/>
                <a:gd name="connsiteX76" fmla="*/ 124676 w 885825"/>
                <a:gd name="connsiteY76" fmla="*/ 796219 h 1647825"/>
                <a:gd name="connsiteX77" fmla="*/ 147536 w 885825"/>
                <a:gd name="connsiteY77" fmla="*/ 786694 h 1647825"/>
                <a:gd name="connsiteX78" fmla="*/ 198019 w 885825"/>
                <a:gd name="connsiteY78" fmla="*/ 706684 h 1647825"/>
                <a:gd name="connsiteX79" fmla="*/ 158014 w 885825"/>
                <a:gd name="connsiteY79" fmla="*/ 661917 h 1647825"/>
                <a:gd name="connsiteX80" fmla="*/ 143726 w 885825"/>
                <a:gd name="connsiteY80" fmla="*/ 637152 h 1647825"/>
                <a:gd name="connsiteX81" fmla="*/ 134201 w 885825"/>
                <a:gd name="connsiteY81" fmla="*/ 611434 h 1647825"/>
                <a:gd name="connsiteX82" fmla="*/ 127534 w 885825"/>
                <a:gd name="connsiteY82" fmla="*/ 584764 h 1647825"/>
                <a:gd name="connsiteX83" fmla="*/ 158966 w 885825"/>
                <a:gd name="connsiteY83" fmla="*/ 432364 h 1647825"/>
                <a:gd name="connsiteX84" fmla="*/ 177064 w 885825"/>
                <a:gd name="connsiteY84" fmla="*/ 407599 h 1647825"/>
                <a:gd name="connsiteX85" fmla="*/ 249454 w 885825"/>
                <a:gd name="connsiteY85" fmla="*/ 353307 h 1647825"/>
                <a:gd name="connsiteX86" fmla="*/ 126581 w 885825"/>
                <a:gd name="connsiteY86" fmla="*/ 164712 h 1647825"/>
                <a:gd name="connsiteX87" fmla="*/ 141821 w 885825"/>
                <a:gd name="connsiteY87" fmla="*/ 146614 h 1647825"/>
                <a:gd name="connsiteX88" fmla="*/ 162776 w 885825"/>
                <a:gd name="connsiteY88" fmla="*/ 163759 h 1647825"/>
                <a:gd name="connsiteX89" fmla="*/ 166586 w 885825"/>
                <a:gd name="connsiteY89" fmla="*/ 198049 h 1647825"/>
                <a:gd name="connsiteX90" fmla="*/ 334226 w 885825"/>
                <a:gd name="connsiteY90" fmla="*/ 335209 h 1647825"/>
                <a:gd name="connsiteX91" fmla="*/ 364706 w 885825"/>
                <a:gd name="connsiteY91" fmla="*/ 332352 h 1647825"/>
                <a:gd name="connsiteX92" fmla="*/ 479959 w 885825"/>
                <a:gd name="connsiteY92" fmla="*/ 253294 h 1647825"/>
                <a:gd name="connsiteX93" fmla="*/ 493294 w 885825"/>
                <a:gd name="connsiteY93" fmla="*/ 227577 h 1647825"/>
                <a:gd name="connsiteX94" fmla="*/ 261836 w 885825"/>
                <a:gd name="connsiteY94" fmla="*/ 8502 h 1647825"/>
                <a:gd name="connsiteX95" fmla="*/ 228499 w 885825"/>
                <a:gd name="connsiteY95" fmla="*/ 12312 h 1647825"/>
                <a:gd name="connsiteX96" fmla="*/ 135154 w 885825"/>
                <a:gd name="connsiteY96" fmla="*/ 50412 h 1647825"/>
                <a:gd name="connsiteX97" fmla="*/ 108484 w 885825"/>
                <a:gd name="connsiteY97" fmla="*/ 71367 h 1647825"/>
                <a:gd name="connsiteX98" fmla="*/ 30379 w 885825"/>
                <a:gd name="connsiteY98" fmla="*/ 221862 h 1647825"/>
                <a:gd name="connsiteX99" fmla="*/ 28474 w 885825"/>
                <a:gd name="connsiteY99" fmla="*/ 220909 h 1647825"/>
                <a:gd name="connsiteX100" fmla="*/ 28474 w 885825"/>
                <a:gd name="connsiteY100" fmla="*/ 280917 h 1647825"/>
                <a:gd name="connsiteX101" fmla="*/ 28474 w 885825"/>
                <a:gd name="connsiteY101" fmla="*/ 311397 h 1647825"/>
                <a:gd name="connsiteX102" fmla="*/ 17044 w 885825"/>
                <a:gd name="connsiteY102" fmla="*/ 619054 h 1647825"/>
                <a:gd name="connsiteX103" fmla="*/ 21806 w 885825"/>
                <a:gd name="connsiteY103" fmla="*/ 650487 h 1647825"/>
                <a:gd name="connsiteX104" fmla="*/ 28474 w 885825"/>
                <a:gd name="connsiteY104" fmla="*/ 681919 h 1647825"/>
                <a:gd name="connsiteX105" fmla="*/ 29426 w 885825"/>
                <a:gd name="connsiteY105" fmla="*/ 707637 h 1647825"/>
                <a:gd name="connsiteX106" fmla="*/ 38951 w 885825"/>
                <a:gd name="connsiteY106" fmla="*/ 891469 h 1647825"/>
                <a:gd name="connsiteX107" fmla="*/ 117056 w 885825"/>
                <a:gd name="connsiteY107" fmla="*/ 857179 h 1647825"/>
                <a:gd name="connsiteX108" fmla="*/ 147536 w 885825"/>
                <a:gd name="connsiteY108" fmla="*/ 854322 h 1647825"/>
                <a:gd name="connsiteX109" fmla="*/ 174206 w 885825"/>
                <a:gd name="connsiteY109" fmla="*/ 859084 h 1647825"/>
                <a:gd name="connsiteX110" fmla="*/ 280886 w 885825"/>
                <a:gd name="connsiteY110" fmla="*/ 1049584 h 1647825"/>
                <a:gd name="connsiteX111" fmla="*/ 266599 w 885825"/>
                <a:gd name="connsiteY111" fmla="*/ 1060062 h 1647825"/>
                <a:gd name="connsiteX112" fmla="*/ 255169 w 885825"/>
                <a:gd name="connsiteY112" fmla="*/ 1042917 h 1647825"/>
                <a:gd name="connsiteX113" fmla="*/ 166586 w 885825"/>
                <a:gd name="connsiteY113" fmla="*/ 884802 h 1647825"/>
                <a:gd name="connsiteX114" fmla="*/ 139916 w 885825"/>
                <a:gd name="connsiteY114" fmla="*/ 880039 h 1647825"/>
                <a:gd name="connsiteX115" fmla="*/ 115151 w 885825"/>
                <a:gd name="connsiteY115" fmla="*/ 880039 h 1647825"/>
                <a:gd name="connsiteX116" fmla="*/ 94196 w 885825"/>
                <a:gd name="connsiteY116" fmla="*/ 885754 h 1647825"/>
                <a:gd name="connsiteX117" fmla="*/ 29426 w 885825"/>
                <a:gd name="connsiteY117" fmla="*/ 975289 h 1647825"/>
                <a:gd name="connsiteX118" fmla="*/ 23711 w 885825"/>
                <a:gd name="connsiteY118" fmla="*/ 1006722 h 1647825"/>
                <a:gd name="connsiteX119" fmla="*/ 26569 w 885825"/>
                <a:gd name="connsiteY119" fmla="*/ 1287709 h 1647825"/>
                <a:gd name="connsiteX120" fmla="*/ 26569 w 885825"/>
                <a:gd name="connsiteY120" fmla="*/ 1312475 h 1647825"/>
                <a:gd name="connsiteX121" fmla="*/ 136106 w 885825"/>
                <a:gd name="connsiteY121" fmla="*/ 1281042 h 1647825"/>
                <a:gd name="connsiteX122" fmla="*/ 320891 w 885825"/>
                <a:gd name="connsiteY122" fmla="*/ 1394389 h 1647825"/>
                <a:gd name="connsiteX123" fmla="*/ 721894 w 885825"/>
                <a:gd name="connsiteY123" fmla="*/ 944809 h 1647825"/>
                <a:gd name="connsiteX124" fmla="*/ 740944 w 885825"/>
                <a:gd name="connsiteY124" fmla="*/ 702874 h 1647825"/>
                <a:gd name="connsiteX125" fmla="*/ 733324 w 885825"/>
                <a:gd name="connsiteY125" fmla="*/ 694302 h 1647825"/>
                <a:gd name="connsiteX126" fmla="*/ 733324 w 885825"/>
                <a:gd name="connsiteY126" fmla="*/ 693349 h 1647825"/>
                <a:gd name="connsiteX127" fmla="*/ 752374 w 885825"/>
                <a:gd name="connsiteY127" fmla="*/ 663822 h 1647825"/>
                <a:gd name="connsiteX128" fmla="*/ 753326 w 885825"/>
                <a:gd name="connsiteY128" fmla="*/ 663822 h 1647825"/>
                <a:gd name="connsiteX129" fmla="*/ 768566 w 885825"/>
                <a:gd name="connsiteY129" fmla="*/ 680014 h 1647825"/>
                <a:gd name="connsiteX130" fmla="*/ 746659 w 885825"/>
                <a:gd name="connsiteY130" fmla="*/ 970527 h 1647825"/>
                <a:gd name="connsiteX131" fmla="*/ 722846 w 885825"/>
                <a:gd name="connsiteY131" fmla="*/ 971479 h 1647825"/>
                <a:gd name="connsiteX132" fmla="*/ 721894 w 885825"/>
                <a:gd name="connsiteY132" fmla="*/ 944809 h 164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885825" h="1647825">
                  <a:moveTo>
                    <a:pt x="320891" y="1394389"/>
                  </a:moveTo>
                  <a:cubicBezTo>
                    <a:pt x="325654" y="1403914"/>
                    <a:pt x="330416" y="1413439"/>
                    <a:pt x="333274" y="1423917"/>
                  </a:cubicBezTo>
                  <a:cubicBezTo>
                    <a:pt x="336131" y="1431537"/>
                    <a:pt x="338036" y="1440109"/>
                    <a:pt x="339941" y="1448682"/>
                  </a:cubicBezTo>
                  <a:cubicBezTo>
                    <a:pt x="342799" y="1463922"/>
                    <a:pt x="342799" y="1482972"/>
                    <a:pt x="333274" y="1502022"/>
                  </a:cubicBezTo>
                  <a:cubicBezTo>
                    <a:pt x="320891" y="1503927"/>
                    <a:pt x="314224" y="1502022"/>
                    <a:pt x="309461" y="1498212"/>
                  </a:cubicBezTo>
                  <a:cubicBezTo>
                    <a:pt x="296126" y="1484877"/>
                    <a:pt x="308509" y="1446777"/>
                    <a:pt x="294221" y="1422964"/>
                  </a:cubicBezTo>
                  <a:cubicBezTo>
                    <a:pt x="289459" y="1412487"/>
                    <a:pt x="284696" y="1402962"/>
                    <a:pt x="278029" y="1393437"/>
                  </a:cubicBezTo>
                  <a:cubicBezTo>
                    <a:pt x="247549" y="1347717"/>
                    <a:pt x="195161" y="1318189"/>
                    <a:pt x="136106" y="1318189"/>
                  </a:cubicBezTo>
                  <a:cubicBezTo>
                    <a:pt x="129439" y="1318189"/>
                    <a:pt x="121819" y="1318189"/>
                    <a:pt x="115151" y="1319142"/>
                  </a:cubicBezTo>
                  <a:cubicBezTo>
                    <a:pt x="108484" y="1320095"/>
                    <a:pt x="101816" y="1321047"/>
                    <a:pt x="95149" y="1322952"/>
                  </a:cubicBezTo>
                  <a:cubicBezTo>
                    <a:pt x="8471" y="1340097"/>
                    <a:pt x="-1054" y="1425822"/>
                    <a:pt x="27521" y="1492497"/>
                  </a:cubicBezTo>
                  <a:cubicBezTo>
                    <a:pt x="45619" y="1534407"/>
                    <a:pt x="74194" y="1564887"/>
                    <a:pt x="108484" y="1585842"/>
                  </a:cubicBezTo>
                  <a:cubicBezTo>
                    <a:pt x="115151" y="1589652"/>
                    <a:pt x="122771" y="1593462"/>
                    <a:pt x="129439" y="1597272"/>
                  </a:cubicBezTo>
                  <a:cubicBezTo>
                    <a:pt x="187541" y="1637277"/>
                    <a:pt x="262789" y="1653470"/>
                    <a:pt x="327559" y="1637277"/>
                  </a:cubicBezTo>
                  <a:cubicBezTo>
                    <a:pt x="338036" y="1634420"/>
                    <a:pt x="348514" y="1631562"/>
                    <a:pt x="358991" y="1626800"/>
                  </a:cubicBezTo>
                  <a:cubicBezTo>
                    <a:pt x="464719" y="1596320"/>
                    <a:pt x="512344" y="1501070"/>
                    <a:pt x="503771" y="1392484"/>
                  </a:cubicBezTo>
                  <a:cubicBezTo>
                    <a:pt x="503771" y="1384864"/>
                    <a:pt x="503771" y="1378197"/>
                    <a:pt x="502819" y="1370577"/>
                  </a:cubicBezTo>
                  <a:cubicBezTo>
                    <a:pt x="501866" y="1362957"/>
                    <a:pt x="500914" y="1356289"/>
                    <a:pt x="499961" y="1349622"/>
                  </a:cubicBezTo>
                  <a:cubicBezTo>
                    <a:pt x="503771" y="1349622"/>
                    <a:pt x="507581" y="1349622"/>
                    <a:pt x="512344" y="1349622"/>
                  </a:cubicBezTo>
                  <a:cubicBezTo>
                    <a:pt x="522821" y="1349622"/>
                    <a:pt x="534251" y="1348670"/>
                    <a:pt x="544729" y="1346764"/>
                  </a:cubicBezTo>
                  <a:cubicBezTo>
                    <a:pt x="627596" y="1339145"/>
                    <a:pt x="694271" y="1272470"/>
                    <a:pt x="713321" y="1186744"/>
                  </a:cubicBezTo>
                  <a:cubicBezTo>
                    <a:pt x="732371" y="1072444"/>
                    <a:pt x="637121" y="1072444"/>
                    <a:pt x="570446" y="1024819"/>
                  </a:cubicBezTo>
                  <a:cubicBezTo>
                    <a:pt x="551396" y="1101019"/>
                    <a:pt x="503771" y="1167694"/>
                    <a:pt x="426619" y="1182934"/>
                  </a:cubicBezTo>
                  <a:cubicBezTo>
                    <a:pt x="417094" y="1185792"/>
                    <a:pt x="407569" y="1187697"/>
                    <a:pt x="398044" y="1188650"/>
                  </a:cubicBezTo>
                  <a:cubicBezTo>
                    <a:pt x="388519" y="1189602"/>
                    <a:pt x="378994" y="1190554"/>
                    <a:pt x="368516" y="1190554"/>
                  </a:cubicBezTo>
                  <a:cubicBezTo>
                    <a:pt x="311366" y="1190554"/>
                    <a:pt x="259931" y="1167694"/>
                    <a:pt x="222784" y="1130547"/>
                  </a:cubicBezTo>
                  <a:cubicBezTo>
                    <a:pt x="215164" y="1122927"/>
                    <a:pt x="208496" y="1115307"/>
                    <a:pt x="201829" y="1106734"/>
                  </a:cubicBezTo>
                  <a:cubicBezTo>
                    <a:pt x="189446" y="1072444"/>
                    <a:pt x="160871" y="1053394"/>
                    <a:pt x="164681" y="1018152"/>
                  </a:cubicBezTo>
                  <a:cubicBezTo>
                    <a:pt x="162776" y="1007674"/>
                    <a:pt x="161824" y="996244"/>
                    <a:pt x="161824" y="984814"/>
                  </a:cubicBezTo>
                  <a:cubicBezTo>
                    <a:pt x="161824" y="976242"/>
                    <a:pt x="168491" y="967669"/>
                    <a:pt x="177064" y="966717"/>
                  </a:cubicBezTo>
                  <a:cubicBezTo>
                    <a:pt x="188494" y="964812"/>
                    <a:pt x="198019" y="973384"/>
                    <a:pt x="198019" y="983862"/>
                  </a:cubicBezTo>
                  <a:cubicBezTo>
                    <a:pt x="198019" y="1078159"/>
                    <a:pt x="275171" y="1155312"/>
                    <a:pt x="369469" y="1155312"/>
                  </a:cubicBezTo>
                  <a:cubicBezTo>
                    <a:pt x="380899" y="1155312"/>
                    <a:pt x="392329" y="1154359"/>
                    <a:pt x="403759" y="1151502"/>
                  </a:cubicBezTo>
                  <a:cubicBezTo>
                    <a:pt x="415189" y="1149597"/>
                    <a:pt x="425666" y="1145787"/>
                    <a:pt x="435191" y="1141977"/>
                  </a:cubicBezTo>
                  <a:cubicBezTo>
                    <a:pt x="485674" y="1129594"/>
                    <a:pt x="514249" y="1101019"/>
                    <a:pt x="525679" y="1053394"/>
                  </a:cubicBezTo>
                  <a:cubicBezTo>
                    <a:pt x="530441" y="1042917"/>
                    <a:pt x="533299" y="1032439"/>
                    <a:pt x="536156" y="1021962"/>
                  </a:cubicBezTo>
                  <a:cubicBezTo>
                    <a:pt x="539014" y="1011484"/>
                    <a:pt x="539966" y="1000054"/>
                    <a:pt x="539966" y="988624"/>
                  </a:cubicBezTo>
                  <a:cubicBezTo>
                    <a:pt x="517106" y="955287"/>
                    <a:pt x="503771" y="915282"/>
                    <a:pt x="503771" y="872419"/>
                  </a:cubicBezTo>
                  <a:cubicBezTo>
                    <a:pt x="503771" y="863847"/>
                    <a:pt x="510439" y="855274"/>
                    <a:pt x="519011" y="854322"/>
                  </a:cubicBezTo>
                  <a:cubicBezTo>
                    <a:pt x="530441" y="852417"/>
                    <a:pt x="539966" y="860989"/>
                    <a:pt x="539966" y="871467"/>
                  </a:cubicBezTo>
                  <a:cubicBezTo>
                    <a:pt x="539966" y="965764"/>
                    <a:pt x="617119" y="1042917"/>
                    <a:pt x="711416" y="1042917"/>
                  </a:cubicBezTo>
                  <a:cubicBezTo>
                    <a:pt x="715226" y="1042917"/>
                    <a:pt x="718084" y="1042917"/>
                    <a:pt x="721894" y="1042917"/>
                  </a:cubicBezTo>
                  <a:cubicBezTo>
                    <a:pt x="813334" y="1009579"/>
                    <a:pt x="879056" y="921949"/>
                    <a:pt x="879056" y="818127"/>
                  </a:cubicBezTo>
                  <a:cubicBezTo>
                    <a:pt x="879056" y="721924"/>
                    <a:pt x="821906" y="639057"/>
                    <a:pt x="739991" y="600957"/>
                  </a:cubicBezTo>
                  <a:cubicBezTo>
                    <a:pt x="718084" y="612387"/>
                    <a:pt x="693319" y="618102"/>
                    <a:pt x="666649" y="618102"/>
                  </a:cubicBezTo>
                  <a:cubicBezTo>
                    <a:pt x="637121" y="618102"/>
                    <a:pt x="608546" y="610482"/>
                    <a:pt x="583781" y="597147"/>
                  </a:cubicBezTo>
                  <a:cubicBezTo>
                    <a:pt x="575209" y="592384"/>
                    <a:pt x="567589" y="587622"/>
                    <a:pt x="559969" y="580954"/>
                  </a:cubicBezTo>
                  <a:cubicBezTo>
                    <a:pt x="523774" y="539044"/>
                    <a:pt x="485674" y="481894"/>
                    <a:pt x="495199" y="424744"/>
                  </a:cubicBezTo>
                  <a:cubicBezTo>
                    <a:pt x="495199" y="415219"/>
                    <a:pt x="514249" y="415219"/>
                    <a:pt x="523774" y="415219"/>
                  </a:cubicBezTo>
                  <a:cubicBezTo>
                    <a:pt x="523774" y="434269"/>
                    <a:pt x="523774" y="443794"/>
                    <a:pt x="533299" y="465702"/>
                  </a:cubicBezTo>
                  <a:cubicBezTo>
                    <a:pt x="535204" y="474274"/>
                    <a:pt x="538061" y="482847"/>
                    <a:pt x="540919" y="490467"/>
                  </a:cubicBezTo>
                  <a:cubicBezTo>
                    <a:pt x="555206" y="530472"/>
                    <a:pt x="579019" y="564762"/>
                    <a:pt x="624739" y="575239"/>
                  </a:cubicBezTo>
                  <a:cubicBezTo>
                    <a:pt x="631406" y="577144"/>
                    <a:pt x="639026" y="579049"/>
                    <a:pt x="645694" y="580002"/>
                  </a:cubicBezTo>
                  <a:cubicBezTo>
                    <a:pt x="653314" y="580954"/>
                    <a:pt x="659981" y="581907"/>
                    <a:pt x="667601" y="581907"/>
                  </a:cubicBezTo>
                  <a:cubicBezTo>
                    <a:pt x="672364" y="581907"/>
                    <a:pt x="677126" y="581907"/>
                    <a:pt x="682841" y="580954"/>
                  </a:cubicBezTo>
                  <a:cubicBezTo>
                    <a:pt x="692366" y="565714"/>
                    <a:pt x="699034" y="549522"/>
                    <a:pt x="703796" y="532377"/>
                  </a:cubicBezTo>
                  <a:cubicBezTo>
                    <a:pt x="706654" y="523804"/>
                    <a:pt x="708559" y="515232"/>
                    <a:pt x="709511" y="505707"/>
                  </a:cubicBezTo>
                  <a:cubicBezTo>
                    <a:pt x="723799" y="461892"/>
                    <a:pt x="714274" y="423792"/>
                    <a:pt x="704749" y="376167"/>
                  </a:cubicBezTo>
                  <a:cubicBezTo>
                    <a:pt x="676174" y="299967"/>
                    <a:pt x="590449" y="280917"/>
                    <a:pt x="513296" y="293299"/>
                  </a:cubicBezTo>
                  <a:cubicBezTo>
                    <a:pt x="504724" y="295204"/>
                    <a:pt x="496151" y="299014"/>
                    <a:pt x="487579" y="301872"/>
                  </a:cubicBezTo>
                  <a:cubicBezTo>
                    <a:pt x="444716" y="319017"/>
                    <a:pt x="399949" y="347592"/>
                    <a:pt x="352324" y="368547"/>
                  </a:cubicBezTo>
                  <a:cubicBezTo>
                    <a:pt x="345656" y="369499"/>
                    <a:pt x="338989" y="370452"/>
                    <a:pt x="333274" y="370452"/>
                  </a:cubicBezTo>
                  <a:cubicBezTo>
                    <a:pt x="274219" y="370452"/>
                    <a:pt x="221831" y="400932"/>
                    <a:pt x="191351" y="445699"/>
                  </a:cubicBezTo>
                  <a:cubicBezTo>
                    <a:pt x="185636" y="455224"/>
                    <a:pt x="179921" y="464749"/>
                    <a:pt x="175159" y="475227"/>
                  </a:cubicBezTo>
                  <a:cubicBezTo>
                    <a:pt x="161824" y="519042"/>
                    <a:pt x="152299" y="557142"/>
                    <a:pt x="175159" y="608577"/>
                  </a:cubicBezTo>
                  <a:cubicBezTo>
                    <a:pt x="179921" y="619054"/>
                    <a:pt x="184684" y="628579"/>
                    <a:pt x="191351" y="638104"/>
                  </a:cubicBezTo>
                  <a:cubicBezTo>
                    <a:pt x="221831" y="684777"/>
                    <a:pt x="274219" y="715257"/>
                    <a:pt x="332321" y="716209"/>
                  </a:cubicBezTo>
                  <a:cubicBezTo>
                    <a:pt x="336131" y="716209"/>
                    <a:pt x="339941" y="714304"/>
                    <a:pt x="343751" y="717162"/>
                  </a:cubicBezTo>
                  <a:cubicBezTo>
                    <a:pt x="395186" y="712399"/>
                    <a:pt x="444716" y="685729"/>
                    <a:pt x="474244" y="639057"/>
                  </a:cubicBezTo>
                  <a:cubicBezTo>
                    <a:pt x="479959" y="630484"/>
                    <a:pt x="492341" y="627627"/>
                    <a:pt x="500914" y="635247"/>
                  </a:cubicBezTo>
                  <a:cubicBezTo>
                    <a:pt x="507581" y="640962"/>
                    <a:pt x="508534" y="651439"/>
                    <a:pt x="503771" y="658107"/>
                  </a:cubicBezTo>
                  <a:cubicBezTo>
                    <a:pt x="444716" y="749547"/>
                    <a:pt x="325654" y="779074"/>
                    <a:pt x="231356" y="728592"/>
                  </a:cubicBezTo>
                  <a:cubicBezTo>
                    <a:pt x="222784" y="768597"/>
                    <a:pt x="196114" y="801934"/>
                    <a:pt x="160871" y="820032"/>
                  </a:cubicBezTo>
                  <a:cubicBezTo>
                    <a:pt x="152299" y="824794"/>
                    <a:pt x="142774" y="828604"/>
                    <a:pt x="132296" y="830509"/>
                  </a:cubicBezTo>
                  <a:cubicBezTo>
                    <a:pt x="123724" y="837177"/>
                    <a:pt x="111341" y="838129"/>
                    <a:pt x="101816" y="835272"/>
                  </a:cubicBezTo>
                  <a:cubicBezTo>
                    <a:pt x="85624" y="824794"/>
                    <a:pt x="76099" y="815269"/>
                    <a:pt x="97054" y="799077"/>
                  </a:cubicBezTo>
                  <a:cubicBezTo>
                    <a:pt x="104674" y="794314"/>
                    <a:pt x="114199" y="791457"/>
                    <a:pt x="124676" y="796219"/>
                  </a:cubicBezTo>
                  <a:cubicBezTo>
                    <a:pt x="132296" y="794314"/>
                    <a:pt x="140869" y="790504"/>
                    <a:pt x="147536" y="786694"/>
                  </a:cubicBezTo>
                  <a:cubicBezTo>
                    <a:pt x="176111" y="770502"/>
                    <a:pt x="196114" y="740974"/>
                    <a:pt x="198019" y="706684"/>
                  </a:cubicBezTo>
                  <a:cubicBezTo>
                    <a:pt x="181826" y="693349"/>
                    <a:pt x="168491" y="678109"/>
                    <a:pt x="158014" y="661917"/>
                  </a:cubicBezTo>
                  <a:cubicBezTo>
                    <a:pt x="152299" y="653344"/>
                    <a:pt x="147536" y="645724"/>
                    <a:pt x="143726" y="637152"/>
                  </a:cubicBezTo>
                  <a:cubicBezTo>
                    <a:pt x="139916" y="628579"/>
                    <a:pt x="137059" y="620007"/>
                    <a:pt x="134201" y="611434"/>
                  </a:cubicBezTo>
                  <a:cubicBezTo>
                    <a:pt x="131344" y="602862"/>
                    <a:pt x="129439" y="593337"/>
                    <a:pt x="127534" y="584764"/>
                  </a:cubicBezTo>
                  <a:cubicBezTo>
                    <a:pt x="123724" y="530472"/>
                    <a:pt x="114199" y="473322"/>
                    <a:pt x="158966" y="432364"/>
                  </a:cubicBezTo>
                  <a:cubicBezTo>
                    <a:pt x="164681" y="423792"/>
                    <a:pt x="170396" y="415219"/>
                    <a:pt x="177064" y="407599"/>
                  </a:cubicBezTo>
                  <a:cubicBezTo>
                    <a:pt x="197066" y="384739"/>
                    <a:pt x="221831" y="365689"/>
                    <a:pt x="249454" y="353307"/>
                  </a:cubicBezTo>
                  <a:cubicBezTo>
                    <a:pt x="177064" y="320922"/>
                    <a:pt x="126581" y="248532"/>
                    <a:pt x="126581" y="164712"/>
                  </a:cubicBezTo>
                  <a:cubicBezTo>
                    <a:pt x="126581" y="156139"/>
                    <a:pt x="133249" y="147567"/>
                    <a:pt x="141821" y="146614"/>
                  </a:cubicBezTo>
                  <a:cubicBezTo>
                    <a:pt x="153251" y="144709"/>
                    <a:pt x="162776" y="153282"/>
                    <a:pt x="162776" y="163759"/>
                  </a:cubicBezTo>
                  <a:cubicBezTo>
                    <a:pt x="162776" y="175189"/>
                    <a:pt x="163729" y="187572"/>
                    <a:pt x="166586" y="198049"/>
                  </a:cubicBezTo>
                  <a:cubicBezTo>
                    <a:pt x="182779" y="276154"/>
                    <a:pt x="251359" y="335209"/>
                    <a:pt x="334226" y="335209"/>
                  </a:cubicBezTo>
                  <a:cubicBezTo>
                    <a:pt x="344704" y="335209"/>
                    <a:pt x="354229" y="334257"/>
                    <a:pt x="364706" y="332352"/>
                  </a:cubicBezTo>
                  <a:cubicBezTo>
                    <a:pt x="410426" y="328542"/>
                    <a:pt x="458051" y="290442"/>
                    <a:pt x="479959" y="253294"/>
                  </a:cubicBezTo>
                  <a:cubicBezTo>
                    <a:pt x="484721" y="244722"/>
                    <a:pt x="489484" y="236149"/>
                    <a:pt x="493294" y="227577"/>
                  </a:cubicBezTo>
                  <a:cubicBezTo>
                    <a:pt x="524726" y="80892"/>
                    <a:pt x="381851" y="-4833"/>
                    <a:pt x="261836" y="8502"/>
                  </a:cubicBezTo>
                  <a:cubicBezTo>
                    <a:pt x="250406" y="8502"/>
                    <a:pt x="239929" y="10407"/>
                    <a:pt x="228499" y="12312"/>
                  </a:cubicBezTo>
                  <a:cubicBezTo>
                    <a:pt x="195161" y="18027"/>
                    <a:pt x="163729" y="30409"/>
                    <a:pt x="135154" y="50412"/>
                  </a:cubicBezTo>
                  <a:cubicBezTo>
                    <a:pt x="125629" y="57079"/>
                    <a:pt x="117056" y="63747"/>
                    <a:pt x="108484" y="71367"/>
                  </a:cubicBezTo>
                  <a:cubicBezTo>
                    <a:pt x="66574" y="109467"/>
                    <a:pt x="37046" y="161854"/>
                    <a:pt x="30379" y="221862"/>
                  </a:cubicBezTo>
                  <a:lnTo>
                    <a:pt x="28474" y="220909"/>
                  </a:lnTo>
                  <a:cubicBezTo>
                    <a:pt x="28474" y="220909"/>
                    <a:pt x="28474" y="243769"/>
                    <a:pt x="28474" y="280917"/>
                  </a:cubicBezTo>
                  <a:cubicBezTo>
                    <a:pt x="28474" y="290442"/>
                    <a:pt x="28474" y="299967"/>
                    <a:pt x="28474" y="311397"/>
                  </a:cubicBezTo>
                  <a:cubicBezTo>
                    <a:pt x="20854" y="415219"/>
                    <a:pt x="-7721" y="510469"/>
                    <a:pt x="17044" y="619054"/>
                  </a:cubicBezTo>
                  <a:cubicBezTo>
                    <a:pt x="17996" y="629532"/>
                    <a:pt x="19901" y="640009"/>
                    <a:pt x="21806" y="650487"/>
                  </a:cubicBezTo>
                  <a:cubicBezTo>
                    <a:pt x="23711" y="660964"/>
                    <a:pt x="25616" y="671442"/>
                    <a:pt x="28474" y="681919"/>
                  </a:cubicBezTo>
                  <a:cubicBezTo>
                    <a:pt x="28474" y="690492"/>
                    <a:pt x="29426" y="699064"/>
                    <a:pt x="29426" y="707637"/>
                  </a:cubicBezTo>
                  <a:cubicBezTo>
                    <a:pt x="29426" y="767644"/>
                    <a:pt x="58001" y="834319"/>
                    <a:pt x="38951" y="891469"/>
                  </a:cubicBezTo>
                  <a:cubicBezTo>
                    <a:pt x="67526" y="891469"/>
                    <a:pt x="86576" y="853369"/>
                    <a:pt x="117056" y="857179"/>
                  </a:cubicBezTo>
                  <a:cubicBezTo>
                    <a:pt x="126581" y="855274"/>
                    <a:pt x="137059" y="854322"/>
                    <a:pt x="147536" y="854322"/>
                  </a:cubicBezTo>
                  <a:cubicBezTo>
                    <a:pt x="156109" y="855274"/>
                    <a:pt x="165634" y="857179"/>
                    <a:pt x="174206" y="859084"/>
                  </a:cubicBezTo>
                  <a:cubicBezTo>
                    <a:pt x="256121" y="881944"/>
                    <a:pt x="303746" y="967669"/>
                    <a:pt x="280886" y="1049584"/>
                  </a:cubicBezTo>
                  <a:cubicBezTo>
                    <a:pt x="278981" y="1056252"/>
                    <a:pt x="273266" y="1060062"/>
                    <a:pt x="266599" y="1060062"/>
                  </a:cubicBezTo>
                  <a:cubicBezTo>
                    <a:pt x="258026" y="1059109"/>
                    <a:pt x="253264" y="1050537"/>
                    <a:pt x="255169" y="1042917"/>
                  </a:cubicBezTo>
                  <a:cubicBezTo>
                    <a:pt x="274219" y="974337"/>
                    <a:pt x="235166" y="903852"/>
                    <a:pt x="166586" y="884802"/>
                  </a:cubicBezTo>
                  <a:cubicBezTo>
                    <a:pt x="158014" y="881944"/>
                    <a:pt x="148489" y="880992"/>
                    <a:pt x="139916" y="880039"/>
                  </a:cubicBezTo>
                  <a:cubicBezTo>
                    <a:pt x="131344" y="879087"/>
                    <a:pt x="122771" y="879087"/>
                    <a:pt x="115151" y="880039"/>
                  </a:cubicBezTo>
                  <a:cubicBezTo>
                    <a:pt x="107531" y="880992"/>
                    <a:pt x="99911" y="882897"/>
                    <a:pt x="94196" y="885754"/>
                  </a:cubicBezTo>
                  <a:cubicBezTo>
                    <a:pt x="57049" y="900042"/>
                    <a:pt x="37999" y="938142"/>
                    <a:pt x="29426" y="975289"/>
                  </a:cubicBezTo>
                  <a:cubicBezTo>
                    <a:pt x="27521" y="985767"/>
                    <a:pt x="25616" y="996244"/>
                    <a:pt x="23711" y="1006722"/>
                  </a:cubicBezTo>
                  <a:cubicBezTo>
                    <a:pt x="9424" y="1101019"/>
                    <a:pt x="11329" y="1195317"/>
                    <a:pt x="26569" y="1287709"/>
                  </a:cubicBezTo>
                  <a:cubicBezTo>
                    <a:pt x="26569" y="1302950"/>
                    <a:pt x="26569" y="1312475"/>
                    <a:pt x="26569" y="1312475"/>
                  </a:cubicBezTo>
                  <a:cubicBezTo>
                    <a:pt x="58001" y="1292472"/>
                    <a:pt x="96101" y="1281042"/>
                    <a:pt x="136106" y="1281042"/>
                  </a:cubicBezTo>
                  <a:cubicBezTo>
                    <a:pt x="217069" y="1282947"/>
                    <a:pt x="285649" y="1328667"/>
                    <a:pt x="320891" y="1394389"/>
                  </a:cubicBezTo>
                  <a:close/>
                  <a:moveTo>
                    <a:pt x="721894" y="944809"/>
                  </a:moveTo>
                  <a:cubicBezTo>
                    <a:pt x="793331" y="882897"/>
                    <a:pt x="801904" y="775264"/>
                    <a:pt x="740944" y="702874"/>
                  </a:cubicBezTo>
                  <a:cubicBezTo>
                    <a:pt x="738086" y="700017"/>
                    <a:pt x="736181" y="697159"/>
                    <a:pt x="733324" y="694302"/>
                  </a:cubicBezTo>
                  <a:cubicBezTo>
                    <a:pt x="733324" y="694302"/>
                    <a:pt x="733324" y="694302"/>
                    <a:pt x="733324" y="693349"/>
                  </a:cubicBezTo>
                  <a:lnTo>
                    <a:pt x="752374" y="663822"/>
                  </a:lnTo>
                  <a:cubicBezTo>
                    <a:pt x="752374" y="663822"/>
                    <a:pt x="753326" y="663822"/>
                    <a:pt x="753326" y="663822"/>
                  </a:cubicBezTo>
                  <a:cubicBezTo>
                    <a:pt x="759041" y="668584"/>
                    <a:pt x="763804" y="674299"/>
                    <a:pt x="768566" y="680014"/>
                  </a:cubicBezTo>
                  <a:cubicBezTo>
                    <a:pt x="842861" y="766692"/>
                    <a:pt x="832384" y="896232"/>
                    <a:pt x="746659" y="970527"/>
                  </a:cubicBezTo>
                  <a:cubicBezTo>
                    <a:pt x="739991" y="976242"/>
                    <a:pt x="729514" y="977194"/>
                    <a:pt x="722846" y="971479"/>
                  </a:cubicBezTo>
                  <a:cubicBezTo>
                    <a:pt x="713321" y="963859"/>
                    <a:pt x="714274" y="951477"/>
                    <a:pt x="721894" y="94480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4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699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07207F5-C924-FAC3-6775-4865344ECDD8}"/>
              </a:ext>
            </a:extLst>
          </p:cNvPr>
          <p:cNvSpPr/>
          <p:nvPr/>
        </p:nvSpPr>
        <p:spPr>
          <a:xfrm>
            <a:off x="12733578" y="6944498"/>
            <a:ext cx="1884465" cy="1266670"/>
          </a:xfrm>
          <a:prstGeom prst="rect">
            <a:avLst/>
          </a:prstGeom>
          <a:solidFill>
            <a:srgbClr val="FFFDE6"/>
          </a:solidFill>
          <a:ln>
            <a:solidFill>
              <a:srgbClr val="FFF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AC085A9-258E-432C-931D-606D5203CE77}"/>
              </a:ext>
            </a:extLst>
          </p:cNvPr>
          <p:cNvGrpSpPr/>
          <p:nvPr/>
        </p:nvGrpSpPr>
        <p:grpSpPr>
          <a:xfrm>
            <a:off x="1221384" y="803947"/>
            <a:ext cx="2848108" cy="7135208"/>
            <a:chOff x="1271316" y="565937"/>
            <a:chExt cx="2664296" cy="667471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74744D6-8282-491C-BAA5-CB840ADB2A3D}"/>
                </a:ext>
              </a:extLst>
            </p:cNvPr>
            <p:cNvGrpSpPr/>
            <p:nvPr/>
          </p:nvGrpSpPr>
          <p:grpSpPr>
            <a:xfrm>
              <a:off x="1271316" y="565937"/>
              <a:ext cx="2664296" cy="4683693"/>
              <a:chOff x="8766546" y="1684865"/>
              <a:chExt cx="2664296" cy="4683693"/>
            </a:xfrm>
          </p:grpSpPr>
          <p:grpSp>
            <p:nvGrpSpPr>
              <p:cNvPr id="69" name="Group 4">
                <a:extLst>
                  <a:ext uri="{FF2B5EF4-FFF2-40B4-BE49-F238E27FC236}">
                    <a16:creationId xmlns:a16="http://schemas.microsoft.com/office/drawing/2014/main" id="{132B9775-CBFA-4C58-84F0-ABCA0BD71894}"/>
                  </a:ext>
                </a:extLst>
              </p:cNvPr>
              <p:cNvGrpSpPr/>
              <p:nvPr/>
            </p:nvGrpSpPr>
            <p:grpSpPr>
              <a:xfrm>
                <a:off x="8766546" y="1684865"/>
                <a:ext cx="2664296" cy="4683693"/>
                <a:chOff x="445712" y="1449040"/>
                <a:chExt cx="2113018" cy="3924176"/>
              </a:xfrm>
            </p:grpSpPr>
            <p:sp>
              <p:nvSpPr>
                <p:cNvPr id="73" name="Rounded Rectangle 5">
                  <a:extLst>
                    <a:ext uri="{FF2B5EF4-FFF2-40B4-BE49-F238E27FC236}">
                      <a16:creationId xmlns:a16="http://schemas.microsoft.com/office/drawing/2014/main" id="{E5F0058B-D31F-440A-9474-3D82AD17B9AB}"/>
                    </a:ext>
                  </a:extLst>
                </p:cNvPr>
                <p:cNvSpPr/>
                <p:nvPr userDrawn="1"/>
              </p:nvSpPr>
              <p:spPr>
                <a:xfrm>
                  <a:off x="445712" y="1449040"/>
                  <a:ext cx="2113018" cy="3924176"/>
                </a:xfrm>
                <a:prstGeom prst="roundRect">
                  <a:avLst>
                    <a:gd name="adj" fmla="val 13580"/>
                  </a:avLst>
                </a:prstGeom>
                <a:solidFill>
                  <a:srgbClr val="262626"/>
                </a:solidFill>
                <a:ln w="88900">
                  <a:noFill/>
                </a:ln>
                <a:effectLst/>
                <a:scene3d>
                  <a:camera prst="perspectiveFront"/>
                  <a:lightRig rig="threePt" dir="t"/>
                </a:scene3d>
                <a:sp3d prstMaterial="plastic">
                  <a:bevelT w="127000" h="50800"/>
                  <a:bevelB w="127000" h="2540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160"/>
                </a:p>
              </p:txBody>
            </p:sp>
            <p:sp>
              <p:nvSpPr>
                <p:cNvPr id="74" name="Rectangle 6">
                  <a:extLst>
                    <a:ext uri="{FF2B5EF4-FFF2-40B4-BE49-F238E27FC236}">
                      <a16:creationId xmlns:a16="http://schemas.microsoft.com/office/drawing/2014/main" id="{C796D869-ABAB-4244-BBFB-C7925CD8CE71}"/>
                    </a:ext>
                  </a:extLst>
                </p:cNvPr>
                <p:cNvSpPr/>
                <p:nvPr userDrawn="1"/>
              </p:nvSpPr>
              <p:spPr>
                <a:xfrm>
                  <a:off x="1379920" y="1650572"/>
                  <a:ext cx="216024" cy="34350"/>
                </a:xfrm>
                <a:prstGeom prst="rect">
                  <a:avLst/>
                </a:prstGeom>
                <a:solidFill>
                  <a:srgbClr val="B0B0B0"/>
                </a:solidFill>
                <a:ln w="889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160"/>
                </a:p>
              </p:txBody>
            </p:sp>
            <p:grpSp>
              <p:nvGrpSpPr>
                <p:cNvPr id="75" name="Group 7">
                  <a:extLst>
                    <a:ext uri="{FF2B5EF4-FFF2-40B4-BE49-F238E27FC236}">
                      <a16:creationId xmlns:a16="http://schemas.microsoft.com/office/drawing/2014/main" id="{1C1B944F-54B5-4452-B913-79423C64BA05}"/>
                    </a:ext>
                  </a:extLst>
                </p:cNvPr>
                <p:cNvGrpSpPr/>
                <p:nvPr userDrawn="1"/>
              </p:nvGrpSpPr>
              <p:grpSpPr>
                <a:xfrm>
                  <a:off x="1407705" y="5045834"/>
                  <a:ext cx="211967" cy="211967"/>
                  <a:chOff x="1549420" y="5712364"/>
                  <a:chExt cx="312583" cy="312583"/>
                </a:xfrm>
              </p:grpSpPr>
              <p:sp>
                <p:nvSpPr>
                  <p:cNvPr id="76" name="Oval 8">
                    <a:extLst>
                      <a:ext uri="{FF2B5EF4-FFF2-40B4-BE49-F238E27FC236}">
                        <a16:creationId xmlns:a16="http://schemas.microsoft.com/office/drawing/2014/main" id="{816CEDDF-BD2E-4DA2-87C9-F000156428C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549420" y="5712364"/>
                    <a:ext cx="312583" cy="312583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tx1">
                          <a:lumMod val="94000"/>
                          <a:lumOff val="6000"/>
                        </a:schemeClr>
                      </a:gs>
                      <a:gs pos="56000">
                        <a:schemeClr val="tx1">
                          <a:lumMod val="65000"/>
                          <a:lumOff val="35000"/>
                        </a:schemeClr>
                      </a:gs>
                      <a:gs pos="91000">
                        <a:schemeClr val="tx1">
                          <a:lumMod val="50000"/>
                          <a:lumOff val="50000"/>
                        </a:schemeClr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10800000" scaled="1"/>
                    <a:tileRect/>
                  </a:gradFill>
                  <a:ln w="0">
                    <a:solidFill>
                      <a:srgbClr val="262626"/>
                    </a:solidFill>
                  </a:ln>
                  <a:scene3d>
                    <a:camera prst="perspectiveFront"/>
                    <a:lightRig rig="threePt" dir="t"/>
                  </a:scene3d>
                  <a:sp3d>
                    <a:bevelT w="63500" h="12700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160"/>
                  </a:p>
                </p:txBody>
              </p:sp>
              <p:sp>
                <p:nvSpPr>
                  <p:cNvPr id="77" name="Rounded Rectangle 10">
                    <a:extLst>
                      <a:ext uri="{FF2B5EF4-FFF2-40B4-BE49-F238E27FC236}">
                        <a16:creationId xmlns:a16="http://schemas.microsoft.com/office/drawing/2014/main" id="{5A2E49A1-ACDA-4912-87A5-47F7C6A90F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634225" y="5796647"/>
                    <a:ext cx="142969" cy="144016"/>
                  </a:xfrm>
                  <a:prstGeom prst="roundRect">
                    <a:avLst/>
                  </a:prstGeom>
                  <a:solidFill>
                    <a:srgbClr val="737373"/>
                  </a:solidFill>
                  <a:ln w="6350">
                    <a:solidFill>
                      <a:srgbClr val="B0B0B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160"/>
                  </a:p>
                </p:txBody>
              </p:sp>
            </p:grp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70576D51-02DE-4E71-98A9-571F93AA9B11}"/>
                  </a:ext>
                </a:extLst>
              </p:cNvPr>
              <p:cNvGrpSpPr/>
              <p:nvPr/>
            </p:nvGrpSpPr>
            <p:grpSpPr>
              <a:xfrm>
                <a:off x="8880469" y="2028885"/>
                <a:ext cx="2427309" cy="3811174"/>
                <a:chOff x="8880469" y="2071276"/>
                <a:chExt cx="3528017" cy="2167362"/>
              </a:xfrm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C1F31DA2-E240-4399-B390-FA812C024C14}"/>
                    </a:ext>
                  </a:extLst>
                </p:cNvPr>
                <p:cNvSpPr/>
                <p:nvPr/>
              </p:nvSpPr>
              <p:spPr>
                <a:xfrm>
                  <a:off x="8880469" y="2071276"/>
                  <a:ext cx="3528017" cy="2156011"/>
                </a:xfrm>
                <a:custGeom>
                  <a:avLst/>
                  <a:gdLst>
                    <a:gd name="connsiteX0" fmla="*/ 7144 w 1200150"/>
                    <a:gd name="connsiteY0" fmla="*/ 7144 h 733425"/>
                    <a:gd name="connsiteX1" fmla="*/ 1196816 w 1200150"/>
                    <a:gd name="connsiteY1" fmla="*/ 7144 h 733425"/>
                    <a:gd name="connsiteX2" fmla="*/ 1196816 w 1200150"/>
                    <a:gd name="connsiteY2" fmla="*/ 730091 h 733425"/>
                    <a:gd name="connsiteX3" fmla="*/ 7144 w 1200150"/>
                    <a:gd name="connsiteY3" fmla="*/ 730091 h 733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00150" h="733425">
                      <a:moveTo>
                        <a:pt x="7144" y="7144"/>
                      </a:moveTo>
                      <a:lnTo>
                        <a:pt x="1196816" y="7144"/>
                      </a:lnTo>
                      <a:lnTo>
                        <a:pt x="1196816" y="730091"/>
                      </a:lnTo>
                      <a:lnTo>
                        <a:pt x="7144" y="730091"/>
                      </a:lnTo>
                      <a:close/>
                    </a:path>
                  </a:pathLst>
                </a:custGeom>
                <a:solidFill>
                  <a:schemeClr val="accent3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 dirty="0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597691FB-24CF-4E26-8A3D-BBBF3139AA6A}"/>
                    </a:ext>
                  </a:extLst>
                </p:cNvPr>
                <p:cNvSpPr/>
                <p:nvPr/>
              </p:nvSpPr>
              <p:spPr>
                <a:xfrm>
                  <a:off x="10074885" y="2095766"/>
                  <a:ext cx="2333601" cy="2142872"/>
                </a:xfrm>
                <a:custGeom>
                  <a:avLst/>
                  <a:gdLst>
                    <a:gd name="connsiteX0" fmla="*/ 2567127 w 4009217"/>
                    <a:gd name="connsiteY0" fmla="*/ 30683 h 4295590"/>
                    <a:gd name="connsiteX1" fmla="*/ 3798529 w 4009217"/>
                    <a:gd name="connsiteY1" fmla="*/ 30683 h 4295590"/>
                    <a:gd name="connsiteX2" fmla="*/ 4007172 w 4009217"/>
                    <a:gd name="connsiteY2" fmla="*/ 272054 h 4295590"/>
                    <a:gd name="connsiteX3" fmla="*/ 3998990 w 4009217"/>
                    <a:gd name="connsiteY3" fmla="*/ 4268999 h 4295590"/>
                    <a:gd name="connsiteX4" fmla="*/ 30683 w 4009217"/>
                    <a:gd name="connsiteY4" fmla="*/ 4268999 h 4295590"/>
                    <a:gd name="connsiteX0" fmla="*/ 2536444 w 3976489"/>
                    <a:gd name="connsiteY0" fmla="*/ 0 h 4238316"/>
                    <a:gd name="connsiteX1" fmla="*/ 3976489 w 3976489"/>
                    <a:gd name="connsiteY1" fmla="*/ 241371 h 4238316"/>
                    <a:gd name="connsiteX2" fmla="*/ 3968307 w 3976489"/>
                    <a:gd name="connsiteY2" fmla="*/ 4238316 h 4238316"/>
                    <a:gd name="connsiteX3" fmla="*/ 0 w 3976489"/>
                    <a:gd name="connsiteY3" fmla="*/ 4238316 h 4238316"/>
                    <a:gd name="connsiteX0" fmla="*/ 2536444 w 3976489"/>
                    <a:gd name="connsiteY0" fmla="*/ 0 h 4238316"/>
                    <a:gd name="connsiteX1" fmla="*/ 3976489 w 3976489"/>
                    <a:gd name="connsiteY1" fmla="*/ 213683 h 4238316"/>
                    <a:gd name="connsiteX2" fmla="*/ 3968307 w 3976489"/>
                    <a:gd name="connsiteY2" fmla="*/ 4238316 h 4238316"/>
                    <a:gd name="connsiteX3" fmla="*/ 0 w 3976489"/>
                    <a:gd name="connsiteY3" fmla="*/ 4238316 h 4238316"/>
                    <a:gd name="connsiteX0" fmla="*/ 2473335 w 3976489"/>
                    <a:gd name="connsiteY0" fmla="*/ 0 h 4035268"/>
                    <a:gd name="connsiteX1" fmla="*/ 3976489 w 3976489"/>
                    <a:gd name="connsiteY1" fmla="*/ 10635 h 4035268"/>
                    <a:gd name="connsiteX2" fmla="*/ 3968307 w 3976489"/>
                    <a:gd name="connsiteY2" fmla="*/ 4035268 h 4035268"/>
                    <a:gd name="connsiteX3" fmla="*/ 0 w 3976489"/>
                    <a:gd name="connsiteY3" fmla="*/ 4035268 h 403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76489" h="4035268">
                      <a:moveTo>
                        <a:pt x="2473335" y="0"/>
                      </a:moveTo>
                      <a:lnTo>
                        <a:pt x="3976489" y="10635"/>
                      </a:lnTo>
                      <a:cubicBezTo>
                        <a:pt x="3973762" y="1342950"/>
                        <a:pt x="3971034" y="2702953"/>
                        <a:pt x="3968307" y="4035268"/>
                      </a:cubicBezTo>
                      <a:lnTo>
                        <a:pt x="0" y="4035268"/>
                      </a:lnTo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 dirty="0"/>
                </a:p>
              </p:txBody>
            </p:sp>
          </p:grpSp>
        </p:grpSp>
        <p:grpSp>
          <p:nvGrpSpPr>
            <p:cNvPr id="51" name="Graphic 3">
              <a:extLst>
                <a:ext uri="{FF2B5EF4-FFF2-40B4-BE49-F238E27FC236}">
                  <a16:creationId xmlns:a16="http://schemas.microsoft.com/office/drawing/2014/main" id="{FB918A01-EAF7-44F4-B91C-BE8689BB83A5}"/>
                </a:ext>
              </a:extLst>
            </p:cNvPr>
            <p:cNvGrpSpPr/>
            <p:nvPr/>
          </p:nvGrpSpPr>
          <p:grpSpPr>
            <a:xfrm>
              <a:off x="1788224" y="1460015"/>
              <a:ext cx="1537152" cy="5780638"/>
              <a:chOff x="5184181" y="0"/>
              <a:chExt cx="1823637" cy="6858000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597C7CB-BA2C-4C74-BBBD-229A1D5C01A2}"/>
                  </a:ext>
                </a:extLst>
              </p:cNvPr>
              <p:cNvSpPr/>
              <p:nvPr/>
            </p:nvSpPr>
            <p:spPr>
              <a:xfrm>
                <a:off x="5289005" y="1138671"/>
                <a:ext cx="1717952" cy="1403671"/>
              </a:xfrm>
              <a:custGeom>
                <a:avLst/>
                <a:gdLst>
                  <a:gd name="connsiteX0" fmla="*/ 1717756 w 1717952"/>
                  <a:gd name="connsiteY0" fmla="*/ 731084 h 1403671"/>
                  <a:gd name="connsiteX1" fmla="*/ 1696351 w 1717952"/>
                  <a:gd name="connsiteY1" fmla="*/ 477324 h 1403671"/>
                  <a:gd name="connsiteX2" fmla="*/ 1680791 w 1717952"/>
                  <a:gd name="connsiteY2" fmla="*/ 264473 h 1403671"/>
                  <a:gd name="connsiteX3" fmla="*/ 1666779 w 1717952"/>
                  <a:gd name="connsiteY3" fmla="*/ 243701 h 1403671"/>
                  <a:gd name="connsiteX4" fmla="*/ 1466742 w 1717952"/>
                  <a:gd name="connsiteY4" fmla="*/ 150689 h 1403671"/>
                  <a:gd name="connsiteX5" fmla="*/ 1335567 w 1717952"/>
                  <a:gd name="connsiteY5" fmla="*/ 87601 h 1403671"/>
                  <a:gd name="connsiteX6" fmla="*/ 1102719 w 1717952"/>
                  <a:gd name="connsiteY6" fmla="*/ 19162 h 1403671"/>
                  <a:gd name="connsiteX7" fmla="*/ 971192 w 1717952"/>
                  <a:gd name="connsiteY7" fmla="*/ 112245 h 1403671"/>
                  <a:gd name="connsiteX8" fmla="*/ 975698 w 1717952"/>
                  <a:gd name="connsiteY8" fmla="*/ 164701 h 1403671"/>
                  <a:gd name="connsiteX9" fmla="*/ 910568 w 1717952"/>
                  <a:gd name="connsiteY9" fmla="*/ 303269 h 1403671"/>
                  <a:gd name="connsiteX10" fmla="*/ 825371 w 1717952"/>
                  <a:gd name="connsiteY10" fmla="*/ 412053 h 1403671"/>
                  <a:gd name="connsiteX11" fmla="*/ 820654 w 1717952"/>
                  <a:gd name="connsiteY11" fmla="*/ 411208 h 1403671"/>
                  <a:gd name="connsiteX12" fmla="*/ 817556 w 1717952"/>
                  <a:gd name="connsiteY12" fmla="*/ 386424 h 1403671"/>
                  <a:gd name="connsiteX13" fmla="*/ 780731 w 1717952"/>
                  <a:gd name="connsiteY13" fmla="*/ 224550 h 1403671"/>
                  <a:gd name="connsiteX14" fmla="*/ 761368 w 1717952"/>
                  <a:gd name="connsiteY14" fmla="*/ 120201 h 1403671"/>
                  <a:gd name="connsiteX15" fmla="*/ 759678 w 1717952"/>
                  <a:gd name="connsiteY15" fmla="*/ 81546 h 1403671"/>
                  <a:gd name="connsiteX16" fmla="*/ 726444 w 1717952"/>
                  <a:gd name="connsiteY16" fmla="*/ 3179 h 1403671"/>
                  <a:gd name="connsiteX17" fmla="*/ 661737 w 1717952"/>
                  <a:gd name="connsiteY17" fmla="*/ 2193 h 1403671"/>
                  <a:gd name="connsiteX18" fmla="*/ 618997 w 1717952"/>
                  <a:gd name="connsiteY18" fmla="*/ 49368 h 1403671"/>
                  <a:gd name="connsiteX19" fmla="*/ 361928 w 1717952"/>
                  <a:gd name="connsiteY19" fmla="*/ 126749 h 1403671"/>
                  <a:gd name="connsiteX20" fmla="*/ 91340 w 1717952"/>
                  <a:gd name="connsiteY20" fmla="*/ 239406 h 1403671"/>
                  <a:gd name="connsiteX21" fmla="*/ 75568 w 1717952"/>
                  <a:gd name="connsiteY21" fmla="*/ 262079 h 1403671"/>
                  <a:gd name="connsiteX22" fmla="*/ 38391 w 1717952"/>
                  <a:gd name="connsiteY22" fmla="*/ 459651 h 1403671"/>
                  <a:gd name="connsiteX23" fmla="*/ 1918 w 1717952"/>
                  <a:gd name="connsiteY23" fmla="*/ 655182 h 1403671"/>
                  <a:gd name="connsiteX24" fmla="*/ 24942 w 1717952"/>
                  <a:gd name="connsiteY24" fmla="*/ 682008 h 1403671"/>
                  <a:gd name="connsiteX25" fmla="*/ 35011 w 1717952"/>
                  <a:gd name="connsiteY25" fmla="*/ 675601 h 1403671"/>
                  <a:gd name="connsiteX26" fmla="*/ 159990 w 1717952"/>
                  <a:gd name="connsiteY26" fmla="*/ 698061 h 1403671"/>
                  <a:gd name="connsiteX27" fmla="*/ 171889 w 1717952"/>
                  <a:gd name="connsiteY27" fmla="*/ 692922 h 1403671"/>
                  <a:gd name="connsiteX28" fmla="*/ 321019 w 1717952"/>
                  <a:gd name="connsiteY28" fmla="*/ 736928 h 1403671"/>
                  <a:gd name="connsiteX29" fmla="*/ 394739 w 1717952"/>
                  <a:gd name="connsiteY29" fmla="*/ 1292961 h 1403671"/>
                  <a:gd name="connsiteX30" fmla="*/ 397908 w 1717952"/>
                  <a:gd name="connsiteY30" fmla="*/ 1293313 h 1403671"/>
                  <a:gd name="connsiteX31" fmla="*/ 420510 w 1717952"/>
                  <a:gd name="connsiteY31" fmla="*/ 1304298 h 1403671"/>
                  <a:gd name="connsiteX32" fmla="*/ 536898 w 1717952"/>
                  <a:gd name="connsiteY32" fmla="*/ 1325562 h 1403671"/>
                  <a:gd name="connsiteX33" fmla="*/ 954293 w 1717952"/>
                  <a:gd name="connsiteY33" fmla="*/ 1385692 h 1403671"/>
                  <a:gd name="connsiteX34" fmla="*/ 1289800 w 1717952"/>
                  <a:gd name="connsiteY34" fmla="*/ 1403647 h 1403671"/>
                  <a:gd name="connsiteX35" fmla="*/ 1321978 w 1717952"/>
                  <a:gd name="connsiteY35" fmla="*/ 1387945 h 1403671"/>
                  <a:gd name="connsiteX36" fmla="*/ 1324090 w 1717952"/>
                  <a:gd name="connsiteY36" fmla="*/ 1388157 h 1403671"/>
                  <a:gd name="connsiteX37" fmla="*/ 1377180 w 1717952"/>
                  <a:gd name="connsiteY37" fmla="*/ 797622 h 1403671"/>
                  <a:gd name="connsiteX38" fmla="*/ 1556375 w 1717952"/>
                  <a:gd name="connsiteY38" fmla="*/ 757629 h 1403671"/>
                  <a:gd name="connsiteX39" fmla="*/ 1558558 w 1717952"/>
                  <a:gd name="connsiteY39" fmla="*/ 759108 h 1403671"/>
                  <a:gd name="connsiteX40" fmla="*/ 1577569 w 1717952"/>
                  <a:gd name="connsiteY40" fmla="*/ 760375 h 1403671"/>
                  <a:gd name="connsiteX41" fmla="*/ 1662484 w 1717952"/>
                  <a:gd name="connsiteY41" fmla="*/ 746152 h 1403671"/>
                  <a:gd name="connsiteX42" fmla="*/ 1683959 w 1717952"/>
                  <a:gd name="connsiteY42" fmla="*/ 754038 h 1403671"/>
                  <a:gd name="connsiteX43" fmla="*/ 1717756 w 1717952"/>
                  <a:gd name="connsiteY43" fmla="*/ 731084 h 1403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717952" h="1403671">
                    <a:moveTo>
                      <a:pt x="1717756" y="731084"/>
                    </a:moveTo>
                    <a:cubicBezTo>
                      <a:pt x="1710504" y="646521"/>
                      <a:pt x="1703111" y="561958"/>
                      <a:pt x="1696351" y="477324"/>
                    </a:cubicBezTo>
                    <a:cubicBezTo>
                      <a:pt x="1690648" y="406421"/>
                      <a:pt x="1685579" y="335447"/>
                      <a:pt x="1680791" y="264473"/>
                    </a:cubicBezTo>
                    <a:cubicBezTo>
                      <a:pt x="1680087" y="253911"/>
                      <a:pt x="1676636" y="248208"/>
                      <a:pt x="1666779" y="243701"/>
                    </a:cubicBezTo>
                    <a:cubicBezTo>
                      <a:pt x="1599889" y="213143"/>
                      <a:pt x="1533139" y="182233"/>
                      <a:pt x="1466742" y="150689"/>
                    </a:cubicBezTo>
                    <a:cubicBezTo>
                      <a:pt x="1422947" y="129847"/>
                      <a:pt x="1377743" y="111893"/>
                      <a:pt x="1335567" y="87601"/>
                    </a:cubicBezTo>
                    <a:cubicBezTo>
                      <a:pt x="1328103" y="88094"/>
                      <a:pt x="1112647" y="15853"/>
                      <a:pt x="1102719" y="19162"/>
                    </a:cubicBezTo>
                    <a:cubicBezTo>
                      <a:pt x="963728" y="65633"/>
                      <a:pt x="963728" y="65633"/>
                      <a:pt x="971192" y="112245"/>
                    </a:cubicBezTo>
                    <a:cubicBezTo>
                      <a:pt x="974008" y="129707"/>
                      <a:pt x="982105" y="148717"/>
                      <a:pt x="975698" y="164701"/>
                    </a:cubicBezTo>
                    <a:cubicBezTo>
                      <a:pt x="956757" y="212087"/>
                      <a:pt x="942182" y="261938"/>
                      <a:pt x="910568" y="303269"/>
                    </a:cubicBezTo>
                    <a:cubicBezTo>
                      <a:pt x="882545" y="339812"/>
                      <a:pt x="853817" y="375792"/>
                      <a:pt x="825371" y="412053"/>
                    </a:cubicBezTo>
                    <a:lnTo>
                      <a:pt x="820654" y="411208"/>
                    </a:lnTo>
                    <a:cubicBezTo>
                      <a:pt x="819527" y="402970"/>
                      <a:pt x="817556" y="394662"/>
                      <a:pt x="817556" y="386424"/>
                    </a:cubicBezTo>
                    <a:cubicBezTo>
                      <a:pt x="817415" y="329673"/>
                      <a:pt x="805797" y="275738"/>
                      <a:pt x="780731" y="224550"/>
                    </a:cubicBezTo>
                    <a:cubicBezTo>
                      <a:pt x="764677" y="191809"/>
                      <a:pt x="753271" y="158082"/>
                      <a:pt x="761368" y="120201"/>
                    </a:cubicBezTo>
                    <a:cubicBezTo>
                      <a:pt x="763973" y="107879"/>
                      <a:pt x="767634" y="92248"/>
                      <a:pt x="759678" y="81546"/>
                    </a:cubicBezTo>
                    <a:cubicBezTo>
                      <a:pt x="742075" y="57817"/>
                      <a:pt x="730598" y="32258"/>
                      <a:pt x="726444" y="3179"/>
                    </a:cubicBezTo>
                    <a:cubicBezTo>
                      <a:pt x="704898" y="-764"/>
                      <a:pt x="682860" y="-976"/>
                      <a:pt x="661737" y="2193"/>
                    </a:cubicBezTo>
                    <a:cubicBezTo>
                      <a:pt x="635685" y="6136"/>
                      <a:pt x="617519" y="14022"/>
                      <a:pt x="618997" y="49368"/>
                    </a:cubicBezTo>
                    <a:cubicBezTo>
                      <a:pt x="619279" y="55987"/>
                      <a:pt x="369110" y="127594"/>
                      <a:pt x="361928" y="126749"/>
                    </a:cubicBezTo>
                    <a:cubicBezTo>
                      <a:pt x="271732" y="164349"/>
                      <a:pt x="181606" y="202018"/>
                      <a:pt x="91340" y="239406"/>
                    </a:cubicBezTo>
                    <a:cubicBezTo>
                      <a:pt x="80778" y="243772"/>
                      <a:pt x="77539" y="251517"/>
                      <a:pt x="75568" y="262079"/>
                    </a:cubicBezTo>
                    <a:cubicBezTo>
                      <a:pt x="63527" y="327983"/>
                      <a:pt x="50783" y="393747"/>
                      <a:pt x="38391" y="459651"/>
                    </a:cubicBezTo>
                    <a:cubicBezTo>
                      <a:pt x="26139" y="524781"/>
                      <a:pt x="13606" y="589911"/>
                      <a:pt x="1918" y="655182"/>
                    </a:cubicBezTo>
                    <a:cubicBezTo>
                      <a:pt x="-2377" y="679403"/>
                      <a:pt x="-1321" y="679684"/>
                      <a:pt x="24942" y="682008"/>
                    </a:cubicBezTo>
                    <a:cubicBezTo>
                      <a:pt x="26421" y="676868"/>
                      <a:pt x="29308" y="674333"/>
                      <a:pt x="35011" y="675601"/>
                    </a:cubicBezTo>
                    <a:cubicBezTo>
                      <a:pt x="76413" y="684613"/>
                      <a:pt x="118941" y="687218"/>
                      <a:pt x="159990" y="698061"/>
                    </a:cubicBezTo>
                    <a:cubicBezTo>
                      <a:pt x="167946" y="700315"/>
                      <a:pt x="170692" y="697287"/>
                      <a:pt x="171889" y="692922"/>
                    </a:cubicBezTo>
                    <a:lnTo>
                      <a:pt x="321019" y="736928"/>
                    </a:lnTo>
                    <a:lnTo>
                      <a:pt x="394739" y="1292961"/>
                    </a:lnTo>
                    <a:lnTo>
                      <a:pt x="397908" y="1293313"/>
                    </a:lnTo>
                    <a:cubicBezTo>
                      <a:pt x="402273" y="1300003"/>
                      <a:pt x="410652" y="1302608"/>
                      <a:pt x="420510" y="1304298"/>
                    </a:cubicBezTo>
                    <a:cubicBezTo>
                      <a:pt x="459376" y="1311057"/>
                      <a:pt x="498032" y="1318591"/>
                      <a:pt x="536898" y="1325562"/>
                    </a:cubicBezTo>
                    <a:cubicBezTo>
                      <a:pt x="675326" y="1350417"/>
                      <a:pt x="814176" y="1373511"/>
                      <a:pt x="954293" y="1385692"/>
                    </a:cubicBezTo>
                    <a:cubicBezTo>
                      <a:pt x="1065824" y="1395339"/>
                      <a:pt x="1177706" y="1403084"/>
                      <a:pt x="1289800" y="1403647"/>
                    </a:cubicBezTo>
                    <a:cubicBezTo>
                      <a:pt x="1314514" y="1403788"/>
                      <a:pt x="1318457" y="1403858"/>
                      <a:pt x="1321978" y="1387945"/>
                    </a:cubicBezTo>
                    <a:lnTo>
                      <a:pt x="1324090" y="1388157"/>
                    </a:lnTo>
                    <a:lnTo>
                      <a:pt x="1377180" y="797622"/>
                    </a:lnTo>
                    <a:lnTo>
                      <a:pt x="1556375" y="757629"/>
                    </a:lnTo>
                    <a:cubicBezTo>
                      <a:pt x="1557009" y="758122"/>
                      <a:pt x="1557713" y="758685"/>
                      <a:pt x="1558558" y="759108"/>
                    </a:cubicBezTo>
                    <a:cubicBezTo>
                      <a:pt x="1564683" y="762769"/>
                      <a:pt x="1571091" y="761431"/>
                      <a:pt x="1577569" y="760375"/>
                    </a:cubicBezTo>
                    <a:cubicBezTo>
                      <a:pt x="1605874" y="755587"/>
                      <a:pt x="1634249" y="751222"/>
                      <a:pt x="1662484" y="746152"/>
                    </a:cubicBezTo>
                    <a:cubicBezTo>
                      <a:pt x="1671567" y="744533"/>
                      <a:pt x="1679312" y="744462"/>
                      <a:pt x="1683959" y="754038"/>
                    </a:cubicBezTo>
                    <a:cubicBezTo>
                      <a:pt x="1712757" y="753264"/>
                      <a:pt x="1719235" y="748757"/>
                      <a:pt x="1717756" y="7310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BFC340E-7447-42FE-94A3-71A3E8C5B70D}"/>
                  </a:ext>
                </a:extLst>
              </p:cNvPr>
              <p:cNvSpPr/>
              <p:nvPr/>
            </p:nvSpPr>
            <p:spPr>
              <a:xfrm>
                <a:off x="5184187" y="2728768"/>
                <a:ext cx="1718588" cy="1033343"/>
              </a:xfrm>
              <a:custGeom>
                <a:avLst/>
                <a:gdLst>
                  <a:gd name="connsiteX0" fmla="*/ 185315 w 1718588"/>
                  <a:gd name="connsiteY0" fmla="*/ 1031233 h 1033343"/>
                  <a:gd name="connsiteX1" fmla="*/ 164966 w 1718588"/>
                  <a:gd name="connsiteY1" fmla="*/ 1026022 h 1033343"/>
                  <a:gd name="connsiteX2" fmla="*/ 100963 w 1718588"/>
                  <a:gd name="connsiteY2" fmla="*/ 982227 h 1033343"/>
                  <a:gd name="connsiteX3" fmla="*/ 8865 w 1718588"/>
                  <a:gd name="connsiteY3" fmla="*/ 827887 h 1033343"/>
                  <a:gd name="connsiteX4" fmla="*/ 5134 w 1718588"/>
                  <a:gd name="connsiteY4" fmla="*/ 794582 h 1033343"/>
                  <a:gd name="connsiteX5" fmla="*/ 64 w 1718588"/>
                  <a:gd name="connsiteY5" fmla="*/ 726214 h 1033343"/>
                  <a:gd name="connsiteX6" fmla="*/ 123917 w 1718588"/>
                  <a:gd name="connsiteY6" fmla="*/ 291850 h 1033343"/>
                  <a:gd name="connsiteX7" fmla="*/ 233194 w 1718588"/>
                  <a:gd name="connsiteY7" fmla="*/ 175672 h 1033343"/>
                  <a:gd name="connsiteX8" fmla="*/ 407390 w 1718588"/>
                  <a:gd name="connsiteY8" fmla="*/ 2110 h 1033343"/>
                  <a:gd name="connsiteX9" fmla="*/ 437596 w 1718588"/>
                  <a:gd name="connsiteY9" fmla="*/ 6476 h 1033343"/>
                  <a:gd name="connsiteX10" fmla="*/ 652631 w 1718588"/>
                  <a:gd name="connsiteY10" fmla="*/ 73225 h 1033343"/>
                  <a:gd name="connsiteX11" fmla="*/ 956453 w 1718588"/>
                  <a:gd name="connsiteY11" fmla="*/ 119837 h 1033343"/>
                  <a:gd name="connsiteX12" fmla="*/ 1082699 w 1718588"/>
                  <a:gd name="connsiteY12" fmla="*/ 122794 h 1033343"/>
                  <a:gd name="connsiteX13" fmla="*/ 1393281 w 1718588"/>
                  <a:gd name="connsiteY13" fmla="*/ 83223 h 1033343"/>
                  <a:gd name="connsiteX14" fmla="*/ 1445244 w 1718588"/>
                  <a:gd name="connsiteY14" fmla="*/ 64424 h 1033343"/>
                  <a:gd name="connsiteX15" fmla="*/ 1463762 w 1718588"/>
                  <a:gd name="connsiteY15" fmla="*/ 61818 h 1033343"/>
                  <a:gd name="connsiteX16" fmla="*/ 1528117 w 1718588"/>
                  <a:gd name="connsiteY16" fmla="*/ 184967 h 1033343"/>
                  <a:gd name="connsiteX17" fmla="*/ 1640493 w 1718588"/>
                  <a:gd name="connsiteY17" fmla="*/ 356205 h 1033343"/>
                  <a:gd name="connsiteX18" fmla="*/ 1717099 w 1718588"/>
                  <a:gd name="connsiteY18" fmla="*/ 597644 h 1033343"/>
                  <a:gd name="connsiteX19" fmla="*/ 1704918 w 1718588"/>
                  <a:gd name="connsiteY19" fmla="*/ 798033 h 1033343"/>
                  <a:gd name="connsiteX20" fmla="*/ 1705341 w 1718588"/>
                  <a:gd name="connsiteY20" fmla="*/ 813100 h 1033343"/>
                  <a:gd name="connsiteX21" fmla="*/ 1693371 w 1718588"/>
                  <a:gd name="connsiteY21" fmla="*/ 848446 h 1033343"/>
                  <a:gd name="connsiteX22" fmla="*/ 1683373 w 1718588"/>
                  <a:gd name="connsiteY22" fmla="*/ 869077 h 1033343"/>
                  <a:gd name="connsiteX23" fmla="*/ 1553183 w 1718588"/>
                  <a:gd name="connsiteY23" fmla="*/ 707695 h 1033343"/>
                  <a:gd name="connsiteX24" fmla="*/ 1155574 w 1718588"/>
                  <a:gd name="connsiteY24" fmla="*/ 629399 h 1033343"/>
                  <a:gd name="connsiteX25" fmla="*/ 980463 w 1718588"/>
                  <a:gd name="connsiteY25" fmla="*/ 675940 h 1033343"/>
                  <a:gd name="connsiteX26" fmla="*/ 942723 w 1718588"/>
                  <a:gd name="connsiteY26" fmla="*/ 692839 h 1033343"/>
                  <a:gd name="connsiteX27" fmla="*/ 879494 w 1718588"/>
                  <a:gd name="connsiteY27" fmla="*/ 681362 h 1033343"/>
                  <a:gd name="connsiteX28" fmla="*/ 653616 w 1718588"/>
                  <a:gd name="connsiteY28" fmla="*/ 553919 h 1033343"/>
                  <a:gd name="connsiteX29" fmla="*/ 516034 w 1718588"/>
                  <a:gd name="connsiteY29" fmla="*/ 547229 h 1033343"/>
                  <a:gd name="connsiteX30" fmla="*/ 193271 w 1718588"/>
                  <a:gd name="connsiteY30" fmla="*/ 668406 h 1033343"/>
                  <a:gd name="connsiteX31" fmla="*/ 107018 w 1718588"/>
                  <a:gd name="connsiteY31" fmla="*/ 761630 h 1033343"/>
                  <a:gd name="connsiteX32" fmla="*/ 117368 w 1718588"/>
                  <a:gd name="connsiteY32" fmla="*/ 942585 h 1033343"/>
                  <a:gd name="connsiteX33" fmla="*/ 185315 w 1718588"/>
                  <a:gd name="connsiteY33" fmla="*/ 1031233 h 1033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718588" h="1033343">
                    <a:moveTo>
                      <a:pt x="185315" y="1031233"/>
                    </a:moveTo>
                    <a:cubicBezTo>
                      <a:pt x="176373" y="1037851"/>
                      <a:pt x="172007" y="1026867"/>
                      <a:pt x="164966" y="1026022"/>
                    </a:cubicBezTo>
                    <a:cubicBezTo>
                      <a:pt x="137647" y="1020319"/>
                      <a:pt x="119762" y="999900"/>
                      <a:pt x="100963" y="982227"/>
                    </a:cubicBezTo>
                    <a:cubicBezTo>
                      <a:pt x="55689" y="939769"/>
                      <a:pt x="27172" y="886679"/>
                      <a:pt x="8865" y="827887"/>
                    </a:cubicBezTo>
                    <a:cubicBezTo>
                      <a:pt x="5486" y="817114"/>
                      <a:pt x="5345" y="805848"/>
                      <a:pt x="5134" y="794582"/>
                    </a:cubicBezTo>
                    <a:cubicBezTo>
                      <a:pt x="6190" y="771558"/>
                      <a:pt x="346" y="748956"/>
                      <a:pt x="64" y="726214"/>
                    </a:cubicBezTo>
                    <a:cubicBezTo>
                      <a:pt x="-1696" y="569198"/>
                      <a:pt x="32594" y="422039"/>
                      <a:pt x="123917" y="291850"/>
                    </a:cubicBezTo>
                    <a:cubicBezTo>
                      <a:pt x="154545" y="248125"/>
                      <a:pt x="195665" y="213412"/>
                      <a:pt x="233194" y="175672"/>
                    </a:cubicBezTo>
                    <a:cubicBezTo>
                      <a:pt x="291001" y="117513"/>
                      <a:pt x="357680" y="68296"/>
                      <a:pt x="407390" y="2110"/>
                    </a:cubicBezTo>
                    <a:cubicBezTo>
                      <a:pt x="418445" y="-3312"/>
                      <a:pt x="428091" y="3025"/>
                      <a:pt x="437596" y="6476"/>
                    </a:cubicBezTo>
                    <a:cubicBezTo>
                      <a:pt x="508289" y="31894"/>
                      <a:pt x="580178" y="53369"/>
                      <a:pt x="652631" y="73225"/>
                    </a:cubicBezTo>
                    <a:cubicBezTo>
                      <a:pt x="752121" y="100474"/>
                      <a:pt x="853512" y="114486"/>
                      <a:pt x="956453" y="119837"/>
                    </a:cubicBezTo>
                    <a:cubicBezTo>
                      <a:pt x="998558" y="122019"/>
                      <a:pt x="1040664" y="124977"/>
                      <a:pt x="1082699" y="122794"/>
                    </a:cubicBezTo>
                    <a:cubicBezTo>
                      <a:pt x="1187118" y="117302"/>
                      <a:pt x="1291889" y="113359"/>
                      <a:pt x="1393281" y="83223"/>
                    </a:cubicBezTo>
                    <a:cubicBezTo>
                      <a:pt x="1410954" y="77942"/>
                      <a:pt x="1428627" y="72803"/>
                      <a:pt x="1445244" y="64424"/>
                    </a:cubicBezTo>
                    <a:cubicBezTo>
                      <a:pt x="1451017" y="61537"/>
                      <a:pt x="1456862" y="57594"/>
                      <a:pt x="1463762" y="61818"/>
                    </a:cubicBezTo>
                    <a:cubicBezTo>
                      <a:pt x="1485167" y="102868"/>
                      <a:pt x="1501291" y="146452"/>
                      <a:pt x="1528117" y="184967"/>
                    </a:cubicBezTo>
                    <a:cubicBezTo>
                      <a:pt x="1567125" y="240943"/>
                      <a:pt x="1604794" y="298046"/>
                      <a:pt x="1640493" y="356205"/>
                    </a:cubicBezTo>
                    <a:cubicBezTo>
                      <a:pt x="1685837" y="429996"/>
                      <a:pt x="1711326" y="510334"/>
                      <a:pt x="1717099" y="597644"/>
                    </a:cubicBezTo>
                    <a:cubicBezTo>
                      <a:pt x="1721606" y="665308"/>
                      <a:pt x="1715410" y="731635"/>
                      <a:pt x="1704918" y="798033"/>
                    </a:cubicBezTo>
                    <a:cubicBezTo>
                      <a:pt x="1704144" y="802891"/>
                      <a:pt x="1700975" y="808171"/>
                      <a:pt x="1705341" y="813100"/>
                    </a:cubicBezTo>
                    <a:cubicBezTo>
                      <a:pt x="1693512" y="822183"/>
                      <a:pt x="1699849" y="837462"/>
                      <a:pt x="1693371" y="848446"/>
                    </a:cubicBezTo>
                    <a:cubicBezTo>
                      <a:pt x="1689498" y="854995"/>
                      <a:pt x="1686682" y="862177"/>
                      <a:pt x="1683373" y="869077"/>
                    </a:cubicBezTo>
                    <a:cubicBezTo>
                      <a:pt x="1676120" y="786133"/>
                      <a:pt x="1617891" y="743675"/>
                      <a:pt x="1553183" y="707695"/>
                    </a:cubicBezTo>
                    <a:cubicBezTo>
                      <a:pt x="1429261" y="638904"/>
                      <a:pt x="1294706" y="625245"/>
                      <a:pt x="1155574" y="629399"/>
                    </a:cubicBezTo>
                    <a:cubicBezTo>
                      <a:pt x="1092275" y="631300"/>
                      <a:pt x="1035876" y="649184"/>
                      <a:pt x="980463" y="675940"/>
                    </a:cubicBezTo>
                    <a:cubicBezTo>
                      <a:pt x="968070" y="681925"/>
                      <a:pt x="953847" y="685094"/>
                      <a:pt x="942723" y="692839"/>
                    </a:cubicBezTo>
                    <a:cubicBezTo>
                      <a:pt x="916811" y="710864"/>
                      <a:pt x="900054" y="700725"/>
                      <a:pt x="879494" y="681362"/>
                    </a:cubicBezTo>
                    <a:cubicBezTo>
                      <a:pt x="814998" y="620457"/>
                      <a:pt x="741066" y="574971"/>
                      <a:pt x="653616" y="553919"/>
                    </a:cubicBezTo>
                    <a:cubicBezTo>
                      <a:pt x="608131" y="542935"/>
                      <a:pt x="561942" y="543075"/>
                      <a:pt x="516034" y="547229"/>
                    </a:cubicBezTo>
                    <a:cubicBezTo>
                      <a:pt x="397533" y="557862"/>
                      <a:pt x="290720" y="601446"/>
                      <a:pt x="193271" y="668406"/>
                    </a:cubicBezTo>
                    <a:cubicBezTo>
                      <a:pt x="157784" y="692768"/>
                      <a:pt x="127367" y="722834"/>
                      <a:pt x="107018" y="761630"/>
                    </a:cubicBezTo>
                    <a:cubicBezTo>
                      <a:pt x="74347" y="823944"/>
                      <a:pt x="86388" y="883722"/>
                      <a:pt x="117368" y="942585"/>
                    </a:cubicBezTo>
                    <a:cubicBezTo>
                      <a:pt x="134971" y="975819"/>
                      <a:pt x="160178" y="1003491"/>
                      <a:pt x="185315" y="10312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B6CABD7-44DE-4679-A324-3FE6367CB170}"/>
                  </a:ext>
                </a:extLst>
              </p:cNvPr>
              <p:cNvSpPr/>
              <p:nvPr/>
            </p:nvSpPr>
            <p:spPr>
              <a:xfrm>
                <a:off x="5708938" y="5094486"/>
                <a:ext cx="639725" cy="1764233"/>
              </a:xfrm>
              <a:custGeom>
                <a:avLst/>
                <a:gdLst>
                  <a:gd name="connsiteX0" fmla="*/ 336647 w 639725"/>
                  <a:gd name="connsiteY0" fmla="*/ 1601287 h 1764233"/>
                  <a:gd name="connsiteX1" fmla="*/ 373401 w 639725"/>
                  <a:gd name="connsiteY1" fmla="*/ 1673740 h 1764233"/>
                  <a:gd name="connsiteX2" fmla="*/ 377908 w 639725"/>
                  <a:gd name="connsiteY2" fmla="*/ 1682471 h 1764233"/>
                  <a:gd name="connsiteX3" fmla="*/ 330099 w 639725"/>
                  <a:gd name="connsiteY3" fmla="*/ 1763654 h 1764233"/>
                  <a:gd name="connsiteX4" fmla="*/ 137173 w 639725"/>
                  <a:gd name="connsiteY4" fmla="*/ 1732110 h 1764233"/>
                  <a:gd name="connsiteX5" fmla="*/ 929 w 639725"/>
                  <a:gd name="connsiteY5" fmla="*/ 1530454 h 1764233"/>
                  <a:gd name="connsiteX6" fmla="*/ 54582 w 639725"/>
                  <a:gd name="connsiteY6" fmla="*/ 1254444 h 1764233"/>
                  <a:gd name="connsiteX7" fmla="*/ 55286 w 639725"/>
                  <a:gd name="connsiteY7" fmla="*/ 1122495 h 1764233"/>
                  <a:gd name="connsiteX8" fmla="*/ 45147 w 639725"/>
                  <a:gd name="connsiteY8" fmla="*/ 1095246 h 1764233"/>
                  <a:gd name="connsiteX9" fmla="*/ 61975 w 639725"/>
                  <a:gd name="connsiteY9" fmla="*/ 943863 h 1764233"/>
                  <a:gd name="connsiteX10" fmla="*/ 110488 w 639725"/>
                  <a:gd name="connsiteY10" fmla="*/ 867115 h 1764233"/>
                  <a:gd name="connsiteX11" fmla="*/ 154142 w 639725"/>
                  <a:gd name="connsiteY11" fmla="*/ 646941 h 1764233"/>
                  <a:gd name="connsiteX12" fmla="*/ 96335 w 639725"/>
                  <a:gd name="connsiteY12" fmla="*/ 311082 h 1764233"/>
                  <a:gd name="connsiteX13" fmla="*/ 45217 w 639725"/>
                  <a:gd name="connsiteY13" fmla="*/ 18807 h 1764233"/>
                  <a:gd name="connsiteX14" fmla="*/ 59299 w 639725"/>
                  <a:gd name="connsiteY14" fmla="*/ 7 h 1764233"/>
                  <a:gd name="connsiteX15" fmla="*/ 237298 w 639725"/>
                  <a:gd name="connsiteY15" fmla="*/ 78 h 1764233"/>
                  <a:gd name="connsiteX16" fmla="*/ 270391 w 639725"/>
                  <a:gd name="connsiteY16" fmla="*/ 25144 h 1764233"/>
                  <a:gd name="connsiteX17" fmla="*/ 282501 w 639725"/>
                  <a:gd name="connsiteY17" fmla="*/ 37114 h 1764233"/>
                  <a:gd name="connsiteX18" fmla="*/ 625120 w 639725"/>
                  <a:gd name="connsiteY18" fmla="*/ 115129 h 1764233"/>
                  <a:gd name="connsiteX19" fmla="*/ 637653 w 639725"/>
                  <a:gd name="connsiteY19" fmla="*/ 135900 h 1764233"/>
                  <a:gd name="connsiteX20" fmla="*/ 451416 w 639725"/>
                  <a:gd name="connsiteY20" fmla="*/ 773047 h 1764233"/>
                  <a:gd name="connsiteX21" fmla="*/ 452895 w 639725"/>
                  <a:gd name="connsiteY21" fmla="*/ 795648 h 1764233"/>
                  <a:gd name="connsiteX22" fmla="*/ 522813 w 639725"/>
                  <a:gd name="connsiteY22" fmla="*/ 1042719 h 1764233"/>
                  <a:gd name="connsiteX23" fmla="*/ 535064 w 639725"/>
                  <a:gd name="connsiteY23" fmla="*/ 1211494 h 1764233"/>
                  <a:gd name="connsiteX24" fmla="*/ 558018 w 639725"/>
                  <a:gd name="connsiteY24" fmla="*/ 1471098 h 1764233"/>
                  <a:gd name="connsiteX25" fmla="*/ 560905 w 639725"/>
                  <a:gd name="connsiteY25" fmla="*/ 1555731 h 1764233"/>
                  <a:gd name="connsiteX26" fmla="*/ 500070 w 639725"/>
                  <a:gd name="connsiteY26" fmla="*/ 1610159 h 1764233"/>
                  <a:gd name="connsiteX27" fmla="*/ 369810 w 639725"/>
                  <a:gd name="connsiteY27" fmla="*/ 1603611 h 1764233"/>
                  <a:gd name="connsiteX28" fmla="*/ 336647 w 639725"/>
                  <a:gd name="connsiteY28" fmla="*/ 1601287 h 1764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39725" h="1764233">
                    <a:moveTo>
                      <a:pt x="336647" y="1601287"/>
                    </a:moveTo>
                    <a:cubicBezTo>
                      <a:pt x="349814" y="1627269"/>
                      <a:pt x="361572" y="1650504"/>
                      <a:pt x="373401" y="1673740"/>
                    </a:cubicBezTo>
                    <a:cubicBezTo>
                      <a:pt x="374880" y="1676697"/>
                      <a:pt x="376429" y="1679584"/>
                      <a:pt x="377908" y="1682471"/>
                    </a:cubicBezTo>
                    <a:cubicBezTo>
                      <a:pt x="402692" y="1732885"/>
                      <a:pt x="386005" y="1761119"/>
                      <a:pt x="330099" y="1763654"/>
                    </a:cubicBezTo>
                    <a:cubicBezTo>
                      <a:pt x="263561" y="1766753"/>
                      <a:pt x="198853" y="1757599"/>
                      <a:pt x="137173" y="1732110"/>
                    </a:cubicBezTo>
                    <a:cubicBezTo>
                      <a:pt x="47611" y="1695075"/>
                      <a:pt x="7266" y="1624241"/>
                      <a:pt x="929" y="1530454"/>
                    </a:cubicBezTo>
                    <a:cubicBezTo>
                      <a:pt x="-5619" y="1433640"/>
                      <a:pt x="23531" y="1343796"/>
                      <a:pt x="54582" y="1254444"/>
                    </a:cubicBezTo>
                    <a:cubicBezTo>
                      <a:pt x="70002" y="1210086"/>
                      <a:pt x="73029" y="1166572"/>
                      <a:pt x="55286" y="1122495"/>
                    </a:cubicBezTo>
                    <a:cubicBezTo>
                      <a:pt x="51695" y="1113482"/>
                      <a:pt x="49019" y="1104117"/>
                      <a:pt x="45147" y="1095246"/>
                    </a:cubicBezTo>
                    <a:cubicBezTo>
                      <a:pt x="21630" y="1041523"/>
                      <a:pt x="31980" y="991601"/>
                      <a:pt x="61975" y="943863"/>
                    </a:cubicBezTo>
                    <a:cubicBezTo>
                      <a:pt x="78099" y="918233"/>
                      <a:pt x="93237" y="891900"/>
                      <a:pt x="110488" y="867115"/>
                    </a:cubicBezTo>
                    <a:cubicBezTo>
                      <a:pt x="157311" y="799943"/>
                      <a:pt x="168295" y="726294"/>
                      <a:pt x="154142" y="646941"/>
                    </a:cubicBezTo>
                    <a:cubicBezTo>
                      <a:pt x="134216" y="535129"/>
                      <a:pt x="115698" y="423035"/>
                      <a:pt x="96335" y="311082"/>
                    </a:cubicBezTo>
                    <a:cubicBezTo>
                      <a:pt x="79507" y="213634"/>
                      <a:pt x="62327" y="116256"/>
                      <a:pt x="45217" y="18807"/>
                    </a:cubicBezTo>
                    <a:cubicBezTo>
                      <a:pt x="43246" y="7471"/>
                      <a:pt x="42682" y="-274"/>
                      <a:pt x="59299" y="7"/>
                    </a:cubicBezTo>
                    <a:cubicBezTo>
                      <a:pt x="118655" y="993"/>
                      <a:pt x="178012" y="219"/>
                      <a:pt x="237298" y="78"/>
                    </a:cubicBezTo>
                    <a:cubicBezTo>
                      <a:pt x="254689" y="78"/>
                      <a:pt x="270743" y="1486"/>
                      <a:pt x="270391" y="25144"/>
                    </a:cubicBezTo>
                    <a:cubicBezTo>
                      <a:pt x="270250" y="32960"/>
                      <a:pt x="274545" y="35283"/>
                      <a:pt x="282501" y="37114"/>
                    </a:cubicBezTo>
                    <a:cubicBezTo>
                      <a:pt x="396778" y="62884"/>
                      <a:pt x="510843" y="89641"/>
                      <a:pt x="625120" y="115129"/>
                    </a:cubicBezTo>
                    <a:cubicBezTo>
                      <a:pt x="639554" y="118368"/>
                      <a:pt x="642300" y="121748"/>
                      <a:pt x="637653" y="135900"/>
                    </a:cubicBezTo>
                    <a:cubicBezTo>
                      <a:pt x="569073" y="346358"/>
                      <a:pt x="504084" y="557872"/>
                      <a:pt x="451416" y="773047"/>
                    </a:cubicBezTo>
                    <a:cubicBezTo>
                      <a:pt x="449375" y="781284"/>
                      <a:pt x="449515" y="788044"/>
                      <a:pt x="452895" y="795648"/>
                    </a:cubicBezTo>
                    <a:cubicBezTo>
                      <a:pt x="487608" y="874790"/>
                      <a:pt x="512322" y="956959"/>
                      <a:pt x="522813" y="1042719"/>
                    </a:cubicBezTo>
                    <a:cubicBezTo>
                      <a:pt x="529713" y="1098696"/>
                      <a:pt x="534571" y="1155165"/>
                      <a:pt x="535064" y="1211494"/>
                    </a:cubicBezTo>
                    <a:cubicBezTo>
                      <a:pt x="535909" y="1298803"/>
                      <a:pt x="545837" y="1384915"/>
                      <a:pt x="558018" y="1471098"/>
                    </a:cubicBezTo>
                    <a:cubicBezTo>
                      <a:pt x="561961" y="1499051"/>
                      <a:pt x="565411" y="1527215"/>
                      <a:pt x="560905" y="1555731"/>
                    </a:cubicBezTo>
                    <a:cubicBezTo>
                      <a:pt x="555272" y="1591500"/>
                      <a:pt x="536754" y="1609032"/>
                      <a:pt x="500070" y="1610159"/>
                    </a:cubicBezTo>
                    <a:cubicBezTo>
                      <a:pt x="456486" y="1611567"/>
                      <a:pt x="413254" y="1605512"/>
                      <a:pt x="369810" y="1603611"/>
                    </a:cubicBezTo>
                    <a:cubicBezTo>
                      <a:pt x="360023" y="1603118"/>
                      <a:pt x="350236" y="1602203"/>
                      <a:pt x="336647" y="1601287"/>
                    </a:cubicBezTo>
                    <a:close/>
                  </a:path>
                </a:pathLst>
              </a:custGeom>
              <a:solidFill>
                <a:srgbClr val="FCC985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0FFAA32-95C9-495F-BCC6-7D815F200A31}"/>
                  </a:ext>
                </a:extLst>
              </p:cNvPr>
              <p:cNvSpPr/>
              <p:nvPr/>
            </p:nvSpPr>
            <p:spPr>
              <a:xfrm>
                <a:off x="5617307" y="-8"/>
                <a:ext cx="1026177" cy="1536916"/>
              </a:xfrm>
              <a:custGeom>
                <a:avLst/>
                <a:gdLst>
                  <a:gd name="connsiteX0" fmla="*/ 33556 w 1026177"/>
                  <a:gd name="connsiteY0" fmla="*/ 1265429 h 1536916"/>
                  <a:gd name="connsiteX1" fmla="*/ 45807 w 1026177"/>
                  <a:gd name="connsiteY1" fmla="*/ 1241349 h 1536916"/>
                  <a:gd name="connsiteX2" fmla="*/ 30317 w 1026177"/>
                  <a:gd name="connsiteY2" fmla="*/ 1030680 h 1536916"/>
                  <a:gd name="connsiteX3" fmla="*/ 26726 w 1026177"/>
                  <a:gd name="connsiteY3" fmla="*/ 955693 h 1536916"/>
                  <a:gd name="connsiteX4" fmla="*/ 21727 w 1026177"/>
                  <a:gd name="connsiteY4" fmla="*/ 847190 h 1536916"/>
                  <a:gd name="connsiteX5" fmla="*/ 18206 w 1026177"/>
                  <a:gd name="connsiteY5" fmla="*/ 631663 h 1536916"/>
                  <a:gd name="connsiteX6" fmla="*/ 69606 w 1026177"/>
                  <a:gd name="connsiteY6" fmla="*/ 346218 h 1536916"/>
                  <a:gd name="connsiteX7" fmla="*/ 345968 w 1026177"/>
                  <a:gd name="connsiteY7" fmla="*/ 32890 h 1536916"/>
                  <a:gd name="connsiteX8" fmla="*/ 634159 w 1026177"/>
                  <a:gd name="connsiteY8" fmla="*/ 44649 h 1536916"/>
                  <a:gd name="connsiteX9" fmla="*/ 891862 w 1026177"/>
                  <a:gd name="connsiteY9" fmla="*/ 387831 h 1536916"/>
                  <a:gd name="connsiteX10" fmla="*/ 938756 w 1026177"/>
                  <a:gd name="connsiteY10" fmla="*/ 631240 h 1536916"/>
                  <a:gd name="connsiteX11" fmla="*/ 951571 w 1026177"/>
                  <a:gd name="connsiteY11" fmla="*/ 802690 h 1536916"/>
                  <a:gd name="connsiteX12" fmla="*/ 1002055 w 1026177"/>
                  <a:gd name="connsiteY12" fmla="*/ 1191146 h 1536916"/>
                  <a:gd name="connsiteX13" fmla="*/ 1007266 w 1026177"/>
                  <a:gd name="connsiteY13" fmla="*/ 1226211 h 1536916"/>
                  <a:gd name="connsiteX14" fmla="*/ 1001773 w 1026177"/>
                  <a:gd name="connsiteY14" fmla="*/ 1260923 h 1536916"/>
                  <a:gd name="connsiteX15" fmla="*/ 1001633 w 1026177"/>
                  <a:gd name="connsiteY15" fmla="*/ 1408363 h 1536916"/>
                  <a:gd name="connsiteX16" fmla="*/ 1009941 w 1026177"/>
                  <a:gd name="connsiteY16" fmla="*/ 1454552 h 1536916"/>
                  <a:gd name="connsiteX17" fmla="*/ 1026136 w 1026177"/>
                  <a:gd name="connsiteY17" fmla="*/ 1470536 h 1536916"/>
                  <a:gd name="connsiteX18" fmla="*/ 1007477 w 1026177"/>
                  <a:gd name="connsiteY18" fmla="*/ 1484055 h 1536916"/>
                  <a:gd name="connsiteX19" fmla="*/ 827437 w 1026177"/>
                  <a:gd name="connsiteY19" fmla="*/ 1517711 h 1536916"/>
                  <a:gd name="connsiteX20" fmla="*/ 730552 w 1026177"/>
                  <a:gd name="connsiteY20" fmla="*/ 1535243 h 1536916"/>
                  <a:gd name="connsiteX21" fmla="*/ 702106 w 1026177"/>
                  <a:gd name="connsiteY21" fmla="*/ 1532356 h 1536916"/>
                  <a:gd name="connsiteX22" fmla="*/ 695769 w 1026177"/>
                  <a:gd name="connsiteY22" fmla="*/ 1491800 h 1536916"/>
                  <a:gd name="connsiteX23" fmla="*/ 695980 w 1026177"/>
                  <a:gd name="connsiteY23" fmla="*/ 1298804 h 1536916"/>
                  <a:gd name="connsiteX24" fmla="*/ 704852 w 1026177"/>
                  <a:gd name="connsiteY24" fmla="*/ 1183119 h 1536916"/>
                  <a:gd name="connsiteX25" fmla="*/ 709358 w 1026177"/>
                  <a:gd name="connsiteY25" fmla="*/ 1149885 h 1536916"/>
                  <a:gd name="connsiteX26" fmla="*/ 731044 w 1026177"/>
                  <a:gd name="connsiteY26" fmla="*/ 1080953 h 1536916"/>
                  <a:gd name="connsiteX27" fmla="*/ 773432 w 1026177"/>
                  <a:gd name="connsiteY27" fmla="*/ 992025 h 1536916"/>
                  <a:gd name="connsiteX28" fmla="*/ 822508 w 1026177"/>
                  <a:gd name="connsiteY28" fmla="*/ 856343 h 1536916"/>
                  <a:gd name="connsiteX29" fmla="*/ 819480 w 1026177"/>
                  <a:gd name="connsiteY29" fmla="*/ 679965 h 1536916"/>
                  <a:gd name="connsiteX30" fmla="*/ 796033 w 1026177"/>
                  <a:gd name="connsiteY30" fmla="*/ 665953 h 1536916"/>
                  <a:gd name="connsiteX31" fmla="*/ 697599 w 1026177"/>
                  <a:gd name="connsiteY31" fmla="*/ 667079 h 1536916"/>
                  <a:gd name="connsiteX32" fmla="*/ 492634 w 1026177"/>
                  <a:gd name="connsiteY32" fmla="*/ 581108 h 1536916"/>
                  <a:gd name="connsiteX33" fmla="*/ 397579 w 1026177"/>
                  <a:gd name="connsiteY33" fmla="*/ 470422 h 1536916"/>
                  <a:gd name="connsiteX34" fmla="*/ 384272 w 1026177"/>
                  <a:gd name="connsiteY34" fmla="*/ 453242 h 1536916"/>
                  <a:gd name="connsiteX35" fmla="*/ 371598 w 1026177"/>
                  <a:gd name="connsiteY35" fmla="*/ 485913 h 1536916"/>
                  <a:gd name="connsiteX36" fmla="*/ 306890 w 1026177"/>
                  <a:gd name="connsiteY36" fmla="*/ 777202 h 1536916"/>
                  <a:gd name="connsiteX37" fmla="*/ 341955 w 1026177"/>
                  <a:gd name="connsiteY37" fmla="*/ 965973 h 1536916"/>
                  <a:gd name="connsiteX38" fmla="*/ 401381 w 1026177"/>
                  <a:gd name="connsiteY38" fmla="*/ 1117778 h 1536916"/>
                  <a:gd name="connsiteX39" fmla="*/ 399832 w 1026177"/>
                  <a:gd name="connsiteY39" fmla="*/ 1144886 h 1536916"/>
                  <a:gd name="connsiteX40" fmla="*/ 385187 w 1026177"/>
                  <a:gd name="connsiteY40" fmla="*/ 1146928 h 1536916"/>
                  <a:gd name="connsiteX41" fmla="*/ 335900 w 1026177"/>
                  <a:gd name="connsiteY41" fmla="*/ 1146647 h 1536916"/>
                  <a:gd name="connsiteX42" fmla="*/ 296892 w 1026177"/>
                  <a:gd name="connsiteY42" fmla="*/ 1187696 h 1536916"/>
                  <a:gd name="connsiteX43" fmla="*/ 289147 w 1026177"/>
                  <a:gd name="connsiteY43" fmla="*/ 1224380 h 1536916"/>
                  <a:gd name="connsiteX44" fmla="*/ 299145 w 1026177"/>
                  <a:gd name="connsiteY44" fmla="*/ 1429205 h 1536916"/>
                  <a:gd name="connsiteX45" fmla="*/ 314213 w 1026177"/>
                  <a:gd name="connsiteY45" fmla="*/ 1504755 h 1536916"/>
                  <a:gd name="connsiteX46" fmla="*/ 306679 w 1026177"/>
                  <a:gd name="connsiteY46" fmla="*/ 1522640 h 1536916"/>
                  <a:gd name="connsiteX47" fmla="*/ 285345 w 1026177"/>
                  <a:gd name="connsiteY47" fmla="*/ 1522569 h 1536916"/>
                  <a:gd name="connsiteX48" fmla="*/ 27078 w 1026177"/>
                  <a:gd name="connsiteY48" fmla="*/ 1477154 h 1536916"/>
                  <a:gd name="connsiteX49" fmla="*/ 533 w 1026177"/>
                  <a:gd name="connsiteY49" fmla="*/ 1466452 h 1536916"/>
                  <a:gd name="connsiteX50" fmla="*/ 12362 w 1026177"/>
                  <a:gd name="connsiteY50" fmla="*/ 1429697 h 1536916"/>
                  <a:gd name="connsiteX51" fmla="*/ 38978 w 1026177"/>
                  <a:gd name="connsiteY51" fmla="*/ 1284159 h 1536916"/>
                  <a:gd name="connsiteX52" fmla="*/ 33556 w 1026177"/>
                  <a:gd name="connsiteY52" fmla="*/ 1265429 h 1536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26177" h="1536916">
                    <a:moveTo>
                      <a:pt x="33556" y="1265429"/>
                    </a:moveTo>
                    <a:cubicBezTo>
                      <a:pt x="43273" y="1260219"/>
                      <a:pt x="46723" y="1252615"/>
                      <a:pt x="45807" y="1241349"/>
                    </a:cubicBezTo>
                    <a:cubicBezTo>
                      <a:pt x="40315" y="1171149"/>
                      <a:pt x="35387" y="1100880"/>
                      <a:pt x="30317" y="1030680"/>
                    </a:cubicBezTo>
                    <a:cubicBezTo>
                      <a:pt x="28486" y="1005755"/>
                      <a:pt x="29402" y="980759"/>
                      <a:pt x="26726" y="955693"/>
                    </a:cubicBezTo>
                    <a:cubicBezTo>
                      <a:pt x="22924" y="919783"/>
                      <a:pt x="23417" y="883381"/>
                      <a:pt x="21727" y="847190"/>
                    </a:cubicBezTo>
                    <a:cubicBezTo>
                      <a:pt x="18418" y="775371"/>
                      <a:pt x="16376" y="703482"/>
                      <a:pt x="18206" y="631663"/>
                    </a:cubicBezTo>
                    <a:cubicBezTo>
                      <a:pt x="20741" y="534003"/>
                      <a:pt x="30740" y="436977"/>
                      <a:pt x="69606" y="346218"/>
                    </a:cubicBezTo>
                    <a:cubicBezTo>
                      <a:pt x="127202" y="211945"/>
                      <a:pt x="212188" y="100203"/>
                      <a:pt x="345968" y="32890"/>
                    </a:cubicBezTo>
                    <a:cubicBezTo>
                      <a:pt x="443769" y="-16397"/>
                      <a:pt x="540231" y="-8511"/>
                      <a:pt x="634159" y="44649"/>
                    </a:cubicBezTo>
                    <a:cubicBezTo>
                      <a:pt x="769911" y="121467"/>
                      <a:pt x="847433" y="242433"/>
                      <a:pt x="891862" y="387831"/>
                    </a:cubicBezTo>
                    <a:cubicBezTo>
                      <a:pt x="916084" y="467183"/>
                      <a:pt x="929743" y="548930"/>
                      <a:pt x="938756" y="631240"/>
                    </a:cubicBezTo>
                    <a:cubicBezTo>
                      <a:pt x="944952" y="688203"/>
                      <a:pt x="947698" y="745517"/>
                      <a:pt x="951571" y="802690"/>
                    </a:cubicBezTo>
                    <a:cubicBezTo>
                      <a:pt x="960442" y="933232"/>
                      <a:pt x="974032" y="1063140"/>
                      <a:pt x="1002055" y="1191146"/>
                    </a:cubicBezTo>
                    <a:cubicBezTo>
                      <a:pt x="1004590" y="1202623"/>
                      <a:pt x="1005576" y="1214522"/>
                      <a:pt x="1007266" y="1226211"/>
                    </a:cubicBezTo>
                    <a:cubicBezTo>
                      <a:pt x="1003041" y="1237406"/>
                      <a:pt x="1001773" y="1248953"/>
                      <a:pt x="1001773" y="1260923"/>
                    </a:cubicBezTo>
                    <a:cubicBezTo>
                      <a:pt x="1001985" y="1310070"/>
                      <a:pt x="1002196" y="1359216"/>
                      <a:pt x="1001633" y="1408363"/>
                    </a:cubicBezTo>
                    <a:cubicBezTo>
                      <a:pt x="1001492" y="1424487"/>
                      <a:pt x="1006632" y="1439273"/>
                      <a:pt x="1009941" y="1454552"/>
                    </a:cubicBezTo>
                    <a:cubicBezTo>
                      <a:pt x="1011983" y="1463917"/>
                      <a:pt x="1020503" y="1465466"/>
                      <a:pt x="1026136" y="1470536"/>
                    </a:cubicBezTo>
                    <a:cubicBezTo>
                      <a:pt x="1026980" y="1484547"/>
                      <a:pt x="1014870" y="1482717"/>
                      <a:pt x="1007477" y="1484055"/>
                    </a:cubicBezTo>
                    <a:cubicBezTo>
                      <a:pt x="947276" y="1494475"/>
                      <a:pt x="887497" y="1506586"/>
                      <a:pt x="827437" y="1517711"/>
                    </a:cubicBezTo>
                    <a:cubicBezTo>
                      <a:pt x="795188" y="1523696"/>
                      <a:pt x="763011" y="1530526"/>
                      <a:pt x="730552" y="1535243"/>
                    </a:cubicBezTo>
                    <a:cubicBezTo>
                      <a:pt x="720835" y="1536651"/>
                      <a:pt x="711048" y="1539256"/>
                      <a:pt x="702106" y="1532356"/>
                    </a:cubicBezTo>
                    <a:cubicBezTo>
                      <a:pt x="696473" y="1519401"/>
                      <a:pt x="695769" y="1505671"/>
                      <a:pt x="695769" y="1491800"/>
                    </a:cubicBezTo>
                    <a:cubicBezTo>
                      <a:pt x="695769" y="1427444"/>
                      <a:pt x="695205" y="1363159"/>
                      <a:pt x="695980" y="1298804"/>
                    </a:cubicBezTo>
                    <a:cubicBezTo>
                      <a:pt x="696402" y="1260078"/>
                      <a:pt x="705204" y="1221916"/>
                      <a:pt x="704852" y="1183119"/>
                    </a:cubicBezTo>
                    <a:cubicBezTo>
                      <a:pt x="706401" y="1172065"/>
                      <a:pt x="708231" y="1161010"/>
                      <a:pt x="709358" y="1149885"/>
                    </a:cubicBezTo>
                    <a:cubicBezTo>
                      <a:pt x="711893" y="1125453"/>
                      <a:pt x="715906" y="1101443"/>
                      <a:pt x="731044" y="1080953"/>
                    </a:cubicBezTo>
                    <a:cubicBezTo>
                      <a:pt x="750900" y="1054056"/>
                      <a:pt x="762025" y="1023076"/>
                      <a:pt x="773432" y="992025"/>
                    </a:cubicBezTo>
                    <a:cubicBezTo>
                      <a:pt x="790049" y="946891"/>
                      <a:pt x="811031" y="903378"/>
                      <a:pt x="822508" y="856343"/>
                    </a:cubicBezTo>
                    <a:cubicBezTo>
                      <a:pt x="836942" y="797198"/>
                      <a:pt x="832295" y="738617"/>
                      <a:pt x="819480" y="679965"/>
                    </a:cubicBezTo>
                    <a:cubicBezTo>
                      <a:pt x="816382" y="665812"/>
                      <a:pt x="807651" y="664333"/>
                      <a:pt x="796033" y="665953"/>
                    </a:cubicBezTo>
                    <a:cubicBezTo>
                      <a:pt x="763292" y="670600"/>
                      <a:pt x="730692" y="671093"/>
                      <a:pt x="697599" y="667079"/>
                    </a:cubicBezTo>
                    <a:cubicBezTo>
                      <a:pt x="620922" y="657856"/>
                      <a:pt x="552272" y="629973"/>
                      <a:pt x="492634" y="581108"/>
                    </a:cubicBezTo>
                    <a:cubicBezTo>
                      <a:pt x="454612" y="549916"/>
                      <a:pt x="426166" y="509993"/>
                      <a:pt x="397579" y="470422"/>
                    </a:cubicBezTo>
                    <a:cubicBezTo>
                      <a:pt x="393777" y="465142"/>
                      <a:pt x="390609" y="459297"/>
                      <a:pt x="384272" y="453242"/>
                    </a:cubicBezTo>
                    <a:cubicBezTo>
                      <a:pt x="376879" y="463592"/>
                      <a:pt x="374414" y="475069"/>
                      <a:pt x="371598" y="485913"/>
                    </a:cubicBezTo>
                    <a:cubicBezTo>
                      <a:pt x="346743" y="582305"/>
                      <a:pt x="317381" y="677641"/>
                      <a:pt x="306890" y="777202"/>
                    </a:cubicBezTo>
                    <a:cubicBezTo>
                      <a:pt x="299849" y="843669"/>
                      <a:pt x="306890" y="906616"/>
                      <a:pt x="341955" y="965973"/>
                    </a:cubicBezTo>
                    <a:cubicBezTo>
                      <a:pt x="369697" y="1012937"/>
                      <a:pt x="395537" y="1061731"/>
                      <a:pt x="401381" y="1117778"/>
                    </a:cubicBezTo>
                    <a:cubicBezTo>
                      <a:pt x="402297" y="1126932"/>
                      <a:pt x="404691" y="1136085"/>
                      <a:pt x="399832" y="1144886"/>
                    </a:cubicBezTo>
                    <a:cubicBezTo>
                      <a:pt x="395608" y="1150097"/>
                      <a:pt x="390186" y="1147562"/>
                      <a:pt x="385187" y="1146928"/>
                    </a:cubicBezTo>
                    <a:cubicBezTo>
                      <a:pt x="368781" y="1144816"/>
                      <a:pt x="352235" y="1144464"/>
                      <a:pt x="335900" y="1146647"/>
                    </a:cubicBezTo>
                    <a:cubicBezTo>
                      <a:pt x="309073" y="1150308"/>
                      <a:pt x="299427" y="1160658"/>
                      <a:pt x="296892" y="1187696"/>
                    </a:cubicBezTo>
                    <a:cubicBezTo>
                      <a:pt x="295695" y="1200299"/>
                      <a:pt x="292034" y="1212269"/>
                      <a:pt x="289147" y="1224380"/>
                    </a:cubicBezTo>
                    <a:cubicBezTo>
                      <a:pt x="272600" y="1293734"/>
                      <a:pt x="281050" y="1361681"/>
                      <a:pt x="299145" y="1429205"/>
                    </a:cubicBezTo>
                    <a:cubicBezTo>
                      <a:pt x="305834" y="1454060"/>
                      <a:pt x="307454" y="1479900"/>
                      <a:pt x="314213" y="1504755"/>
                    </a:cubicBezTo>
                    <a:cubicBezTo>
                      <a:pt x="316396" y="1512782"/>
                      <a:pt x="314917" y="1519119"/>
                      <a:pt x="306679" y="1522640"/>
                    </a:cubicBezTo>
                    <a:cubicBezTo>
                      <a:pt x="299568" y="1525315"/>
                      <a:pt x="292456" y="1523907"/>
                      <a:pt x="285345" y="1522569"/>
                    </a:cubicBezTo>
                    <a:cubicBezTo>
                      <a:pt x="199444" y="1506516"/>
                      <a:pt x="113543" y="1490391"/>
                      <a:pt x="27078" y="1477154"/>
                    </a:cubicBezTo>
                    <a:cubicBezTo>
                      <a:pt x="17573" y="1475676"/>
                      <a:pt x="7082" y="1475676"/>
                      <a:pt x="533" y="1466452"/>
                    </a:cubicBezTo>
                    <a:cubicBezTo>
                      <a:pt x="-2213" y="1452088"/>
                      <a:pt x="6237" y="1441034"/>
                      <a:pt x="12362" y="1429697"/>
                    </a:cubicBezTo>
                    <a:cubicBezTo>
                      <a:pt x="37288" y="1384001"/>
                      <a:pt x="42639" y="1334995"/>
                      <a:pt x="38978" y="1284159"/>
                    </a:cubicBezTo>
                    <a:cubicBezTo>
                      <a:pt x="38555" y="1277540"/>
                      <a:pt x="35035" y="1271837"/>
                      <a:pt x="33556" y="1265429"/>
                    </a:cubicBezTo>
                    <a:close/>
                  </a:path>
                </a:pathLst>
              </a:custGeom>
              <a:solidFill>
                <a:srgbClr val="9C6828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DF47F76-7635-4120-9793-D4109815E484}"/>
                  </a:ext>
                </a:extLst>
              </p:cNvPr>
              <p:cNvSpPr/>
              <p:nvPr/>
            </p:nvSpPr>
            <p:spPr>
              <a:xfrm>
                <a:off x="5591577" y="2417057"/>
                <a:ext cx="1056230" cy="440878"/>
              </a:xfrm>
              <a:custGeom>
                <a:avLst/>
                <a:gdLst>
                  <a:gd name="connsiteX0" fmla="*/ 92379 w 1056230"/>
                  <a:gd name="connsiteY0" fmla="*/ 0 h 440878"/>
                  <a:gd name="connsiteX1" fmla="*/ 138639 w 1056230"/>
                  <a:gd name="connsiteY1" fmla="*/ 22602 h 440878"/>
                  <a:gd name="connsiteX2" fmla="*/ 613066 w 1056230"/>
                  <a:gd name="connsiteY2" fmla="*/ 96744 h 440878"/>
                  <a:gd name="connsiteX3" fmla="*/ 857321 w 1056230"/>
                  <a:gd name="connsiteY3" fmla="*/ 114488 h 440878"/>
                  <a:gd name="connsiteX4" fmla="*/ 967865 w 1056230"/>
                  <a:gd name="connsiteY4" fmla="*/ 118079 h 440878"/>
                  <a:gd name="connsiteX5" fmla="*/ 1021518 w 1056230"/>
                  <a:gd name="connsiteY5" fmla="*/ 98786 h 440878"/>
                  <a:gd name="connsiteX6" fmla="*/ 1021237 w 1056230"/>
                  <a:gd name="connsiteY6" fmla="*/ 145891 h 440878"/>
                  <a:gd name="connsiteX7" fmla="*/ 1029897 w 1056230"/>
                  <a:gd name="connsiteY7" fmla="*/ 253338 h 440878"/>
                  <a:gd name="connsiteX8" fmla="*/ 1056231 w 1056230"/>
                  <a:gd name="connsiteY8" fmla="*/ 373458 h 440878"/>
                  <a:gd name="connsiteX9" fmla="*/ 809160 w 1056230"/>
                  <a:gd name="connsiteY9" fmla="*/ 432181 h 440878"/>
                  <a:gd name="connsiteX10" fmla="*/ 531037 w 1056230"/>
                  <a:gd name="connsiteY10" fmla="*/ 437321 h 440878"/>
                  <a:gd name="connsiteX11" fmla="*/ 182857 w 1056230"/>
                  <a:gd name="connsiteY11" fmla="*/ 374444 h 440878"/>
                  <a:gd name="connsiteX12" fmla="*/ 0 w 1056230"/>
                  <a:gd name="connsiteY12" fmla="*/ 313750 h 440878"/>
                  <a:gd name="connsiteX13" fmla="*/ 18940 w 1056230"/>
                  <a:gd name="connsiteY13" fmla="*/ 277770 h 440878"/>
                  <a:gd name="connsiteX14" fmla="*/ 68580 w 1056230"/>
                  <a:gd name="connsiteY14" fmla="*/ 154340 h 440878"/>
                  <a:gd name="connsiteX15" fmla="*/ 89562 w 1056230"/>
                  <a:gd name="connsiteY15" fmla="*/ 51681 h 440878"/>
                  <a:gd name="connsiteX16" fmla="*/ 92379 w 1056230"/>
                  <a:gd name="connsiteY16" fmla="*/ 0 h 440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56230" h="440878">
                    <a:moveTo>
                      <a:pt x="92379" y="0"/>
                    </a:moveTo>
                    <a:cubicBezTo>
                      <a:pt x="104419" y="14505"/>
                      <a:pt x="120754" y="19081"/>
                      <a:pt x="138639" y="22602"/>
                    </a:cubicBezTo>
                    <a:cubicBezTo>
                      <a:pt x="295795" y="53794"/>
                      <a:pt x="453867" y="79071"/>
                      <a:pt x="613066" y="96744"/>
                    </a:cubicBezTo>
                    <a:cubicBezTo>
                      <a:pt x="694179" y="105757"/>
                      <a:pt x="775855" y="109770"/>
                      <a:pt x="857321" y="114488"/>
                    </a:cubicBezTo>
                    <a:cubicBezTo>
                      <a:pt x="894216" y="116671"/>
                      <a:pt x="930970" y="117445"/>
                      <a:pt x="967865" y="118079"/>
                    </a:cubicBezTo>
                    <a:cubicBezTo>
                      <a:pt x="988496" y="118431"/>
                      <a:pt x="1009126" y="120543"/>
                      <a:pt x="1021518" y="98786"/>
                    </a:cubicBezTo>
                    <a:cubicBezTo>
                      <a:pt x="1030249" y="116811"/>
                      <a:pt x="1021378" y="140047"/>
                      <a:pt x="1021237" y="145891"/>
                    </a:cubicBezTo>
                    <a:cubicBezTo>
                      <a:pt x="1020392" y="182012"/>
                      <a:pt x="1025673" y="217569"/>
                      <a:pt x="1029897" y="253338"/>
                    </a:cubicBezTo>
                    <a:cubicBezTo>
                      <a:pt x="1034756" y="294387"/>
                      <a:pt x="1046444" y="333676"/>
                      <a:pt x="1056231" y="373458"/>
                    </a:cubicBezTo>
                    <a:cubicBezTo>
                      <a:pt x="978709" y="413381"/>
                      <a:pt x="893934" y="423591"/>
                      <a:pt x="809160" y="432181"/>
                    </a:cubicBezTo>
                    <a:cubicBezTo>
                      <a:pt x="716710" y="441616"/>
                      <a:pt x="623980" y="443447"/>
                      <a:pt x="531037" y="437321"/>
                    </a:cubicBezTo>
                    <a:cubicBezTo>
                      <a:pt x="412536" y="429505"/>
                      <a:pt x="296570" y="408382"/>
                      <a:pt x="182857" y="374444"/>
                    </a:cubicBezTo>
                    <a:cubicBezTo>
                      <a:pt x="121318" y="356067"/>
                      <a:pt x="60201" y="336211"/>
                      <a:pt x="0" y="313750"/>
                    </a:cubicBezTo>
                    <a:cubicBezTo>
                      <a:pt x="6337" y="301780"/>
                      <a:pt x="12533" y="289740"/>
                      <a:pt x="18940" y="277770"/>
                    </a:cubicBezTo>
                    <a:cubicBezTo>
                      <a:pt x="39923" y="238411"/>
                      <a:pt x="56751" y="197784"/>
                      <a:pt x="68580" y="154340"/>
                    </a:cubicBezTo>
                    <a:cubicBezTo>
                      <a:pt x="77874" y="120332"/>
                      <a:pt x="82099" y="85760"/>
                      <a:pt x="89562" y="51681"/>
                    </a:cubicBezTo>
                    <a:cubicBezTo>
                      <a:pt x="90478" y="47809"/>
                      <a:pt x="83507" y="18800"/>
                      <a:pt x="92379" y="0"/>
                    </a:cubicBezTo>
                    <a:close/>
                  </a:path>
                </a:pathLst>
              </a:custGeom>
              <a:solidFill>
                <a:srgbClr val="1C190E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A4E555B-58A2-431E-A826-46F88ACD1574}"/>
                  </a:ext>
                </a:extLst>
              </p:cNvPr>
              <p:cNvSpPr/>
              <p:nvPr/>
            </p:nvSpPr>
            <p:spPr>
              <a:xfrm>
                <a:off x="5915729" y="438869"/>
                <a:ext cx="539340" cy="1114178"/>
              </a:xfrm>
              <a:custGeom>
                <a:avLst/>
                <a:gdLst>
                  <a:gd name="connsiteX0" fmla="*/ 99650 w 539340"/>
                  <a:gd name="connsiteY0" fmla="*/ 702980 h 1114178"/>
                  <a:gd name="connsiteX1" fmla="*/ 61276 w 539340"/>
                  <a:gd name="connsiteY1" fmla="*/ 572016 h 1114178"/>
                  <a:gd name="connsiteX2" fmla="*/ 9172 w 539340"/>
                  <a:gd name="connsiteY2" fmla="*/ 461753 h 1114178"/>
                  <a:gd name="connsiteX3" fmla="*/ 6567 w 539340"/>
                  <a:gd name="connsiteY3" fmla="*/ 308892 h 1114178"/>
                  <a:gd name="connsiteX4" fmla="*/ 81555 w 539340"/>
                  <a:gd name="connsiteY4" fmla="*/ 0 h 1114178"/>
                  <a:gd name="connsiteX5" fmla="*/ 96763 w 539340"/>
                  <a:gd name="connsiteY5" fmla="*/ 17391 h 1114178"/>
                  <a:gd name="connsiteX6" fmla="*/ 220264 w 539340"/>
                  <a:gd name="connsiteY6" fmla="*/ 154763 h 1114178"/>
                  <a:gd name="connsiteX7" fmla="*/ 483248 w 539340"/>
                  <a:gd name="connsiteY7" fmla="*/ 222639 h 1114178"/>
                  <a:gd name="connsiteX8" fmla="*/ 506694 w 539340"/>
                  <a:gd name="connsiteY8" fmla="*/ 220245 h 1114178"/>
                  <a:gd name="connsiteX9" fmla="*/ 525142 w 539340"/>
                  <a:gd name="connsiteY9" fmla="*/ 232003 h 1114178"/>
                  <a:gd name="connsiteX10" fmla="*/ 513595 w 539340"/>
                  <a:gd name="connsiteY10" fmla="*/ 472385 h 1114178"/>
                  <a:gd name="connsiteX11" fmla="*/ 469095 w 539340"/>
                  <a:gd name="connsiteY11" fmla="*/ 586169 h 1114178"/>
                  <a:gd name="connsiteX12" fmla="*/ 451000 w 539340"/>
                  <a:gd name="connsiteY12" fmla="*/ 623346 h 1114178"/>
                  <a:gd name="connsiteX13" fmla="*/ 414668 w 539340"/>
                  <a:gd name="connsiteY13" fmla="*/ 729736 h 1114178"/>
                  <a:gd name="connsiteX14" fmla="*/ 411710 w 539340"/>
                  <a:gd name="connsiteY14" fmla="*/ 741143 h 1114178"/>
                  <a:gd name="connsiteX15" fmla="*/ 367563 w 539340"/>
                  <a:gd name="connsiteY15" fmla="*/ 760647 h 1114178"/>
                  <a:gd name="connsiteX16" fmla="*/ 347496 w 539340"/>
                  <a:gd name="connsiteY16" fmla="*/ 793458 h 1114178"/>
                  <a:gd name="connsiteX17" fmla="*/ 287788 w 539340"/>
                  <a:gd name="connsiteY17" fmla="*/ 1006028 h 1114178"/>
                  <a:gd name="connsiteX18" fmla="*/ 215617 w 539340"/>
                  <a:gd name="connsiteY18" fmla="*/ 1099744 h 1114178"/>
                  <a:gd name="connsiteX19" fmla="*/ 197451 w 539340"/>
                  <a:gd name="connsiteY19" fmla="*/ 1114179 h 1114178"/>
                  <a:gd name="connsiteX20" fmla="*/ 191818 w 539340"/>
                  <a:gd name="connsiteY20" fmla="*/ 1111503 h 1114178"/>
                  <a:gd name="connsiteX21" fmla="*/ 183650 w 539340"/>
                  <a:gd name="connsiteY21" fmla="*/ 1059540 h 1114178"/>
                  <a:gd name="connsiteX22" fmla="*/ 143798 w 539340"/>
                  <a:gd name="connsiteY22" fmla="*/ 915620 h 1114178"/>
                  <a:gd name="connsiteX23" fmla="*/ 128237 w 539340"/>
                  <a:gd name="connsiteY23" fmla="*/ 825988 h 1114178"/>
                  <a:gd name="connsiteX24" fmla="*/ 111761 w 539340"/>
                  <a:gd name="connsiteY24" fmla="*/ 759027 h 1114178"/>
                  <a:gd name="connsiteX25" fmla="*/ 99650 w 539340"/>
                  <a:gd name="connsiteY25" fmla="*/ 702980 h 1114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39340" h="1114178">
                    <a:moveTo>
                      <a:pt x="99650" y="702980"/>
                    </a:moveTo>
                    <a:cubicBezTo>
                      <a:pt x="97397" y="656228"/>
                      <a:pt x="82892" y="613207"/>
                      <a:pt x="61276" y="572016"/>
                    </a:cubicBezTo>
                    <a:cubicBezTo>
                      <a:pt x="42336" y="536037"/>
                      <a:pt x="19664" y="501676"/>
                      <a:pt x="9172" y="461753"/>
                    </a:cubicBezTo>
                    <a:cubicBezTo>
                      <a:pt x="-4206" y="411058"/>
                      <a:pt x="-1037" y="359728"/>
                      <a:pt x="6567" y="308892"/>
                    </a:cubicBezTo>
                    <a:cubicBezTo>
                      <a:pt x="22198" y="204191"/>
                      <a:pt x="50996" y="102518"/>
                      <a:pt x="81555" y="0"/>
                    </a:cubicBezTo>
                    <a:cubicBezTo>
                      <a:pt x="89722" y="3802"/>
                      <a:pt x="92539" y="11336"/>
                      <a:pt x="96763" y="17391"/>
                    </a:cubicBezTo>
                    <a:cubicBezTo>
                      <a:pt x="132250" y="68369"/>
                      <a:pt x="168441" y="118924"/>
                      <a:pt x="220264" y="154763"/>
                    </a:cubicBezTo>
                    <a:cubicBezTo>
                      <a:pt x="299335" y="209472"/>
                      <a:pt x="386855" y="233834"/>
                      <a:pt x="483248" y="222639"/>
                    </a:cubicBezTo>
                    <a:cubicBezTo>
                      <a:pt x="491063" y="221723"/>
                      <a:pt x="499794" y="223272"/>
                      <a:pt x="506694" y="220245"/>
                    </a:cubicBezTo>
                    <a:cubicBezTo>
                      <a:pt x="520284" y="214330"/>
                      <a:pt x="522748" y="222357"/>
                      <a:pt x="525142" y="232003"/>
                    </a:cubicBezTo>
                    <a:cubicBezTo>
                      <a:pt x="545491" y="313257"/>
                      <a:pt x="545913" y="393525"/>
                      <a:pt x="513595" y="472385"/>
                    </a:cubicBezTo>
                    <a:cubicBezTo>
                      <a:pt x="498175" y="510055"/>
                      <a:pt x="484233" y="548358"/>
                      <a:pt x="469095" y="586169"/>
                    </a:cubicBezTo>
                    <a:cubicBezTo>
                      <a:pt x="463955" y="598984"/>
                      <a:pt x="459167" y="612503"/>
                      <a:pt x="451000" y="623346"/>
                    </a:cubicBezTo>
                    <a:cubicBezTo>
                      <a:pt x="426989" y="655031"/>
                      <a:pt x="417343" y="691010"/>
                      <a:pt x="414668" y="729736"/>
                    </a:cubicBezTo>
                    <a:cubicBezTo>
                      <a:pt x="414386" y="733609"/>
                      <a:pt x="412767" y="737341"/>
                      <a:pt x="411710" y="741143"/>
                    </a:cubicBezTo>
                    <a:cubicBezTo>
                      <a:pt x="400656" y="755788"/>
                      <a:pt x="382490" y="754732"/>
                      <a:pt x="367563" y="760647"/>
                    </a:cubicBezTo>
                    <a:cubicBezTo>
                      <a:pt x="345947" y="769307"/>
                      <a:pt x="341159" y="771208"/>
                      <a:pt x="347496" y="793458"/>
                    </a:cubicBezTo>
                    <a:cubicBezTo>
                      <a:pt x="371506" y="877176"/>
                      <a:pt x="326373" y="941180"/>
                      <a:pt x="287788" y="1006028"/>
                    </a:cubicBezTo>
                    <a:cubicBezTo>
                      <a:pt x="267791" y="1039684"/>
                      <a:pt x="239556" y="1068341"/>
                      <a:pt x="215617" y="1099744"/>
                    </a:cubicBezTo>
                    <a:cubicBezTo>
                      <a:pt x="210899" y="1105941"/>
                      <a:pt x="205900" y="1112348"/>
                      <a:pt x="197451" y="1114179"/>
                    </a:cubicBezTo>
                    <a:cubicBezTo>
                      <a:pt x="195197" y="1114108"/>
                      <a:pt x="193296" y="1113193"/>
                      <a:pt x="191818" y="1111503"/>
                    </a:cubicBezTo>
                    <a:cubicBezTo>
                      <a:pt x="180834" y="1095520"/>
                      <a:pt x="184425" y="1076931"/>
                      <a:pt x="183650" y="1059540"/>
                    </a:cubicBezTo>
                    <a:cubicBezTo>
                      <a:pt x="181327" y="1008351"/>
                      <a:pt x="164639" y="961387"/>
                      <a:pt x="143798" y="915620"/>
                    </a:cubicBezTo>
                    <a:cubicBezTo>
                      <a:pt x="130772" y="886963"/>
                      <a:pt x="121548" y="858588"/>
                      <a:pt x="128237" y="825988"/>
                    </a:cubicBezTo>
                    <a:cubicBezTo>
                      <a:pt x="133095" y="802259"/>
                      <a:pt x="127744" y="779305"/>
                      <a:pt x="111761" y="759027"/>
                    </a:cubicBezTo>
                    <a:cubicBezTo>
                      <a:pt x="99016" y="742903"/>
                      <a:pt x="96411" y="723188"/>
                      <a:pt x="99650" y="702980"/>
                    </a:cubicBezTo>
                    <a:close/>
                  </a:path>
                </a:pathLst>
              </a:custGeom>
              <a:solidFill>
                <a:srgbClr val="FCC985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0943EF6-9C48-4187-8DD4-13A858EDC7EB}"/>
                  </a:ext>
                </a:extLst>
              </p:cNvPr>
              <p:cNvSpPr/>
              <p:nvPr/>
            </p:nvSpPr>
            <p:spPr>
              <a:xfrm>
                <a:off x="5483898" y="1434213"/>
                <a:ext cx="1391124" cy="155165"/>
              </a:xfrm>
              <a:custGeom>
                <a:avLst/>
                <a:gdLst>
                  <a:gd name="connsiteX0" fmla="*/ 630337 w 1391124"/>
                  <a:gd name="connsiteY0" fmla="*/ 116511 h 155165"/>
                  <a:gd name="connsiteX1" fmla="*/ 726870 w 1391124"/>
                  <a:gd name="connsiteY1" fmla="*/ 119186 h 155165"/>
                  <a:gd name="connsiteX2" fmla="*/ 836640 w 1391124"/>
                  <a:gd name="connsiteY2" fmla="*/ 97923 h 155165"/>
                  <a:gd name="connsiteX3" fmla="*/ 1028228 w 1391124"/>
                  <a:gd name="connsiteY3" fmla="*/ 64125 h 155165"/>
                  <a:gd name="connsiteX4" fmla="*/ 1160671 w 1391124"/>
                  <a:gd name="connsiteY4" fmla="*/ 38707 h 155165"/>
                  <a:gd name="connsiteX5" fmla="*/ 1292550 w 1391124"/>
                  <a:gd name="connsiteY5" fmla="*/ 16528 h 155165"/>
                  <a:gd name="connsiteX6" fmla="*/ 1367748 w 1391124"/>
                  <a:gd name="connsiteY6" fmla="*/ 2305 h 155165"/>
                  <a:gd name="connsiteX7" fmla="*/ 1390984 w 1391124"/>
                  <a:gd name="connsiteY7" fmla="*/ 22090 h 155165"/>
                  <a:gd name="connsiteX8" fmla="*/ 1368382 w 1391124"/>
                  <a:gd name="connsiteY8" fmla="*/ 33849 h 155165"/>
                  <a:gd name="connsiteX9" fmla="*/ 965915 w 1391124"/>
                  <a:gd name="connsiteY9" fmla="*/ 107146 h 155165"/>
                  <a:gd name="connsiteX10" fmla="*/ 724828 w 1391124"/>
                  <a:gd name="connsiteY10" fmla="*/ 151153 h 155165"/>
                  <a:gd name="connsiteX11" fmla="*/ 650404 w 1391124"/>
                  <a:gd name="connsiteY11" fmla="*/ 152280 h 155165"/>
                  <a:gd name="connsiteX12" fmla="*/ 27410 w 1391124"/>
                  <a:gd name="connsiteY12" fmla="*/ 43565 h 155165"/>
                  <a:gd name="connsiteX13" fmla="*/ 4879 w 1391124"/>
                  <a:gd name="connsiteY13" fmla="*/ 36665 h 155165"/>
                  <a:gd name="connsiteX14" fmla="*/ 3964 w 1391124"/>
                  <a:gd name="connsiteY14" fmla="*/ 16105 h 155165"/>
                  <a:gd name="connsiteX15" fmla="*/ 20862 w 1391124"/>
                  <a:gd name="connsiteY15" fmla="*/ 13923 h 155165"/>
                  <a:gd name="connsiteX16" fmla="*/ 109932 w 1391124"/>
                  <a:gd name="connsiteY16" fmla="*/ 28145 h 155165"/>
                  <a:gd name="connsiteX17" fmla="*/ 133378 w 1391124"/>
                  <a:gd name="connsiteY17" fmla="*/ 30399 h 155165"/>
                  <a:gd name="connsiteX18" fmla="*/ 256456 w 1391124"/>
                  <a:gd name="connsiteY18" fmla="*/ 53634 h 155165"/>
                  <a:gd name="connsiteX19" fmla="*/ 432342 w 1391124"/>
                  <a:gd name="connsiteY19" fmla="*/ 84544 h 155165"/>
                  <a:gd name="connsiteX20" fmla="*/ 440158 w 1391124"/>
                  <a:gd name="connsiteY20" fmla="*/ 84192 h 155165"/>
                  <a:gd name="connsiteX21" fmla="*/ 625690 w 1391124"/>
                  <a:gd name="connsiteY21" fmla="*/ 116159 h 155165"/>
                  <a:gd name="connsiteX22" fmla="*/ 630337 w 1391124"/>
                  <a:gd name="connsiteY22" fmla="*/ 116511 h 155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91124" h="155165">
                    <a:moveTo>
                      <a:pt x="630337" y="116511"/>
                    </a:moveTo>
                    <a:cubicBezTo>
                      <a:pt x="662233" y="127354"/>
                      <a:pt x="694059" y="127073"/>
                      <a:pt x="726870" y="119186"/>
                    </a:cubicBezTo>
                    <a:cubicBezTo>
                      <a:pt x="763061" y="110456"/>
                      <a:pt x="800027" y="104893"/>
                      <a:pt x="836640" y="97923"/>
                    </a:cubicBezTo>
                    <a:cubicBezTo>
                      <a:pt x="901066" y="89684"/>
                      <a:pt x="964506" y="76025"/>
                      <a:pt x="1028228" y="64125"/>
                    </a:cubicBezTo>
                    <a:cubicBezTo>
                      <a:pt x="1072446" y="55887"/>
                      <a:pt x="1117157" y="50184"/>
                      <a:pt x="1160671" y="38707"/>
                    </a:cubicBezTo>
                    <a:cubicBezTo>
                      <a:pt x="1205241" y="34834"/>
                      <a:pt x="1248543" y="23569"/>
                      <a:pt x="1292550" y="16528"/>
                    </a:cubicBezTo>
                    <a:cubicBezTo>
                      <a:pt x="1317757" y="12514"/>
                      <a:pt x="1342682" y="7093"/>
                      <a:pt x="1367748" y="2305"/>
                    </a:cubicBezTo>
                    <a:cubicBezTo>
                      <a:pt x="1391547" y="-2201"/>
                      <a:pt x="1391547" y="-2201"/>
                      <a:pt x="1390984" y="22090"/>
                    </a:cubicBezTo>
                    <a:cubicBezTo>
                      <a:pt x="1387745" y="34201"/>
                      <a:pt x="1376691" y="32441"/>
                      <a:pt x="1368382" y="33849"/>
                    </a:cubicBezTo>
                    <a:cubicBezTo>
                      <a:pt x="1233898" y="56521"/>
                      <a:pt x="1100399" y="84404"/>
                      <a:pt x="965915" y="107146"/>
                    </a:cubicBezTo>
                    <a:cubicBezTo>
                      <a:pt x="885365" y="120806"/>
                      <a:pt x="805096" y="136155"/>
                      <a:pt x="724828" y="151153"/>
                    </a:cubicBezTo>
                    <a:cubicBezTo>
                      <a:pt x="699833" y="155800"/>
                      <a:pt x="675611" y="156715"/>
                      <a:pt x="650404" y="152280"/>
                    </a:cubicBezTo>
                    <a:cubicBezTo>
                      <a:pt x="442763" y="115736"/>
                      <a:pt x="235051" y="80109"/>
                      <a:pt x="27410" y="43565"/>
                    </a:cubicBezTo>
                    <a:cubicBezTo>
                      <a:pt x="19665" y="42228"/>
                      <a:pt x="11779" y="40960"/>
                      <a:pt x="4879" y="36665"/>
                    </a:cubicBezTo>
                    <a:cubicBezTo>
                      <a:pt x="-3289" y="30258"/>
                      <a:pt x="513" y="22372"/>
                      <a:pt x="3964" y="16105"/>
                    </a:cubicBezTo>
                    <a:cubicBezTo>
                      <a:pt x="7695" y="9275"/>
                      <a:pt x="14807" y="11881"/>
                      <a:pt x="20862" y="13923"/>
                    </a:cubicBezTo>
                    <a:cubicBezTo>
                      <a:pt x="50927" y="16387"/>
                      <a:pt x="80359" y="22724"/>
                      <a:pt x="109932" y="28145"/>
                    </a:cubicBezTo>
                    <a:cubicBezTo>
                      <a:pt x="117606" y="29554"/>
                      <a:pt x="125563" y="29695"/>
                      <a:pt x="133378" y="30399"/>
                    </a:cubicBezTo>
                    <a:cubicBezTo>
                      <a:pt x="174428" y="38144"/>
                      <a:pt x="215407" y="46171"/>
                      <a:pt x="256456" y="53634"/>
                    </a:cubicBezTo>
                    <a:cubicBezTo>
                      <a:pt x="315038" y="64196"/>
                      <a:pt x="373690" y="74335"/>
                      <a:pt x="432342" y="84544"/>
                    </a:cubicBezTo>
                    <a:cubicBezTo>
                      <a:pt x="434877" y="84967"/>
                      <a:pt x="437553" y="84333"/>
                      <a:pt x="440158" y="84192"/>
                    </a:cubicBezTo>
                    <a:cubicBezTo>
                      <a:pt x="501978" y="94824"/>
                      <a:pt x="563869" y="105527"/>
                      <a:pt x="625690" y="116159"/>
                    </a:cubicBezTo>
                    <a:cubicBezTo>
                      <a:pt x="627239" y="116300"/>
                      <a:pt x="628788" y="116370"/>
                      <a:pt x="630337" y="116511"/>
                    </a:cubicBezTo>
                    <a:close/>
                  </a:path>
                </a:pathLst>
              </a:custGeom>
              <a:solidFill>
                <a:srgbClr val="FAF8F5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6F8A743-C687-4783-8D9F-8B4CB50B2F63}"/>
                  </a:ext>
                </a:extLst>
              </p:cNvPr>
              <p:cNvSpPr/>
              <p:nvPr/>
            </p:nvSpPr>
            <p:spPr>
              <a:xfrm>
                <a:off x="5451794" y="1456304"/>
                <a:ext cx="1427594" cy="578946"/>
              </a:xfrm>
              <a:custGeom>
                <a:avLst/>
                <a:gdLst>
                  <a:gd name="connsiteX0" fmla="*/ 37053 w 1427594"/>
                  <a:gd name="connsiteY0" fmla="*/ 12251 h 578946"/>
                  <a:gd name="connsiteX1" fmla="*/ 253707 w 1427594"/>
                  <a:gd name="connsiteY1" fmla="*/ 48583 h 578946"/>
                  <a:gd name="connsiteX2" fmla="*/ 497258 w 1427594"/>
                  <a:gd name="connsiteY2" fmla="*/ 91041 h 578946"/>
                  <a:gd name="connsiteX3" fmla="*/ 706800 w 1427594"/>
                  <a:gd name="connsiteY3" fmla="*/ 127373 h 578946"/>
                  <a:gd name="connsiteX4" fmla="*/ 783970 w 1427594"/>
                  <a:gd name="connsiteY4" fmla="*/ 117727 h 578946"/>
                  <a:gd name="connsiteX5" fmla="*/ 1068922 w 1427594"/>
                  <a:gd name="connsiteY5" fmla="*/ 66468 h 578946"/>
                  <a:gd name="connsiteX6" fmla="*/ 1377603 w 1427594"/>
                  <a:gd name="connsiteY6" fmla="*/ 9717 h 578946"/>
                  <a:gd name="connsiteX7" fmla="*/ 1423158 w 1427594"/>
                  <a:gd name="connsiteY7" fmla="*/ 0 h 578946"/>
                  <a:gd name="connsiteX8" fmla="*/ 1427031 w 1427594"/>
                  <a:gd name="connsiteY8" fmla="*/ 16335 h 578946"/>
                  <a:gd name="connsiteX9" fmla="*/ 1409147 w 1427594"/>
                  <a:gd name="connsiteY9" fmla="*/ 244466 h 578946"/>
                  <a:gd name="connsiteX10" fmla="*/ 1395839 w 1427594"/>
                  <a:gd name="connsiteY10" fmla="*/ 441475 h 578946"/>
                  <a:gd name="connsiteX11" fmla="*/ 1358803 w 1427594"/>
                  <a:gd name="connsiteY11" fmla="*/ 475131 h 578946"/>
                  <a:gd name="connsiteX12" fmla="*/ 1195098 w 1427594"/>
                  <a:gd name="connsiteY12" fmla="*/ 499775 h 578946"/>
                  <a:gd name="connsiteX13" fmla="*/ 1180453 w 1427594"/>
                  <a:gd name="connsiteY13" fmla="*/ 503084 h 578946"/>
                  <a:gd name="connsiteX14" fmla="*/ 1111309 w 1427594"/>
                  <a:gd name="connsiteY14" fmla="*/ 431406 h 578946"/>
                  <a:gd name="connsiteX15" fmla="*/ 945562 w 1427594"/>
                  <a:gd name="connsiteY15" fmla="*/ 353955 h 578946"/>
                  <a:gd name="connsiteX16" fmla="*/ 755172 w 1427594"/>
                  <a:gd name="connsiteY16" fmla="*/ 456472 h 578946"/>
                  <a:gd name="connsiteX17" fmla="*/ 762706 w 1427594"/>
                  <a:gd name="connsiteY17" fmla="*/ 561244 h 578946"/>
                  <a:gd name="connsiteX18" fmla="*/ 751370 w 1427594"/>
                  <a:gd name="connsiteY18" fmla="*/ 568355 h 578946"/>
                  <a:gd name="connsiteX19" fmla="*/ 614139 w 1427594"/>
                  <a:gd name="connsiteY19" fmla="*/ 570538 h 578946"/>
                  <a:gd name="connsiteX20" fmla="*/ 596748 w 1427594"/>
                  <a:gd name="connsiteY20" fmla="*/ 559413 h 578946"/>
                  <a:gd name="connsiteX21" fmla="*/ 627236 w 1427594"/>
                  <a:gd name="connsiteY21" fmla="*/ 515969 h 578946"/>
                  <a:gd name="connsiteX22" fmla="*/ 610337 w 1427594"/>
                  <a:gd name="connsiteY22" fmla="*/ 405706 h 578946"/>
                  <a:gd name="connsiteX23" fmla="*/ 382136 w 1427594"/>
                  <a:gd name="connsiteY23" fmla="*/ 336633 h 578946"/>
                  <a:gd name="connsiteX24" fmla="*/ 283209 w 1427594"/>
                  <a:gd name="connsiteY24" fmla="*/ 393244 h 578946"/>
                  <a:gd name="connsiteX25" fmla="*/ 218431 w 1427594"/>
                  <a:gd name="connsiteY25" fmla="*/ 469991 h 578946"/>
                  <a:gd name="connsiteX26" fmla="*/ 175974 w 1427594"/>
                  <a:gd name="connsiteY26" fmla="*/ 480905 h 578946"/>
                  <a:gd name="connsiteX27" fmla="*/ 21774 w 1427594"/>
                  <a:gd name="connsiteY27" fmla="*/ 451051 h 578946"/>
                  <a:gd name="connsiteX28" fmla="*/ 4453 w 1427594"/>
                  <a:gd name="connsiteY28" fmla="*/ 443798 h 578946"/>
                  <a:gd name="connsiteX29" fmla="*/ 3960 w 1427594"/>
                  <a:gd name="connsiteY29" fmla="*/ 389442 h 578946"/>
                  <a:gd name="connsiteX30" fmla="*/ 16634 w 1427594"/>
                  <a:gd name="connsiteY30" fmla="*/ 250521 h 578946"/>
                  <a:gd name="connsiteX31" fmla="*/ 32406 w 1427594"/>
                  <a:gd name="connsiteY31" fmla="*/ 48724 h 578946"/>
                  <a:gd name="connsiteX32" fmla="*/ 37053 w 1427594"/>
                  <a:gd name="connsiteY32" fmla="*/ 12251 h 578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427594" h="578946">
                    <a:moveTo>
                      <a:pt x="37053" y="12251"/>
                    </a:moveTo>
                    <a:cubicBezTo>
                      <a:pt x="109295" y="24362"/>
                      <a:pt x="181536" y="36261"/>
                      <a:pt x="253707" y="48583"/>
                    </a:cubicBezTo>
                    <a:cubicBezTo>
                      <a:pt x="334961" y="62525"/>
                      <a:pt x="416074" y="76888"/>
                      <a:pt x="497258" y="91041"/>
                    </a:cubicBezTo>
                    <a:cubicBezTo>
                      <a:pt x="567105" y="103152"/>
                      <a:pt x="637023" y="115051"/>
                      <a:pt x="706800" y="127373"/>
                    </a:cubicBezTo>
                    <a:cubicBezTo>
                      <a:pt x="733556" y="132090"/>
                      <a:pt x="758692" y="122374"/>
                      <a:pt x="783970" y="117727"/>
                    </a:cubicBezTo>
                    <a:cubicBezTo>
                      <a:pt x="878884" y="100335"/>
                      <a:pt x="973797" y="83085"/>
                      <a:pt x="1068922" y="66468"/>
                    </a:cubicBezTo>
                    <a:cubicBezTo>
                      <a:pt x="1172003" y="48443"/>
                      <a:pt x="1274733" y="28939"/>
                      <a:pt x="1377603" y="9717"/>
                    </a:cubicBezTo>
                    <a:cubicBezTo>
                      <a:pt x="1392811" y="6900"/>
                      <a:pt x="1408794" y="7111"/>
                      <a:pt x="1423158" y="0"/>
                    </a:cubicBezTo>
                    <a:cubicBezTo>
                      <a:pt x="1429214" y="4295"/>
                      <a:pt x="1427453" y="10702"/>
                      <a:pt x="1427031" y="16335"/>
                    </a:cubicBezTo>
                    <a:cubicBezTo>
                      <a:pt x="1421187" y="92379"/>
                      <a:pt x="1414779" y="168422"/>
                      <a:pt x="1409147" y="244466"/>
                    </a:cubicBezTo>
                    <a:cubicBezTo>
                      <a:pt x="1404288" y="310089"/>
                      <a:pt x="1400275" y="375852"/>
                      <a:pt x="1395839" y="441475"/>
                    </a:cubicBezTo>
                    <a:cubicBezTo>
                      <a:pt x="1390488" y="471470"/>
                      <a:pt x="1390417" y="470695"/>
                      <a:pt x="1358803" y="475131"/>
                    </a:cubicBezTo>
                    <a:cubicBezTo>
                      <a:pt x="1304164" y="482806"/>
                      <a:pt x="1249666" y="491537"/>
                      <a:pt x="1195098" y="499775"/>
                    </a:cubicBezTo>
                    <a:cubicBezTo>
                      <a:pt x="1190873" y="503647"/>
                      <a:pt x="1186297" y="506182"/>
                      <a:pt x="1180453" y="503084"/>
                    </a:cubicBezTo>
                    <a:cubicBezTo>
                      <a:pt x="1159752" y="476962"/>
                      <a:pt x="1138840" y="451121"/>
                      <a:pt x="1111309" y="431406"/>
                    </a:cubicBezTo>
                    <a:cubicBezTo>
                      <a:pt x="1060825" y="395286"/>
                      <a:pt x="1007313" y="366699"/>
                      <a:pt x="945562" y="353955"/>
                    </a:cubicBezTo>
                    <a:cubicBezTo>
                      <a:pt x="865998" y="337478"/>
                      <a:pt x="774746" y="385076"/>
                      <a:pt x="755172" y="456472"/>
                    </a:cubicBezTo>
                    <a:cubicBezTo>
                      <a:pt x="745455" y="491959"/>
                      <a:pt x="754257" y="526742"/>
                      <a:pt x="762706" y="561244"/>
                    </a:cubicBezTo>
                    <a:cubicBezTo>
                      <a:pt x="760101" y="565468"/>
                      <a:pt x="755876" y="567299"/>
                      <a:pt x="751370" y="568355"/>
                    </a:cubicBezTo>
                    <a:cubicBezTo>
                      <a:pt x="705744" y="578917"/>
                      <a:pt x="660117" y="584690"/>
                      <a:pt x="614139" y="570538"/>
                    </a:cubicBezTo>
                    <a:cubicBezTo>
                      <a:pt x="607310" y="568425"/>
                      <a:pt x="599987" y="567158"/>
                      <a:pt x="596748" y="559413"/>
                    </a:cubicBezTo>
                    <a:cubicBezTo>
                      <a:pt x="607380" y="545260"/>
                      <a:pt x="618857" y="531741"/>
                      <a:pt x="627236" y="515969"/>
                    </a:cubicBezTo>
                    <a:cubicBezTo>
                      <a:pt x="649978" y="473300"/>
                      <a:pt x="646599" y="437250"/>
                      <a:pt x="610337" y="405706"/>
                    </a:cubicBezTo>
                    <a:cubicBezTo>
                      <a:pt x="545137" y="348955"/>
                      <a:pt x="469375" y="322129"/>
                      <a:pt x="382136" y="336633"/>
                    </a:cubicBezTo>
                    <a:cubicBezTo>
                      <a:pt x="342495" y="343252"/>
                      <a:pt x="311725" y="366769"/>
                      <a:pt x="283209" y="393244"/>
                    </a:cubicBezTo>
                    <a:cubicBezTo>
                      <a:pt x="258495" y="416127"/>
                      <a:pt x="236527" y="441686"/>
                      <a:pt x="218431" y="469991"/>
                    </a:cubicBezTo>
                    <a:cubicBezTo>
                      <a:pt x="210123" y="482947"/>
                      <a:pt x="179001" y="484496"/>
                      <a:pt x="175974" y="480905"/>
                    </a:cubicBezTo>
                    <a:cubicBezTo>
                      <a:pt x="124574" y="471048"/>
                      <a:pt x="73104" y="461260"/>
                      <a:pt x="21774" y="451051"/>
                    </a:cubicBezTo>
                    <a:cubicBezTo>
                      <a:pt x="15789" y="449854"/>
                      <a:pt x="8607" y="449924"/>
                      <a:pt x="4453" y="443798"/>
                    </a:cubicBezTo>
                    <a:cubicBezTo>
                      <a:pt x="-3715" y="425773"/>
                      <a:pt x="1355" y="406974"/>
                      <a:pt x="3960" y="389442"/>
                    </a:cubicBezTo>
                    <a:cubicBezTo>
                      <a:pt x="10860" y="343322"/>
                      <a:pt x="12762" y="296851"/>
                      <a:pt x="16634" y="250521"/>
                    </a:cubicBezTo>
                    <a:cubicBezTo>
                      <a:pt x="22267" y="183279"/>
                      <a:pt x="24802" y="115755"/>
                      <a:pt x="32406" y="48724"/>
                    </a:cubicBezTo>
                    <a:cubicBezTo>
                      <a:pt x="33955" y="36473"/>
                      <a:pt x="28815" y="23517"/>
                      <a:pt x="37053" y="12251"/>
                    </a:cubicBezTo>
                    <a:close/>
                  </a:path>
                </a:pathLst>
              </a:custGeom>
              <a:solidFill>
                <a:srgbClr val="010101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5030F0F5-57CC-4DE4-8946-E8A0CBFF4A07}"/>
                  </a:ext>
                </a:extLst>
              </p:cNvPr>
              <p:cNvSpPr/>
              <p:nvPr/>
            </p:nvSpPr>
            <p:spPr>
              <a:xfrm>
                <a:off x="6632317" y="1955903"/>
                <a:ext cx="27389" cy="62841"/>
              </a:xfrm>
              <a:custGeom>
                <a:avLst/>
                <a:gdLst>
                  <a:gd name="connsiteX0" fmla="*/ 0 w 27389"/>
                  <a:gd name="connsiteY0" fmla="*/ 3555 h 62841"/>
                  <a:gd name="connsiteX1" fmla="*/ 14716 w 27389"/>
                  <a:gd name="connsiteY1" fmla="*/ 246 h 62841"/>
                  <a:gd name="connsiteX2" fmla="*/ 27390 w 27389"/>
                  <a:gd name="connsiteY2" fmla="*/ 51082 h 62841"/>
                  <a:gd name="connsiteX3" fmla="*/ 19785 w 27389"/>
                  <a:gd name="connsiteY3" fmla="*/ 62700 h 62841"/>
                  <a:gd name="connsiteX4" fmla="*/ 0 w 27389"/>
                  <a:gd name="connsiteY4" fmla="*/ 3555 h 62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389" h="62841">
                    <a:moveTo>
                      <a:pt x="0" y="3555"/>
                    </a:moveTo>
                    <a:cubicBezTo>
                      <a:pt x="4365" y="34"/>
                      <a:pt x="9435" y="-388"/>
                      <a:pt x="14716" y="246"/>
                    </a:cubicBezTo>
                    <a:cubicBezTo>
                      <a:pt x="18940" y="17215"/>
                      <a:pt x="23165" y="34113"/>
                      <a:pt x="27390" y="51082"/>
                    </a:cubicBezTo>
                    <a:cubicBezTo>
                      <a:pt x="22883" y="53687"/>
                      <a:pt x="30488" y="64178"/>
                      <a:pt x="19785" y="62700"/>
                    </a:cubicBezTo>
                    <a:cubicBezTo>
                      <a:pt x="9787" y="44041"/>
                      <a:pt x="845" y="25171"/>
                      <a:pt x="0" y="3555"/>
                    </a:cubicBezTo>
                    <a:close/>
                  </a:path>
                </a:pathLst>
              </a:custGeom>
              <a:solidFill>
                <a:srgbClr val="D26232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82C063E-BC63-416E-A270-256BB841347A}"/>
                  </a:ext>
                </a:extLst>
              </p:cNvPr>
              <p:cNvSpPr/>
              <p:nvPr/>
            </p:nvSpPr>
            <p:spPr>
              <a:xfrm>
                <a:off x="6198164" y="1802066"/>
                <a:ext cx="774941" cy="859385"/>
              </a:xfrm>
              <a:custGeom>
                <a:avLst/>
                <a:gdLst>
                  <a:gd name="connsiteX0" fmla="*/ 747411 w 774941"/>
                  <a:gd name="connsiteY0" fmla="*/ 77898 h 859385"/>
                  <a:gd name="connsiteX1" fmla="*/ 687210 w 774941"/>
                  <a:gd name="connsiteY1" fmla="*/ 87193 h 859385"/>
                  <a:gd name="connsiteX2" fmla="*/ 647287 w 774941"/>
                  <a:gd name="connsiteY2" fmla="*/ 96346 h 859385"/>
                  <a:gd name="connsiteX3" fmla="*/ 607434 w 774941"/>
                  <a:gd name="connsiteY3" fmla="*/ 123806 h 859385"/>
                  <a:gd name="connsiteX4" fmla="*/ 472809 w 774941"/>
                  <a:gd name="connsiteY4" fmla="*/ 142888 h 859385"/>
                  <a:gd name="connsiteX5" fmla="*/ 484356 w 774941"/>
                  <a:gd name="connsiteY5" fmla="*/ 301523 h 859385"/>
                  <a:gd name="connsiteX6" fmla="*/ 453939 w 774941"/>
                  <a:gd name="connsiteY6" fmla="*/ 216396 h 859385"/>
                  <a:gd name="connsiteX7" fmla="*/ 435702 w 774941"/>
                  <a:gd name="connsiteY7" fmla="*/ 154224 h 859385"/>
                  <a:gd name="connsiteX8" fmla="*/ 406130 w 774941"/>
                  <a:gd name="connsiteY8" fmla="*/ 114934 h 859385"/>
                  <a:gd name="connsiteX9" fmla="*/ 208487 w 774941"/>
                  <a:gd name="connsiteY9" fmla="*/ 4953 h 859385"/>
                  <a:gd name="connsiteX10" fmla="*/ 61258 w 774941"/>
                  <a:gd name="connsiteY10" fmla="*/ 32624 h 859385"/>
                  <a:gd name="connsiteX11" fmla="*/ 494 w 774941"/>
                  <a:gd name="connsiteY11" fmla="*/ 153379 h 859385"/>
                  <a:gd name="connsiteX12" fmla="*/ 10563 w 774941"/>
                  <a:gd name="connsiteY12" fmla="*/ 211608 h 859385"/>
                  <a:gd name="connsiteX13" fmla="*/ 131387 w 774941"/>
                  <a:gd name="connsiteY13" fmla="*/ 375947 h 859385"/>
                  <a:gd name="connsiteX14" fmla="*/ 222076 w 774941"/>
                  <a:gd name="connsiteY14" fmla="*/ 419601 h 859385"/>
                  <a:gd name="connsiteX15" fmla="*/ 324454 w 774941"/>
                  <a:gd name="connsiteY15" fmla="*/ 518599 h 859385"/>
                  <a:gd name="connsiteX16" fmla="*/ 336846 w 774941"/>
                  <a:gd name="connsiteY16" fmla="*/ 547749 h 859385"/>
                  <a:gd name="connsiteX17" fmla="*/ 410636 w 774941"/>
                  <a:gd name="connsiteY17" fmla="*/ 716171 h 859385"/>
                  <a:gd name="connsiteX18" fmla="*/ 442814 w 774941"/>
                  <a:gd name="connsiteY18" fmla="*/ 767078 h 859385"/>
                  <a:gd name="connsiteX19" fmla="*/ 479850 w 774941"/>
                  <a:gd name="connsiteY19" fmla="*/ 812211 h 859385"/>
                  <a:gd name="connsiteX20" fmla="*/ 646442 w 774941"/>
                  <a:gd name="connsiteY20" fmla="*/ 832419 h 859385"/>
                  <a:gd name="connsiteX21" fmla="*/ 714529 w 774941"/>
                  <a:gd name="connsiteY21" fmla="*/ 714974 h 859385"/>
                  <a:gd name="connsiteX22" fmla="*/ 758395 w 774941"/>
                  <a:gd name="connsiteY22" fmla="*/ 383622 h 859385"/>
                  <a:gd name="connsiteX23" fmla="*/ 770435 w 774941"/>
                  <a:gd name="connsiteY23" fmla="*/ 105359 h 859385"/>
                  <a:gd name="connsiteX24" fmla="*/ 774941 w 774941"/>
                  <a:gd name="connsiteY24" fmla="*/ 90572 h 859385"/>
                  <a:gd name="connsiteX25" fmla="*/ 747411 w 774941"/>
                  <a:gd name="connsiteY25" fmla="*/ 77898 h 85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74941" h="859385">
                    <a:moveTo>
                      <a:pt x="747411" y="77898"/>
                    </a:moveTo>
                    <a:cubicBezTo>
                      <a:pt x="727484" y="81982"/>
                      <a:pt x="707206" y="83813"/>
                      <a:pt x="687210" y="87193"/>
                    </a:cubicBezTo>
                    <a:cubicBezTo>
                      <a:pt x="673761" y="89516"/>
                      <a:pt x="659679" y="89164"/>
                      <a:pt x="647287" y="96346"/>
                    </a:cubicBezTo>
                    <a:cubicBezTo>
                      <a:pt x="642006" y="117187"/>
                      <a:pt x="626304" y="121483"/>
                      <a:pt x="607434" y="123806"/>
                    </a:cubicBezTo>
                    <a:cubicBezTo>
                      <a:pt x="562442" y="129369"/>
                      <a:pt x="517661" y="136410"/>
                      <a:pt x="472809" y="142888"/>
                    </a:cubicBezTo>
                    <a:cubicBezTo>
                      <a:pt x="464360" y="144084"/>
                      <a:pt x="476752" y="269275"/>
                      <a:pt x="484356" y="301523"/>
                    </a:cubicBezTo>
                    <a:cubicBezTo>
                      <a:pt x="472175" y="273781"/>
                      <a:pt x="459501" y="246321"/>
                      <a:pt x="453939" y="216396"/>
                    </a:cubicBezTo>
                    <a:cubicBezTo>
                      <a:pt x="455277" y="215622"/>
                      <a:pt x="441617" y="174150"/>
                      <a:pt x="435702" y="154224"/>
                    </a:cubicBezTo>
                    <a:cubicBezTo>
                      <a:pt x="427887" y="139578"/>
                      <a:pt x="418029" y="126482"/>
                      <a:pt x="406130" y="114934"/>
                    </a:cubicBezTo>
                    <a:cubicBezTo>
                      <a:pt x="350154" y="60436"/>
                      <a:pt x="285024" y="21922"/>
                      <a:pt x="208487" y="4953"/>
                    </a:cubicBezTo>
                    <a:cubicBezTo>
                      <a:pt x="155961" y="-6665"/>
                      <a:pt x="105899" y="1996"/>
                      <a:pt x="61258" y="32624"/>
                    </a:cubicBezTo>
                    <a:cubicBezTo>
                      <a:pt x="19364" y="61352"/>
                      <a:pt x="-3731" y="100219"/>
                      <a:pt x="494" y="153379"/>
                    </a:cubicBezTo>
                    <a:cubicBezTo>
                      <a:pt x="2113" y="173305"/>
                      <a:pt x="5775" y="192456"/>
                      <a:pt x="10563" y="211608"/>
                    </a:cubicBezTo>
                    <a:cubicBezTo>
                      <a:pt x="27461" y="283638"/>
                      <a:pt x="68933" y="337643"/>
                      <a:pt x="131387" y="375947"/>
                    </a:cubicBezTo>
                    <a:cubicBezTo>
                      <a:pt x="160045" y="393549"/>
                      <a:pt x="190110" y="409673"/>
                      <a:pt x="222076" y="419601"/>
                    </a:cubicBezTo>
                    <a:cubicBezTo>
                      <a:pt x="273758" y="435655"/>
                      <a:pt x="305724" y="469593"/>
                      <a:pt x="324454" y="518599"/>
                    </a:cubicBezTo>
                    <a:cubicBezTo>
                      <a:pt x="328185" y="528456"/>
                      <a:pt x="332692" y="538032"/>
                      <a:pt x="336846" y="547749"/>
                    </a:cubicBezTo>
                    <a:cubicBezTo>
                      <a:pt x="360926" y="604077"/>
                      <a:pt x="382894" y="661392"/>
                      <a:pt x="410636" y="716171"/>
                    </a:cubicBezTo>
                    <a:cubicBezTo>
                      <a:pt x="418874" y="734760"/>
                      <a:pt x="433520" y="749264"/>
                      <a:pt x="442814" y="767078"/>
                    </a:cubicBezTo>
                    <a:cubicBezTo>
                      <a:pt x="455136" y="782146"/>
                      <a:pt x="467035" y="797566"/>
                      <a:pt x="479850" y="812211"/>
                    </a:cubicBezTo>
                    <a:cubicBezTo>
                      <a:pt x="527166" y="866216"/>
                      <a:pt x="594760" y="875088"/>
                      <a:pt x="646442" y="832419"/>
                    </a:cubicBezTo>
                    <a:cubicBezTo>
                      <a:pt x="683196" y="802072"/>
                      <a:pt x="701714" y="759544"/>
                      <a:pt x="714529" y="714974"/>
                    </a:cubicBezTo>
                    <a:cubicBezTo>
                      <a:pt x="745650" y="606823"/>
                      <a:pt x="750861" y="494941"/>
                      <a:pt x="758395" y="383622"/>
                    </a:cubicBezTo>
                    <a:cubicBezTo>
                      <a:pt x="764661" y="291031"/>
                      <a:pt x="766703" y="198160"/>
                      <a:pt x="770435" y="105359"/>
                    </a:cubicBezTo>
                    <a:cubicBezTo>
                      <a:pt x="770646" y="99866"/>
                      <a:pt x="771984" y="95079"/>
                      <a:pt x="774941" y="90572"/>
                    </a:cubicBezTo>
                    <a:cubicBezTo>
                      <a:pt x="771914" y="73251"/>
                      <a:pt x="758606" y="75645"/>
                      <a:pt x="747411" y="77898"/>
                    </a:cubicBezTo>
                    <a:close/>
                  </a:path>
                </a:pathLst>
              </a:custGeom>
              <a:solidFill>
                <a:srgbClr val="FCC985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EE8EE06-445B-4BF6-888D-97B48C5F329C}"/>
                  </a:ext>
                </a:extLst>
              </p:cNvPr>
              <p:cNvSpPr/>
              <p:nvPr/>
            </p:nvSpPr>
            <p:spPr>
              <a:xfrm>
                <a:off x="5448995" y="1443575"/>
                <a:ext cx="55765" cy="456386"/>
              </a:xfrm>
              <a:custGeom>
                <a:avLst/>
                <a:gdLst>
                  <a:gd name="connsiteX0" fmla="*/ 39852 w 55765"/>
                  <a:gd name="connsiteY0" fmla="*/ 24980 h 456386"/>
                  <a:gd name="connsiteX1" fmla="*/ 20490 w 55765"/>
                  <a:gd name="connsiteY1" fmla="*/ 279726 h 456386"/>
                  <a:gd name="connsiteX2" fmla="*/ 7323 w 55765"/>
                  <a:gd name="connsiteY2" fmla="*/ 456386 h 456386"/>
                  <a:gd name="connsiteX3" fmla="*/ 211 w 55765"/>
                  <a:gd name="connsiteY3" fmla="*/ 440403 h 456386"/>
                  <a:gd name="connsiteX4" fmla="*/ 0 w 55765"/>
                  <a:gd name="connsiteY4" fmla="*/ 393087 h 456386"/>
                  <a:gd name="connsiteX5" fmla="*/ 7745 w 55765"/>
                  <a:gd name="connsiteY5" fmla="*/ 382244 h 456386"/>
                  <a:gd name="connsiteX6" fmla="*/ 24292 w 55765"/>
                  <a:gd name="connsiteY6" fmla="*/ 136722 h 456386"/>
                  <a:gd name="connsiteX7" fmla="*/ 33023 w 55765"/>
                  <a:gd name="connsiteY7" fmla="*/ 16953 h 456386"/>
                  <a:gd name="connsiteX8" fmla="*/ 55765 w 55765"/>
                  <a:gd name="connsiteY8" fmla="*/ 4631 h 456386"/>
                  <a:gd name="connsiteX9" fmla="*/ 39852 w 55765"/>
                  <a:gd name="connsiteY9" fmla="*/ 24980 h 456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5765" h="456386">
                    <a:moveTo>
                      <a:pt x="39852" y="24980"/>
                    </a:moveTo>
                    <a:cubicBezTo>
                      <a:pt x="33375" y="109895"/>
                      <a:pt x="26897" y="194811"/>
                      <a:pt x="20490" y="279726"/>
                    </a:cubicBezTo>
                    <a:cubicBezTo>
                      <a:pt x="16054" y="338589"/>
                      <a:pt x="11759" y="397453"/>
                      <a:pt x="7323" y="456386"/>
                    </a:cubicBezTo>
                    <a:cubicBezTo>
                      <a:pt x="-2042" y="454204"/>
                      <a:pt x="282" y="446529"/>
                      <a:pt x="211" y="440403"/>
                    </a:cubicBezTo>
                    <a:cubicBezTo>
                      <a:pt x="-70" y="424631"/>
                      <a:pt x="70" y="408859"/>
                      <a:pt x="0" y="393087"/>
                    </a:cubicBezTo>
                    <a:cubicBezTo>
                      <a:pt x="7252" y="392735"/>
                      <a:pt x="7393" y="387806"/>
                      <a:pt x="7745" y="382244"/>
                    </a:cubicBezTo>
                    <a:cubicBezTo>
                      <a:pt x="13167" y="300427"/>
                      <a:pt x="18659" y="218539"/>
                      <a:pt x="24292" y="136722"/>
                    </a:cubicBezTo>
                    <a:cubicBezTo>
                      <a:pt x="27038" y="96799"/>
                      <a:pt x="30065" y="56876"/>
                      <a:pt x="33023" y="16953"/>
                    </a:cubicBezTo>
                    <a:cubicBezTo>
                      <a:pt x="34220" y="1181"/>
                      <a:pt x="40697" y="-5085"/>
                      <a:pt x="55765" y="4631"/>
                    </a:cubicBezTo>
                    <a:cubicBezTo>
                      <a:pt x="40909" y="3927"/>
                      <a:pt x="34994" y="10194"/>
                      <a:pt x="39852" y="24980"/>
                    </a:cubicBezTo>
                    <a:close/>
                  </a:path>
                </a:pathLst>
              </a:custGeom>
              <a:solidFill>
                <a:srgbClr val="ECCEB7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C3E03A7-EF24-4234-8A17-05635649DEEB}"/>
                  </a:ext>
                </a:extLst>
              </p:cNvPr>
              <p:cNvSpPr/>
              <p:nvPr/>
            </p:nvSpPr>
            <p:spPr>
              <a:xfrm>
                <a:off x="5312971" y="1782797"/>
                <a:ext cx="785582" cy="810372"/>
              </a:xfrm>
              <a:custGeom>
                <a:avLst/>
                <a:gdLst>
                  <a:gd name="connsiteX0" fmla="*/ 754723 w 785582"/>
                  <a:gd name="connsiteY0" fmla="*/ 76960 h 810372"/>
                  <a:gd name="connsiteX1" fmla="*/ 600453 w 785582"/>
                  <a:gd name="connsiteY1" fmla="*/ 3451 h 810372"/>
                  <a:gd name="connsiteX2" fmla="*/ 439635 w 785582"/>
                  <a:gd name="connsiteY2" fmla="*/ 44571 h 810372"/>
                  <a:gd name="connsiteX3" fmla="*/ 358169 w 785582"/>
                  <a:gd name="connsiteY3" fmla="*/ 132585 h 810372"/>
                  <a:gd name="connsiteX4" fmla="*/ 296630 w 785582"/>
                  <a:gd name="connsiteY4" fmla="*/ 245664 h 810372"/>
                  <a:gd name="connsiteX5" fmla="*/ 291068 w 785582"/>
                  <a:gd name="connsiteY5" fmla="*/ 244467 h 810372"/>
                  <a:gd name="connsiteX6" fmla="*/ 314937 w 785582"/>
                  <a:gd name="connsiteY6" fmla="*/ 154201 h 810372"/>
                  <a:gd name="connsiteX7" fmla="*/ 316134 w 785582"/>
                  <a:gd name="connsiteY7" fmla="*/ 154482 h 810372"/>
                  <a:gd name="connsiteX8" fmla="*/ 312966 w 785582"/>
                  <a:gd name="connsiteY8" fmla="*/ 149976 h 810372"/>
                  <a:gd name="connsiteX9" fmla="*/ 246428 w 785582"/>
                  <a:gd name="connsiteY9" fmla="*/ 134556 h 810372"/>
                  <a:gd name="connsiteX10" fmla="*/ 147501 w 785582"/>
                  <a:gd name="connsiteY10" fmla="*/ 111743 h 810372"/>
                  <a:gd name="connsiteX11" fmla="*/ 141797 w 785582"/>
                  <a:gd name="connsiteY11" fmla="*/ 88437 h 810372"/>
                  <a:gd name="connsiteX12" fmla="*/ 137432 w 785582"/>
                  <a:gd name="connsiteY12" fmla="*/ 52317 h 810372"/>
                  <a:gd name="connsiteX13" fmla="*/ 9496 w 785582"/>
                  <a:gd name="connsiteY13" fmla="*/ 26617 h 810372"/>
                  <a:gd name="connsiteX14" fmla="*/ 906 w 785582"/>
                  <a:gd name="connsiteY14" fmla="*/ 37812 h 810372"/>
                  <a:gd name="connsiteX15" fmla="*/ 4004 w 785582"/>
                  <a:gd name="connsiteY15" fmla="*/ 59076 h 810372"/>
                  <a:gd name="connsiteX16" fmla="*/ 8862 w 785582"/>
                  <a:gd name="connsiteY16" fmla="*/ 191518 h 810372"/>
                  <a:gd name="connsiteX17" fmla="*/ 36885 w 785582"/>
                  <a:gd name="connsiteY17" fmla="*/ 567511 h 810372"/>
                  <a:gd name="connsiteX18" fmla="*/ 88849 w 785582"/>
                  <a:gd name="connsiteY18" fmla="*/ 739595 h 810372"/>
                  <a:gd name="connsiteX19" fmla="*/ 257341 w 785582"/>
                  <a:gd name="connsiteY19" fmla="*/ 793671 h 810372"/>
                  <a:gd name="connsiteX20" fmla="*/ 294166 w 785582"/>
                  <a:gd name="connsiteY20" fmla="*/ 762479 h 810372"/>
                  <a:gd name="connsiteX21" fmla="*/ 344299 w 785582"/>
                  <a:gd name="connsiteY21" fmla="*/ 690660 h 810372"/>
                  <a:gd name="connsiteX22" fmla="*/ 375068 w 785582"/>
                  <a:gd name="connsiteY22" fmla="*/ 638133 h 810372"/>
                  <a:gd name="connsiteX23" fmla="*/ 392741 w 785582"/>
                  <a:gd name="connsiteY23" fmla="*/ 600534 h 810372"/>
                  <a:gd name="connsiteX24" fmla="*/ 460828 w 785582"/>
                  <a:gd name="connsiteY24" fmla="*/ 444856 h 810372"/>
                  <a:gd name="connsiteX25" fmla="*/ 529972 w 785582"/>
                  <a:gd name="connsiteY25" fmla="*/ 381205 h 810372"/>
                  <a:gd name="connsiteX26" fmla="*/ 641220 w 785582"/>
                  <a:gd name="connsiteY26" fmla="*/ 330227 h 810372"/>
                  <a:gd name="connsiteX27" fmla="*/ 741908 w 785582"/>
                  <a:gd name="connsiteY27" fmla="*/ 233765 h 810372"/>
                  <a:gd name="connsiteX28" fmla="*/ 770495 w 785582"/>
                  <a:gd name="connsiteY28" fmla="*/ 193631 h 810372"/>
                  <a:gd name="connsiteX29" fmla="*/ 754723 w 785582"/>
                  <a:gd name="connsiteY29" fmla="*/ 76960 h 810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785582" h="810372">
                    <a:moveTo>
                      <a:pt x="754723" y="76960"/>
                    </a:moveTo>
                    <a:cubicBezTo>
                      <a:pt x="711913" y="34784"/>
                      <a:pt x="658541" y="13591"/>
                      <a:pt x="600453" y="3451"/>
                    </a:cubicBezTo>
                    <a:cubicBezTo>
                      <a:pt x="540885" y="-6969"/>
                      <a:pt x="487373" y="6057"/>
                      <a:pt x="439635" y="44571"/>
                    </a:cubicBezTo>
                    <a:cubicBezTo>
                      <a:pt x="408020" y="70130"/>
                      <a:pt x="371477" y="94704"/>
                      <a:pt x="358169" y="132585"/>
                    </a:cubicBezTo>
                    <a:cubicBezTo>
                      <a:pt x="321767" y="235807"/>
                      <a:pt x="314092" y="220528"/>
                      <a:pt x="296630" y="245664"/>
                    </a:cubicBezTo>
                    <a:cubicBezTo>
                      <a:pt x="294800" y="245242"/>
                      <a:pt x="292899" y="244890"/>
                      <a:pt x="291068" y="244467"/>
                    </a:cubicBezTo>
                    <a:cubicBezTo>
                      <a:pt x="299024" y="214402"/>
                      <a:pt x="306981" y="184337"/>
                      <a:pt x="314937" y="154201"/>
                    </a:cubicBezTo>
                    <a:cubicBezTo>
                      <a:pt x="315360" y="154271"/>
                      <a:pt x="315712" y="154342"/>
                      <a:pt x="316134" y="154482"/>
                    </a:cubicBezTo>
                    <a:cubicBezTo>
                      <a:pt x="315430" y="152933"/>
                      <a:pt x="314444" y="151455"/>
                      <a:pt x="312966" y="149976"/>
                    </a:cubicBezTo>
                    <a:cubicBezTo>
                      <a:pt x="291772" y="140682"/>
                      <a:pt x="268607" y="139626"/>
                      <a:pt x="246428" y="134556"/>
                    </a:cubicBezTo>
                    <a:cubicBezTo>
                      <a:pt x="213475" y="127022"/>
                      <a:pt x="179185" y="125051"/>
                      <a:pt x="147501" y="111743"/>
                    </a:cubicBezTo>
                    <a:cubicBezTo>
                      <a:pt x="138981" y="105617"/>
                      <a:pt x="142361" y="96464"/>
                      <a:pt x="141797" y="88437"/>
                    </a:cubicBezTo>
                    <a:cubicBezTo>
                      <a:pt x="140952" y="76327"/>
                      <a:pt x="144473" y="63653"/>
                      <a:pt x="137432" y="52317"/>
                    </a:cubicBezTo>
                    <a:cubicBezTo>
                      <a:pt x="97087" y="32390"/>
                      <a:pt x="52305" y="34362"/>
                      <a:pt x="9496" y="26617"/>
                    </a:cubicBezTo>
                    <a:cubicBezTo>
                      <a:pt x="3722" y="25560"/>
                      <a:pt x="-2333" y="29363"/>
                      <a:pt x="906" y="37812"/>
                    </a:cubicBezTo>
                    <a:cubicBezTo>
                      <a:pt x="4708" y="44501"/>
                      <a:pt x="3722" y="51964"/>
                      <a:pt x="4004" y="59076"/>
                    </a:cubicBezTo>
                    <a:cubicBezTo>
                      <a:pt x="5764" y="103223"/>
                      <a:pt x="7172" y="147371"/>
                      <a:pt x="8862" y="191518"/>
                    </a:cubicBezTo>
                    <a:cubicBezTo>
                      <a:pt x="13650" y="317201"/>
                      <a:pt x="17875" y="442955"/>
                      <a:pt x="36885" y="567511"/>
                    </a:cubicBezTo>
                    <a:cubicBezTo>
                      <a:pt x="45968" y="627220"/>
                      <a:pt x="57797" y="686435"/>
                      <a:pt x="88849" y="739595"/>
                    </a:cubicBezTo>
                    <a:cubicBezTo>
                      <a:pt x="119548" y="792122"/>
                      <a:pt x="179185" y="835354"/>
                      <a:pt x="257341" y="793671"/>
                    </a:cubicBezTo>
                    <a:cubicBezTo>
                      <a:pt x="272198" y="786348"/>
                      <a:pt x="285576" y="777194"/>
                      <a:pt x="294166" y="762479"/>
                    </a:cubicBezTo>
                    <a:cubicBezTo>
                      <a:pt x="312191" y="739454"/>
                      <a:pt x="329442" y="715867"/>
                      <a:pt x="344299" y="690660"/>
                    </a:cubicBezTo>
                    <a:cubicBezTo>
                      <a:pt x="358381" y="675381"/>
                      <a:pt x="367393" y="657144"/>
                      <a:pt x="375068" y="638133"/>
                    </a:cubicBezTo>
                    <a:cubicBezTo>
                      <a:pt x="380208" y="625248"/>
                      <a:pt x="386545" y="612926"/>
                      <a:pt x="392741" y="600534"/>
                    </a:cubicBezTo>
                    <a:cubicBezTo>
                      <a:pt x="418089" y="549768"/>
                      <a:pt x="434565" y="495200"/>
                      <a:pt x="460828" y="444856"/>
                    </a:cubicBezTo>
                    <a:cubicBezTo>
                      <a:pt x="476389" y="415072"/>
                      <a:pt x="497019" y="392963"/>
                      <a:pt x="529972" y="381205"/>
                    </a:cubicBezTo>
                    <a:cubicBezTo>
                      <a:pt x="568345" y="367545"/>
                      <a:pt x="605945" y="351139"/>
                      <a:pt x="641220" y="330227"/>
                    </a:cubicBezTo>
                    <a:cubicBezTo>
                      <a:pt x="682129" y="305865"/>
                      <a:pt x="712969" y="270801"/>
                      <a:pt x="741908" y="233765"/>
                    </a:cubicBezTo>
                    <a:cubicBezTo>
                      <a:pt x="752117" y="220880"/>
                      <a:pt x="762468" y="208065"/>
                      <a:pt x="770495" y="193631"/>
                    </a:cubicBezTo>
                    <a:cubicBezTo>
                      <a:pt x="794716" y="150399"/>
                      <a:pt x="789998" y="111743"/>
                      <a:pt x="754723" y="76960"/>
                    </a:cubicBezTo>
                    <a:close/>
                  </a:path>
                </a:pathLst>
              </a:custGeom>
              <a:solidFill>
                <a:srgbClr val="FCC985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069C757-5B33-427D-88AC-0586958E6938}"/>
                  </a:ext>
                </a:extLst>
              </p:cNvPr>
              <p:cNvSpPr/>
              <p:nvPr/>
            </p:nvSpPr>
            <p:spPr>
              <a:xfrm>
                <a:off x="6074805" y="5233485"/>
                <a:ext cx="270799" cy="477102"/>
              </a:xfrm>
              <a:custGeom>
                <a:avLst/>
                <a:gdLst>
                  <a:gd name="connsiteX0" fmla="*/ 126246 w 270799"/>
                  <a:gd name="connsiteY0" fmla="*/ 477102 h 477102"/>
                  <a:gd name="connsiteX1" fmla="*/ 270800 w 270799"/>
                  <a:gd name="connsiteY1" fmla="*/ 0 h 477102"/>
                  <a:gd name="connsiteX2" fmla="*/ 0 w 270799"/>
                  <a:gd name="connsiteY2" fmla="*/ 307835 h 477102"/>
                  <a:gd name="connsiteX3" fmla="*/ 126246 w 270799"/>
                  <a:gd name="connsiteY3" fmla="*/ 477102 h 47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799" h="477102">
                    <a:moveTo>
                      <a:pt x="126246" y="477102"/>
                    </a:moveTo>
                    <a:cubicBezTo>
                      <a:pt x="169901" y="316707"/>
                      <a:pt x="219329" y="158072"/>
                      <a:pt x="270800" y="0"/>
                    </a:cubicBezTo>
                    <a:lnTo>
                      <a:pt x="0" y="307835"/>
                    </a:lnTo>
                    <a:lnTo>
                      <a:pt x="126246" y="477102"/>
                    </a:lnTo>
                    <a:close/>
                  </a:path>
                </a:pathLst>
              </a:custGeom>
              <a:noFill/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22F3B2A-534D-4307-B107-A817BF5E66EA}"/>
                  </a:ext>
                </a:extLst>
              </p:cNvPr>
              <p:cNvSpPr/>
              <p:nvPr/>
            </p:nvSpPr>
            <p:spPr>
              <a:xfrm>
                <a:off x="5753161" y="5094415"/>
                <a:ext cx="595540" cy="446905"/>
              </a:xfrm>
              <a:custGeom>
                <a:avLst/>
                <a:gdLst>
                  <a:gd name="connsiteX0" fmla="*/ 580896 w 595540"/>
                  <a:gd name="connsiteY0" fmla="*/ 115130 h 446905"/>
                  <a:gd name="connsiteX1" fmla="*/ 238278 w 595540"/>
                  <a:gd name="connsiteY1" fmla="*/ 37115 h 446905"/>
                  <a:gd name="connsiteX2" fmla="*/ 226167 w 595540"/>
                  <a:gd name="connsiteY2" fmla="*/ 25145 h 446905"/>
                  <a:gd name="connsiteX3" fmla="*/ 193074 w 595540"/>
                  <a:gd name="connsiteY3" fmla="*/ 79 h 446905"/>
                  <a:gd name="connsiteX4" fmla="*/ 15076 w 595540"/>
                  <a:gd name="connsiteY4" fmla="*/ 9 h 446905"/>
                  <a:gd name="connsiteX5" fmla="*/ 571 w 595540"/>
                  <a:gd name="connsiteY5" fmla="*/ 16344 h 446905"/>
                  <a:gd name="connsiteX6" fmla="*/ 321644 w 595540"/>
                  <a:gd name="connsiteY6" fmla="*/ 446905 h 446905"/>
                  <a:gd name="connsiteX7" fmla="*/ 592444 w 595540"/>
                  <a:gd name="connsiteY7" fmla="*/ 138999 h 446905"/>
                  <a:gd name="connsiteX8" fmla="*/ 593500 w 595540"/>
                  <a:gd name="connsiteY8" fmla="*/ 135831 h 446905"/>
                  <a:gd name="connsiteX9" fmla="*/ 580896 w 595540"/>
                  <a:gd name="connsiteY9" fmla="*/ 115130 h 4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5540" h="446905">
                    <a:moveTo>
                      <a:pt x="580896" y="115130"/>
                    </a:moveTo>
                    <a:cubicBezTo>
                      <a:pt x="466549" y="89641"/>
                      <a:pt x="352554" y="62885"/>
                      <a:pt x="238278" y="37115"/>
                    </a:cubicBezTo>
                    <a:cubicBezTo>
                      <a:pt x="230321" y="35284"/>
                      <a:pt x="226026" y="32961"/>
                      <a:pt x="226167" y="25145"/>
                    </a:cubicBezTo>
                    <a:cubicBezTo>
                      <a:pt x="226590" y="1487"/>
                      <a:pt x="210466" y="79"/>
                      <a:pt x="193074" y="79"/>
                    </a:cubicBezTo>
                    <a:cubicBezTo>
                      <a:pt x="133718" y="220"/>
                      <a:pt x="74362" y="924"/>
                      <a:pt x="15076" y="9"/>
                    </a:cubicBezTo>
                    <a:cubicBezTo>
                      <a:pt x="-344" y="-273"/>
                      <a:pt x="-978" y="6345"/>
                      <a:pt x="571" y="16344"/>
                    </a:cubicBezTo>
                    <a:lnTo>
                      <a:pt x="321644" y="446905"/>
                    </a:lnTo>
                    <a:lnTo>
                      <a:pt x="592444" y="138999"/>
                    </a:lnTo>
                    <a:cubicBezTo>
                      <a:pt x="592796" y="137943"/>
                      <a:pt x="593148" y="136887"/>
                      <a:pt x="593500" y="135831"/>
                    </a:cubicBezTo>
                    <a:cubicBezTo>
                      <a:pt x="598076" y="121749"/>
                      <a:pt x="595401" y="118299"/>
                      <a:pt x="580896" y="115130"/>
                    </a:cubicBezTo>
                    <a:close/>
                  </a:path>
                </a:pathLst>
              </a:custGeom>
              <a:noFill/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9243B43-6B41-49CD-81D4-47EAD9C5E96E}"/>
                  </a:ext>
                </a:extLst>
              </p:cNvPr>
              <p:cNvSpPr/>
              <p:nvPr/>
            </p:nvSpPr>
            <p:spPr>
              <a:xfrm>
                <a:off x="5753733" y="5110758"/>
                <a:ext cx="321072" cy="666155"/>
              </a:xfrm>
              <a:custGeom>
                <a:avLst/>
                <a:gdLst>
                  <a:gd name="connsiteX0" fmla="*/ 0 w 321072"/>
                  <a:gd name="connsiteY0" fmla="*/ 0 h 666155"/>
                  <a:gd name="connsiteX1" fmla="*/ 422 w 321072"/>
                  <a:gd name="connsiteY1" fmla="*/ 2465 h 666155"/>
                  <a:gd name="connsiteX2" fmla="*/ 51541 w 321072"/>
                  <a:gd name="connsiteY2" fmla="*/ 294739 h 666155"/>
                  <a:gd name="connsiteX3" fmla="*/ 109348 w 321072"/>
                  <a:gd name="connsiteY3" fmla="*/ 630598 h 666155"/>
                  <a:gd name="connsiteX4" fmla="*/ 113925 w 321072"/>
                  <a:gd name="connsiteY4" fmla="*/ 666156 h 666155"/>
                  <a:gd name="connsiteX5" fmla="*/ 321073 w 321072"/>
                  <a:gd name="connsiteY5" fmla="*/ 430561 h 666155"/>
                  <a:gd name="connsiteX6" fmla="*/ 0 w 321072"/>
                  <a:gd name="connsiteY6" fmla="*/ 0 h 66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1072" h="666155">
                    <a:moveTo>
                      <a:pt x="0" y="0"/>
                    </a:moveTo>
                    <a:cubicBezTo>
                      <a:pt x="141" y="775"/>
                      <a:pt x="282" y="1620"/>
                      <a:pt x="422" y="2465"/>
                    </a:cubicBezTo>
                    <a:cubicBezTo>
                      <a:pt x="17462" y="99913"/>
                      <a:pt x="34642" y="197291"/>
                      <a:pt x="51541" y="294739"/>
                    </a:cubicBezTo>
                    <a:cubicBezTo>
                      <a:pt x="70904" y="406692"/>
                      <a:pt x="89422" y="518786"/>
                      <a:pt x="109348" y="630598"/>
                    </a:cubicBezTo>
                    <a:cubicBezTo>
                      <a:pt x="111460" y="642568"/>
                      <a:pt x="113009" y="654467"/>
                      <a:pt x="113925" y="666156"/>
                    </a:cubicBezTo>
                    <a:lnTo>
                      <a:pt x="321073" y="43056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34F29AA1-8078-4D96-92B3-4586A98F8409}"/>
                  </a:ext>
                </a:extLst>
              </p:cNvPr>
              <p:cNvSpPr/>
              <p:nvPr/>
            </p:nvSpPr>
            <p:spPr>
              <a:xfrm>
                <a:off x="5708921" y="5541320"/>
                <a:ext cx="563106" cy="1317400"/>
              </a:xfrm>
              <a:custGeom>
                <a:avLst/>
                <a:gdLst>
                  <a:gd name="connsiteX0" fmla="*/ 158736 w 563106"/>
                  <a:gd name="connsiteY0" fmla="*/ 235664 h 1317400"/>
                  <a:gd name="connsiteX1" fmla="*/ 110504 w 563106"/>
                  <a:gd name="connsiteY1" fmla="*/ 420281 h 1317400"/>
                  <a:gd name="connsiteX2" fmla="*/ 61991 w 563106"/>
                  <a:gd name="connsiteY2" fmla="*/ 497029 h 1317400"/>
                  <a:gd name="connsiteX3" fmla="*/ 45163 w 563106"/>
                  <a:gd name="connsiteY3" fmla="*/ 648412 h 1317400"/>
                  <a:gd name="connsiteX4" fmla="*/ 55302 w 563106"/>
                  <a:gd name="connsiteY4" fmla="*/ 675661 h 1317400"/>
                  <a:gd name="connsiteX5" fmla="*/ 54598 w 563106"/>
                  <a:gd name="connsiteY5" fmla="*/ 807611 h 1317400"/>
                  <a:gd name="connsiteX6" fmla="*/ 945 w 563106"/>
                  <a:gd name="connsiteY6" fmla="*/ 1083621 h 1317400"/>
                  <a:gd name="connsiteX7" fmla="*/ 137190 w 563106"/>
                  <a:gd name="connsiteY7" fmla="*/ 1285276 h 1317400"/>
                  <a:gd name="connsiteX8" fmla="*/ 330115 w 563106"/>
                  <a:gd name="connsiteY8" fmla="*/ 1316821 h 1317400"/>
                  <a:gd name="connsiteX9" fmla="*/ 377924 w 563106"/>
                  <a:gd name="connsiteY9" fmla="*/ 1235637 h 1317400"/>
                  <a:gd name="connsiteX10" fmla="*/ 373418 w 563106"/>
                  <a:gd name="connsiteY10" fmla="*/ 1226906 h 1317400"/>
                  <a:gd name="connsiteX11" fmla="*/ 336664 w 563106"/>
                  <a:gd name="connsiteY11" fmla="*/ 1154454 h 1317400"/>
                  <a:gd name="connsiteX12" fmla="*/ 369897 w 563106"/>
                  <a:gd name="connsiteY12" fmla="*/ 1156777 h 1317400"/>
                  <a:gd name="connsiteX13" fmla="*/ 500157 w 563106"/>
                  <a:gd name="connsiteY13" fmla="*/ 1163325 h 1317400"/>
                  <a:gd name="connsiteX14" fmla="*/ 560992 w 563106"/>
                  <a:gd name="connsiteY14" fmla="*/ 1108898 h 1317400"/>
                  <a:gd name="connsiteX15" fmla="*/ 558105 w 563106"/>
                  <a:gd name="connsiteY15" fmla="*/ 1024264 h 1317400"/>
                  <a:gd name="connsiteX16" fmla="*/ 535151 w 563106"/>
                  <a:gd name="connsiteY16" fmla="*/ 764660 h 1317400"/>
                  <a:gd name="connsiteX17" fmla="*/ 522900 w 563106"/>
                  <a:gd name="connsiteY17" fmla="*/ 595886 h 1317400"/>
                  <a:gd name="connsiteX18" fmla="*/ 452982 w 563106"/>
                  <a:gd name="connsiteY18" fmla="*/ 348814 h 1317400"/>
                  <a:gd name="connsiteX19" fmla="*/ 451503 w 563106"/>
                  <a:gd name="connsiteY19" fmla="*/ 326213 h 1317400"/>
                  <a:gd name="connsiteX20" fmla="*/ 492130 w 563106"/>
                  <a:gd name="connsiteY20" fmla="*/ 169408 h 1317400"/>
                  <a:gd name="connsiteX21" fmla="*/ 365884 w 563106"/>
                  <a:gd name="connsiteY21" fmla="*/ 0 h 1317400"/>
                  <a:gd name="connsiteX22" fmla="*/ 158736 w 563106"/>
                  <a:gd name="connsiteY22" fmla="*/ 235664 h 131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106" h="1317400">
                    <a:moveTo>
                      <a:pt x="158736" y="235664"/>
                    </a:moveTo>
                    <a:cubicBezTo>
                      <a:pt x="164087" y="301569"/>
                      <a:pt x="150287" y="363249"/>
                      <a:pt x="110504" y="420281"/>
                    </a:cubicBezTo>
                    <a:cubicBezTo>
                      <a:pt x="93183" y="445066"/>
                      <a:pt x="78116" y="471400"/>
                      <a:pt x="61991" y="497029"/>
                    </a:cubicBezTo>
                    <a:cubicBezTo>
                      <a:pt x="31997" y="544767"/>
                      <a:pt x="21646" y="594689"/>
                      <a:pt x="45163" y="648412"/>
                    </a:cubicBezTo>
                    <a:cubicBezTo>
                      <a:pt x="49036" y="657284"/>
                      <a:pt x="51712" y="666648"/>
                      <a:pt x="55302" y="675661"/>
                    </a:cubicBezTo>
                    <a:cubicBezTo>
                      <a:pt x="72976" y="719808"/>
                      <a:pt x="70018" y="763252"/>
                      <a:pt x="54598" y="807611"/>
                    </a:cubicBezTo>
                    <a:cubicBezTo>
                      <a:pt x="23547" y="896962"/>
                      <a:pt x="-5673" y="986806"/>
                      <a:pt x="945" y="1083621"/>
                    </a:cubicBezTo>
                    <a:cubicBezTo>
                      <a:pt x="7282" y="1177478"/>
                      <a:pt x="47628" y="1248241"/>
                      <a:pt x="137190" y="1285276"/>
                    </a:cubicBezTo>
                    <a:cubicBezTo>
                      <a:pt x="198870" y="1310765"/>
                      <a:pt x="263577" y="1319919"/>
                      <a:pt x="330115" y="1316821"/>
                    </a:cubicBezTo>
                    <a:cubicBezTo>
                      <a:pt x="386022" y="1314216"/>
                      <a:pt x="402709" y="1285981"/>
                      <a:pt x="377924" y="1235637"/>
                    </a:cubicBezTo>
                    <a:cubicBezTo>
                      <a:pt x="376446" y="1232680"/>
                      <a:pt x="374897" y="1229793"/>
                      <a:pt x="373418" y="1226906"/>
                    </a:cubicBezTo>
                    <a:cubicBezTo>
                      <a:pt x="361659" y="1203671"/>
                      <a:pt x="349830" y="1180435"/>
                      <a:pt x="336664" y="1154454"/>
                    </a:cubicBezTo>
                    <a:cubicBezTo>
                      <a:pt x="350253" y="1155439"/>
                      <a:pt x="360040" y="1156354"/>
                      <a:pt x="369897" y="1156777"/>
                    </a:cubicBezTo>
                    <a:cubicBezTo>
                      <a:pt x="413341" y="1158678"/>
                      <a:pt x="456573" y="1164733"/>
                      <a:pt x="500157" y="1163325"/>
                    </a:cubicBezTo>
                    <a:cubicBezTo>
                      <a:pt x="536841" y="1162128"/>
                      <a:pt x="555359" y="1144596"/>
                      <a:pt x="560992" y="1108898"/>
                    </a:cubicBezTo>
                    <a:cubicBezTo>
                      <a:pt x="565498" y="1080382"/>
                      <a:pt x="561978" y="1052217"/>
                      <a:pt x="558105" y="1024264"/>
                    </a:cubicBezTo>
                    <a:cubicBezTo>
                      <a:pt x="545995" y="938081"/>
                      <a:pt x="535996" y="851969"/>
                      <a:pt x="535151" y="764660"/>
                    </a:cubicBezTo>
                    <a:cubicBezTo>
                      <a:pt x="534659" y="708331"/>
                      <a:pt x="529730" y="651792"/>
                      <a:pt x="522900" y="595886"/>
                    </a:cubicBezTo>
                    <a:cubicBezTo>
                      <a:pt x="512409" y="510196"/>
                      <a:pt x="487624" y="427956"/>
                      <a:pt x="452982" y="348814"/>
                    </a:cubicBezTo>
                    <a:cubicBezTo>
                      <a:pt x="449602" y="341140"/>
                      <a:pt x="449532" y="334451"/>
                      <a:pt x="451503" y="326213"/>
                    </a:cubicBezTo>
                    <a:cubicBezTo>
                      <a:pt x="464389" y="273757"/>
                      <a:pt x="477978" y="221442"/>
                      <a:pt x="492130" y="169408"/>
                    </a:cubicBezTo>
                    <a:lnTo>
                      <a:pt x="365884" y="0"/>
                    </a:lnTo>
                    <a:lnTo>
                      <a:pt x="158736" y="235664"/>
                    </a:lnTo>
                    <a:close/>
                  </a:path>
                </a:pathLst>
              </a:custGeom>
              <a:noFill/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44D848C-48D9-4E65-BBB1-C3F6AA7378C8}"/>
                  </a:ext>
                </a:extLst>
              </p:cNvPr>
              <p:cNvSpPr/>
              <p:nvPr/>
            </p:nvSpPr>
            <p:spPr>
              <a:xfrm>
                <a:off x="5266243" y="3268014"/>
                <a:ext cx="1605560" cy="1944858"/>
              </a:xfrm>
              <a:custGeom>
                <a:avLst/>
                <a:gdLst>
                  <a:gd name="connsiteX0" fmla="*/ 486574 w 1605560"/>
                  <a:gd name="connsiteY0" fmla="*/ 1826198 h 1944858"/>
                  <a:gd name="connsiteX1" fmla="*/ 680063 w 1605560"/>
                  <a:gd name="connsiteY1" fmla="*/ 1826550 h 1944858"/>
                  <a:gd name="connsiteX2" fmla="*/ 713156 w 1605560"/>
                  <a:gd name="connsiteY2" fmla="*/ 1851617 h 1944858"/>
                  <a:gd name="connsiteX3" fmla="*/ 725267 w 1605560"/>
                  <a:gd name="connsiteY3" fmla="*/ 1863587 h 1944858"/>
                  <a:gd name="connsiteX4" fmla="*/ 1082390 w 1605560"/>
                  <a:gd name="connsiteY4" fmla="*/ 1944840 h 1944858"/>
                  <a:gd name="connsiteX5" fmla="*/ 1233139 w 1605560"/>
                  <a:gd name="connsiteY5" fmla="*/ 1516251 h 1944858"/>
                  <a:gd name="connsiteX6" fmla="*/ 1280455 w 1605560"/>
                  <a:gd name="connsiteY6" fmla="*/ 1207288 h 1944858"/>
                  <a:gd name="connsiteX7" fmla="*/ 1301367 w 1605560"/>
                  <a:gd name="connsiteY7" fmla="*/ 970850 h 1944858"/>
                  <a:gd name="connsiteX8" fmla="*/ 1313830 w 1605560"/>
                  <a:gd name="connsiteY8" fmla="*/ 749760 h 1944858"/>
                  <a:gd name="connsiteX9" fmla="*/ 1327278 w 1605560"/>
                  <a:gd name="connsiteY9" fmla="*/ 722159 h 1944858"/>
                  <a:gd name="connsiteX10" fmla="*/ 1408673 w 1605560"/>
                  <a:gd name="connsiteY10" fmla="*/ 635765 h 1944858"/>
                  <a:gd name="connsiteX11" fmla="*/ 1529991 w 1605560"/>
                  <a:gd name="connsiteY11" fmla="*/ 492339 h 1944858"/>
                  <a:gd name="connsiteX12" fmla="*/ 1575335 w 1605560"/>
                  <a:gd name="connsiteY12" fmla="*/ 422843 h 1944858"/>
                  <a:gd name="connsiteX13" fmla="*/ 1605471 w 1605560"/>
                  <a:gd name="connsiteY13" fmla="*/ 329901 h 1944858"/>
                  <a:gd name="connsiteX14" fmla="*/ 1580334 w 1605560"/>
                  <a:gd name="connsiteY14" fmla="*/ 252309 h 1944858"/>
                  <a:gd name="connsiteX15" fmla="*/ 1514289 w 1605560"/>
                  <a:gd name="connsiteY15" fmla="*/ 187672 h 1944858"/>
                  <a:gd name="connsiteX16" fmla="*/ 1330517 w 1605560"/>
                  <a:gd name="connsiteY16" fmla="*/ 106418 h 1944858"/>
                  <a:gd name="connsiteX17" fmla="*/ 1012331 w 1605560"/>
                  <a:gd name="connsiteY17" fmla="*/ 89237 h 1944858"/>
                  <a:gd name="connsiteX18" fmla="*/ 970155 w 1605560"/>
                  <a:gd name="connsiteY18" fmla="*/ 98743 h 1944858"/>
                  <a:gd name="connsiteX19" fmla="*/ 847359 w 1605560"/>
                  <a:gd name="connsiteY19" fmla="*/ 153593 h 1944858"/>
                  <a:gd name="connsiteX20" fmla="*/ 812224 w 1605560"/>
                  <a:gd name="connsiteY20" fmla="*/ 146974 h 1944858"/>
                  <a:gd name="connsiteX21" fmla="*/ 711185 w 1605560"/>
                  <a:gd name="connsiteY21" fmla="*/ 67832 h 1944858"/>
                  <a:gd name="connsiteX22" fmla="*/ 483265 w 1605560"/>
                  <a:gd name="connsiteY22" fmla="*/ 27 h 1944858"/>
                  <a:gd name="connsiteX23" fmla="*/ 168388 w 1605560"/>
                  <a:gd name="connsiteY23" fmla="*/ 86984 h 1944858"/>
                  <a:gd name="connsiteX24" fmla="*/ 48197 w 1605560"/>
                  <a:gd name="connsiteY24" fmla="*/ 179222 h 1944858"/>
                  <a:gd name="connsiteX25" fmla="*/ 13555 w 1605560"/>
                  <a:gd name="connsiteY25" fmla="*/ 369049 h 1944858"/>
                  <a:gd name="connsiteX26" fmla="*/ 103681 w 1605560"/>
                  <a:gd name="connsiteY26" fmla="*/ 499943 h 1944858"/>
                  <a:gd name="connsiteX27" fmla="*/ 213733 w 1605560"/>
                  <a:gd name="connsiteY27" fmla="*/ 583028 h 1944858"/>
                  <a:gd name="connsiteX28" fmla="*/ 320264 w 1605560"/>
                  <a:gd name="connsiteY28" fmla="*/ 647735 h 1944858"/>
                  <a:gd name="connsiteX29" fmla="*/ 382437 w 1605560"/>
                  <a:gd name="connsiteY29" fmla="*/ 759477 h 1944858"/>
                  <a:gd name="connsiteX30" fmla="*/ 375185 w 1605560"/>
                  <a:gd name="connsiteY30" fmla="*/ 848053 h 1944858"/>
                  <a:gd name="connsiteX31" fmla="*/ 348006 w 1605560"/>
                  <a:gd name="connsiteY31" fmla="*/ 1024080 h 1944858"/>
                  <a:gd name="connsiteX32" fmla="*/ 341669 w 1605560"/>
                  <a:gd name="connsiteY32" fmla="*/ 1264814 h 1944858"/>
                  <a:gd name="connsiteX33" fmla="*/ 380888 w 1605560"/>
                  <a:gd name="connsiteY33" fmla="*/ 1500761 h 1944858"/>
                  <a:gd name="connsiteX34" fmla="*/ 486574 w 1605560"/>
                  <a:gd name="connsiteY34" fmla="*/ 1826198 h 1944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605560" h="1944858">
                    <a:moveTo>
                      <a:pt x="486574" y="1826198"/>
                    </a:moveTo>
                    <a:cubicBezTo>
                      <a:pt x="545931" y="1827184"/>
                      <a:pt x="620707" y="1826621"/>
                      <a:pt x="680063" y="1826550"/>
                    </a:cubicBezTo>
                    <a:cubicBezTo>
                      <a:pt x="697454" y="1826550"/>
                      <a:pt x="713508" y="1827959"/>
                      <a:pt x="713156" y="1851617"/>
                    </a:cubicBezTo>
                    <a:cubicBezTo>
                      <a:pt x="713015" y="1859432"/>
                      <a:pt x="717310" y="1861756"/>
                      <a:pt x="725267" y="1863587"/>
                    </a:cubicBezTo>
                    <a:cubicBezTo>
                      <a:pt x="839543" y="1889357"/>
                      <a:pt x="968043" y="1919352"/>
                      <a:pt x="1082390" y="1944840"/>
                    </a:cubicBezTo>
                    <a:cubicBezTo>
                      <a:pt x="1096824" y="1948079"/>
                      <a:pt x="1230393" y="1530192"/>
                      <a:pt x="1233139" y="1516251"/>
                    </a:cubicBezTo>
                    <a:cubicBezTo>
                      <a:pt x="1253558" y="1414015"/>
                      <a:pt x="1269471" y="1311004"/>
                      <a:pt x="1280455" y="1207288"/>
                    </a:cubicBezTo>
                    <a:cubicBezTo>
                      <a:pt x="1288834" y="1128569"/>
                      <a:pt x="1295734" y="1049780"/>
                      <a:pt x="1301367" y="970850"/>
                    </a:cubicBezTo>
                    <a:cubicBezTo>
                      <a:pt x="1306577" y="897200"/>
                      <a:pt x="1310802" y="823480"/>
                      <a:pt x="1313830" y="749760"/>
                    </a:cubicBezTo>
                    <a:cubicBezTo>
                      <a:pt x="1314323" y="738283"/>
                      <a:pt x="1319463" y="729623"/>
                      <a:pt x="1327278" y="722159"/>
                    </a:cubicBezTo>
                    <a:cubicBezTo>
                      <a:pt x="1356006" y="694910"/>
                      <a:pt x="1381635" y="664634"/>
                      <a:pt x="1408673" y="635765"/>
                    </a:cubicBezTo>
                    <a:cubicBezTo>
                      <a:pt x="1451412" y="590069"/>
                      <a:pt x="1494152" y="544090"/>
                      <a:pt x="1529991" y="492339"/>
                    </a:cubicBezTo>
                    <a:cubicBezTo>
                      <a:pt x="1546044" y="469737"/>
                      <a:pt x="1561605" y="446924"/>
                      <a:pt x="1575335" y="422843"/>
                    </a:cubicBezTo>
                    <a:cubicBezTo>
                      <a:pt x="1591811" y="393975"/>
                      <a:pt x="1604415" y="363769"/>
                      <a:pt x="1605471" y="329901"/>
                    </a:cubicBezTo>
                    <a:cubicBezTo>
                      <a:pt x="1606597" y="300962"/>
                      <a:pt x="1597022" y="275262"/>
                      <a:pt x="1580334" y="252309"/>
                    </a:cubicBezTo>
                    <a:cubicBezTo>
                      <a:pt x="1561957" y="227172"/>
                      <a:pt x="1540904" y="204570"/>
                      <a:pt x="1514289" y="187672"/>
                    </a:cubicBezTo>
                    <a:cubicBezTo>
                      <a:pt x="1457116" y="151269"/>
                      <a:pt x="1396069" y="123175"/>
                      <a:pt x="1330517" y="106418"/>
                    </a:cubicBezTo>
                    <a:cubicBezTo>
                      <a:pt x="1225816" y="79591"/>
                      <a:pt x="1119144" y="80295"/>
                      <a:pt x="1012331" y="89237"/>
                    </a:cubicBezTo>
                    <a:cubicBezTo>
                      <a:pt x="998038" y="90434"/>
                      <a:pt x="983815" y="92687"/>
                      <a:pt x="970155" y="98743"/>
                    </a:cubicBezTo>
                    <a:cubicBezTo>
                      <a:pt x="929176" y="116909"/>
                      <a:pt x="888197" y="135216"/>
                      <a:pt x="847359" y="153593"/>
                    </a:cubicBezTo>
                    <a:cubicBezTo>
                      <a:pt x="832995" y="160071"/>
                      <a:pt x="823349" y="157465"/>
                      <a:pt x="812224" y="146974"/>
                    </a:cubicBezTo>
                    <a:cubicBezTo>
                      <a:pt x="780962" y="117613"/>
                      <a:pt x="747869" y="90364"/>
                      <a:pt x="711185" y="67832"/>
                    </a:cubicBezTo>
                    <a:cubicBezTo>
                      <a:pt x="641196" y="24952"/>
                      <a:pt x="566772" y="-959"/>
                      <a:pt x="483265" y="27"/>
                    </a:cubicBezTo>
                    <a:cubicBezTo>
                      <a:pt x="370326" y="1365"/>
                      <a:pt x="266330" y="32557"/>
                      <a:pt x="168388" y="86984"/>
                    </a:cubicBezTo>
                    <a:cubicBezTo>
                      <a:pt x="123748" y="111769"/>
                      <a:pt x="81502" y="139792"/>
                      <a:pt x="48197" y="179222"/>
                    </a:cubicBezTo>
                    <a:cubicBezTo>
                      <a:pt x="459" y="235762"/>
                      <a:pt x="-13271" y="298216"/>
                      <a:pt x="13555" y="369049"/>
                    </a:cubicBezTo>
                    <a:cubicBezTo>
                      <a:pt x="32989" y="420379"/>
                      <a:pt x="65800" y="461780"/>
                      <a:pt x="103681" y="499943"/>
                    </a:cubicBezTo>
                    <a:cubicBezTo>
                      <a:pt x="135507" y="534092"/>
                      <a:pt x="173528" y="560074"/>
                      <a:pt x="213733" y="583028"/>
                    </a:cubicBezTo>
                    <a:cubicBezTo>
                      <a:pt x="249854" y="603658"/>
                      <a:pt x="285129" y="625555"/>
                      <a:pt x="320264" y="647735"/>
                    </a:cubicBezTo>
                    <a:cubicBezTo>
                      <a:pt x="360821" y="673365"/>
                      <a:pt x="383845" y="709274"/>
                      <a:pt x="382437" y="759477"/>
                    </a:cubicBezTo>
                    <a:cubicBezTo>
                      <a:pt x="381592" y="789190"/>
                      <a:pt x="379973" y="818622"/>
                      <a:pt x="375185" y="848053"/>
                    </a:cubicBezTo>
                    <a:cubicBezTo>
                      <a:pt x="365750" y="906635"/>
                      <a:pt x="356455" y="965287"/>
                      <a:pt x="348006" y="1024080"/>
                    </a:cubicBezTo>
                    <a:cubicBezTo>
                      <a:pt x="336529" y="1104137"/>
                      <a:pt x="335896" y="1184335"/>
                      <a:pt x="341669" y="1264814"/>
                    </a:cubicBezTo>
                    <a:cubicBezTo>
                      <a:pt x="347443" y="1344730"/>
                      <a:pt x="363637" y="1422816"/>
                      <a:pt x="380888" y="1500761"/>
                    </a:cubicBezTo>
                    <a:cubicBezTo>
                      <a:pt x="386591" y="1526953"/>
                      <a:pt x="471084" y="1825917"/>
                      <a:pt x="486574" y="1826198"/>
                    </a:cubicBezTo>
                    <a:close/>
                  </a:path>
                </a:pathLst>
              </a:custGeom>
              <a:solidFill>
                <a:srgbClr val="010100"/>
              </a:solidFill>
              <a:ln w="70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160"/>
              </a:p>
            </p:txBody>
          </p:sp>
        </p:grpSp>
      </p:grp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7344A23B-2389-4CFC-8920-E29843BE20B3}"/>
              </a:ext>
            </a:extLst>
          </p:cNvPr>
          <p:cNvSpPr txBox="1">
            <a:spLocks/>
          </p:cNvSpPr>
          <p:nvPr/>
        </p:nvSpPr>
        <p:spPr>
          <a:xfrm>
            <a:off x="4535471" y="3593206"/>
            <a:ext cx="2635200" cy="33264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44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87162A43-C45E-432C-B41C-37390FC74FF9}"/>
              </a:ext>
            </a:extLst>
          </p:cNvPr>
          <p:cNvSpPr txBox="1">
            <a:spLocks/>
          </p:cNvSpPr>
          <p:nvPr/>
        </p:nvSpPr>
        <p:spPr>
          <a:xfrm>
            <a:off x="4535471" y="3925604"/>
            <a:ext cx="2635200" cy="9936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40" dirty="0">
                <a:cs typeface="Arial" pitchFamily="34" charset="0"/>
              </a:rPr>
              <a:t>透過 </a:t>
            </a:r>
            <a:r>
              <a:rPr lang="en-US" altLang="zh-TW" sz="1440" dirty="0">
                <a:cs typeface="Arial" pitchFamily="34" charset="0"/>
              </a:rPr>
              <a:t>LINE </a:t>
            </a:r>
            <a:r>
              <a:rPr lang="zh-TW" altLang="en-US" sz="1440" dirty="0">
                <a:cs typeface="Arial" pitchFamily="34" charset="0"/>
              </a:rPr>
              <a:t>平台進行英語情境對話，模擬真實對話互動</a:t>
            </a:r>
            <a:endParaRPr lang="ko-KR" altLang="en-US" sz="1440" dirty="0">
              <a:cs typeface="Arial" pitchFamily="34" charset="0"/>
            </a:endParaRP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1DC63CAC-38F3-4B3B-A725-8121D50B22B1}"/>
              </a:ext>
            </a:extLst>
          </p:cNvPr>
          <p:cNvSpPr txBox="1">
            <a:spLocks/>
          </p:cNvSpPr>
          <p:nvPr/>
        </p:nvSpPr>
        <p:spPr>
          <a:xfrm>
            <a:off x="7906312" y="3925604"/>
            <a:ext cx="2635200" cy="9936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40" dirty="0">
                <a:cs typeface="Arial" pitchFamily="34" charset="0"/>
              </a:rPr>
              <a:t>即時語音回饋與互動設計，提高成就感與參與度</a:t>
            </a:r>
            <a:endParaRPr lang="ko-KR" altLang="en-US" sz="1440" dirty="0">
              <a:cs typeface="Arial" pitchFamily="34" charset="0"/>
            </a:endParaRPr>
          </a:p>
        </p:txBody>
      </p:sp>
      <p:sp>
        <p:nvSpPr>
          <p:cNvPr id="89" name="Text Placeholder 29">
            <a:extLst>
              <a:ext uri="{FF2B5EF4-FFF2-40B4-BE49-F238E27FC236}">
                <a16:creationId xmlns:a16="http://schemas.microsoft.com/office/drawing/2014/main" id="{036EAD5E-F728-426D-865B-FFD4B4762660}"/>
              </a:ext>
            </a:extLst>
          </p:cNvPr>
          <p:cNvSpPr txBox="1">
            <a:spLocks/>
          </p:cNvSpPr>
          <p:nvPr/>
        </p:nvSpPr>
        <p:spPr>
          <a:xfrm>
            <a:off x="4535471" y="6599216"/>
            <a:ext cx="2635200" cy="9936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/>
              <a:t>使用免費且熟悉的 </a:t>
            </a:r>
            <a:r>
              <a:rPr lang="en-US" altLang="zh-TW" sz="2400" dirty="0"/>
              <a:t>LINE </a:t>
            </a:r>
            <a:r>
              <a:rPr lang="zh-TW" altLang="en-US" sz="2400" dirty="0"/>
              <a:t>平台，降低學習門檻與成本</a:t>
            </a:r>
            <a:endParaRPr lang="ko-KR" altLang="en-US" sz="1440" dirty="0">
              <a:cs typeface="Arial" pitchFamily="34" charset="0"/>
            </a:endParaRPr>
          </a:p>
        </p:txBody>
      </p:sp>
      <p:sp>
        <p:nvSpPr>
          <p:cNvPr id="93" name="Text Placeholder 31">
            <a:extLst>
              <a:ext uri="{FF2B5EF4-FFF2-40B4-BE49-F238E27FC236}">
                <a16:creationId xmlns:a16="http://schemas.microsoft.com/office/drawing/2014/main" id="{67CD0CAE-606B-4B22-843C-9CA80A2D3762}"/>
              </a:ext>
            </a:extLst>
          </p:cNvPr>
          <p:cNvSpPr txBox="1">
            <a:spLocks/>
          </p:cNvSpPr>
          <p:nvPr/>
        </p:nvSpPr>
        <p:spPr>
          <a:xfrm>
            <a:off x="7906312" y="6599216"/>
            <a:ext cx="2635200" cy="9936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40" dirty="0">
                <a:cs typeface="Arial" pitchFamily="34" charset="0"/>
              </a:rPr>
              <a:t>	提供每日練習提醒與互動式任務，強化學習習慣</a:t>
            </a:r>
            <a:endParaRPr lang="ko-KR" altLang="en-US" sz="1440" dirty="0">
              <a:cs typeface="Arial" pitchFamily="34" charset="0"/>
            </a:endParaRPr>
          </a:p>
        </p:txBody>
      </p:sp>
      <p:sp>
        <p:nvSpPr>
          <p:cNvPr id="95" name="Oval 4">
            <a:extLst>
              <a:ext uri="{FF2B5EF4-FFF2-40B4-BE49-F238E27FC236}">
                <a16:creationId xmlns:a16="http://schemas.microsoft.com/office/drawing/2014/main" id="{034D3887-F2CC-4ABF-B2CC-4C973D984D86}"/>
              </a:ext>
            </a:extLst>
          </p:cNvPr>
          <p:cNvSpPr/>
          <p:nvPr/>
        </p:nvSpPr>
        <p:spPr>
          <a:xfrm>
            <a:off x="5399147" y="2567936"/>
            <a:ext cx="905272" cy="905272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80" b="1" dirty="0">
              <a:solidFill>
                <a:schemeClr val="accent2"/>
              </a:solidFill>
            </a:endParaRPr>
          </a:p>
        </p:txBody>
      </p:sp>
      <p:sp>
        <p:nvSpPr>
          <p:cNvPr id="97" name="Oval 18">
            <a:extLst>
              <a:ext uri="{FF2B5EF4-FFF2-40B4-BE49-F238E27FC236}">
                <a16:creationId xmlns:a16="http://schemas.microsoft.com/office/drawing/2014/main" id="{C5316071-172F-42AE-A310-69D62C5D0BAA}"/>
              </a:ext>
            </a:extLst>
          </p:cNvPr>
          <p:cNvSpPr/>
          <p:nvPr/>
        </p:nvSpPr>
        <p:spPr>
          <a:xfrm>
            <a:off x="8769988" y="2567936"/>
            <a:ext cx="905272" cy="905272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80" b="1" dirty="0"/>
          </a:p>
        </p:txBody>
      </p:sp>
      <p:sp>
        <p:nvSpPr>
          <p:cNvPr id="99" name="Oval 19">
            <a:extLst>
              <a:ext uri="{FF2B5EF4-FFF2-40B4-BE49-F238E27FC236}">
                <a16:creationId xmlns:a16="http://schemas.microsoft.com/office/drawing/2014/main" id="{CA5B33DC-BC4E-4B5B-A803-44903B15A8F3}"/>
              </a:ext>
            </a:extLst>
          </p:cNvPr>
          <p:cNvSpPr/>
          <p:nvPr/>
        </p:nvSpPr>
        <p:spPr>
          <a:xfrm>
            <a:off x="8769988" y="5241549"/>
            <a:ext cx="905272" cy="905272"/>
          </a:xfrm>
          <a:prstGeom prst="ellipse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80" b="1" dirty="0"/>
          </a:p>
        </p:txBody>
      </p:sp>
      <p:sp>
        <p:nvSpPr>
          <p:cNvPr id="101" name="Oval 20">
            <a:extLst>
              <a:ext uri="{FF2B5EF4-FFF2-40B4-BE49-F238E27FC236}">
                <a16:creationId xmlns:a16="http://schemas.microsoft.com/office/drawing/2014/main" id="{C13CCE55-8C7B-4C8F-BF74-8EBFD0545F24}"/>
              </a:ext>
            </a:extLst>
          </p:cNvPr>
          <p:cNvSpPr/>
          <p:nvPr/>
        </p:nvSpPr>
        <p:spPr>
          <a:xfrm>
            <a:off x="5399147" y="5241549"/>
            <a:ext cx="905272" cy="905272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80" b="1" dirty="0"/>
          </a:p>
        </p:txBody>
      </p:sp>
      <p:sp>
        <p:nvSpPr>
          <p:cNvPr id="105" name="Text Placeholder 7">
            <a:extLst>
              <a:ext uri="{FF2B5EF4-FFF2-40B4-BE49-F238E27FC236}">
                <a16:creationId xmlns:a16="http://schemas.microsoft.com/office/drawing/2014/main" id="{8B829E9F-3F52-42FD-B2C9-14992DCE9C65}"/>
              </a:ext>
            </a:extLst>
          </p:cNvPr>
          <p:cNvSpPr txBox="1">
            <a:spLocks/>
          </p:cNvSpPr>
          <p:nvPr/>
        </p:nvSpPr>
        <p:spPr>
          <a:xfrm>
            <a:off x="11281435" y="3925981"/>
            <a:ext cx="2635200" cy="9936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40" dirty="0">
                <a:cs typeface="Arial" pitchFamily="34" charset="0"/>
              </a:rPr>
              <a:t>Prompt Engineering </a:t>
            </a:r>
            <a:r>
              <a:rPr lang="zh-TW" altLang="en-US" sz="1440" dirty="0">
                <a:cs typeface="Arial" pitchFamily="34" charset="0"/>
              </a:rPr>
              <a:t>控制語法與詞彙難度，符合學習者程度</a:t>
            </a:r>
            <a:endParaRPr lang="ko-KR" altLang="en-US" sz="1440" dirty="0">
              <a:cs typeface="Arial" pitchFamily="34" charset="0"/>
            </a:endParaRPr>
          </a:p>
        </p:txBody>
      </p:sp>
      <p:sp>
        <p:nvSpPr>
          <p:cNvPr id="107" name="Text Placeholder 30">
            <a:extLst>
              <a:ext uri="{FF2B5EF4-FFF2-40B4-BE49-F238E27FC236}">
                <a16:creationId xmlns:a16="http://schemas.microsoft.com/office/drawing/2014/main" id="{8C115945-FFD9-43FB-BC68-996047FEC4EB}"/>
              </a:ext>
            </a:extLst>
          </p:cNvPr>
          <p:cNvSpPr txBox="1">
            <a:spLocks/>
          </p:cNvSpPr>
          <p:nvPr/>
        </p:nvSpPr>
        <p:spPr>
          <a:xfrm>
            <a:off x="11281435" y="6267194"/>
            <a:ext cx="2635200" cy="33264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4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Here</a:t>
            </a:r>
            <a:endParaRPr lang="ko-KR" altLang="en-US" sz="1440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09" name="Text Placeholder 31">
            <a:extLst>
              <a:ext uri="{FF2B5EF4-FFF2-40B4-BE49-F238E27FC236}">
                <a16:creationId xmlns:a16="http://schemas.microsoft.com/office/drawing/2014/main" id="{E789B9DB-DB43-49AA-9EEB-212323AFB3AE}"/>
              </a:ext>
            </a:extLst>
          </p:cNvPr>
          <p:cNvSpPr txBox="1">
            <a:spLocks/>
          </p:cNvSpPr>
          <p:nvPr/>
        </p:nvSpPr>
        <p:spPr>
          <a:xfrm>
            <a:off x="11281435" y="6599593"/>
            <a:ext cx="2635200" cy="993600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40">
                <a:cs typeface="Arial" pitchFamily="34" charset="0"/>
              </a:rPr>
              <a:t>You can simply impress your audience and add a unique zing and appeal to your Presentations</a:t>
            </a:r>
            <a:endParaRPr lang="ko-KR" altLang="en-US" sz="1440" dirty="0">
              <a:cs typeface="Arial" pitchFamily="34" charset="0"/>
            </a:endParaRPr>
          </a:p>
        </p:txBody>
      </p:sp>
      <p:sp>
        <p:nvSpPr>
          <p:cNvPr id="111" name="Oval 18">
            <a:extLst>
              <a:ext uri="{FF2B5EF4-FFF2-40B4-BE49-F238E27FC236}">
                <a16:creationId xmlns:a16="http://schemas.microsoft.com/office/drawing/2014/main" id="{43561C9B-6E88-4218-8661-CB86831A9A59}"/>
              </a:ext>
            </a:extLst>
          </p:cNvPr>
          <p:cNvSpPr/>
          <p:nvPr/>
        </p:nvSpPr>
        <p:spPr>
          <a:xfrm>
            <a:off x="12145112" y="2568312"/>
            <a:ext cx="905272" cy="905272"/>
          </a:xfrm>
          <a:prstGeom prst="ellipse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80" b="1" dirty="0"/>
          </a:p>
        </p:txBody>
      </p:sp>
      <p:sp>
        <p:nvSpPr>
          <p:cNvPr id="113" name="Oval 19">
            <a:extLst>
              <a:ext uri="{FF2B5EF4-FFF2-40B4-BE49-F238E27FC236}">
                <a16:creationId xmlns:a16="http://schemas.microsoft.com/office/drawing/2014/main" id="{E66949E6-5FAD-4721-9AB9-6B7E1A5D8D52}"/>
              </a:ext>
            </a:extLst>
          </p:cNvPr>
          <p:cNvSpPr/>
          <p:nvPr/>
        </p:nvSpPr>
        <p:spPr>
          <a:xfrm>
            <a:off x="12145112" y="5241926"/>
            <a:ext cx="905272" cy="905272"/>
          </a:xfrm>
          <a:prstGeom prst="ellipse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80" b="1" dirty="0"/>
          </a:p>
        </p:txBody>
      </p:sp>
      <p:sp>
        <p:nvSpPr>
          <p:cNvPr id="115" name="Donut 8">
            <a:extLst>
              <a:ext uri="{FF2B5EF4-FFF2-40B4-BE49-F238E27FC236}">
                <a16:creationId xmlns:a16="http://schemas.microsoft.com/office/drawing/2014/main" id="{49222F3C-3564-4ADC-BEEB-3CC1694D832E}"/>
              </a:ext>
            </a:extLst>
          </p:cNvPr>
          <p:cNvSpPr/>
          <p:nvPr/>
        </p:nvSpPr>
        <p:spPr>
          <a:xfrm>
            <a:off x="9000880" y="5426569"/>
            <a:ext cx="409696" cy="489718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17" name="Donut 39">
            <a:extLst>
              <a:ext uri="{FF2B5EF4-FFF2-40B4-BE49-F238E27FC236}">
                <a16:creationId xmlns:a16="http://schemas.microsoft.com/office/drawing/2014/main" id="{1FEB28B7-0D50-4EF1-8E68-CABB4BF3D4C9}"/>
              </a:ext>
            </a:extLst>
          </p:cNvPr>
          <p:cNvSpPr/>
          <p:nvPr/>
        </p:nvSpPr>
        <p:spPr>
          <a:xfrm>
            <a:off x="12377212" y="279187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>
              <a:solidFill>
                <a:schemeClr val="tx1"/>
              </a:solidFill>
            </a:endParaRPr>
          </a:p>
        </p:txBody>
      </p:sp>
      <p:sp>
        <p:nvSpPr>
          <p:cNvPr id="119" name="Rectangle 36">
            <a:extLst>
              <a:ext uri="{FF2B5EF4-FFF2-40B4-BE49-F238E27FC236}">
                <a16:creationId xmlns:a16="http://schemas.microsoft.com/office/drawing/2014/main" id="{9A93015C-34CA-4C63-8641-4C46CFCB7B37}"/>
              </a:ext>
            </a:extLst>
          </p:cNvPr>
          <p:cNvSpPr/>
          <p:nvPr/>
        </p:nvSpPr>
        <p:spPr>
          <a:xfrm>
            <a:off x="8977821" y="2807728"/>
            <a:ext cx="493890" cy="41285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 dirty="0"/>
          </a:p>
        </p:txBody>
      </p:sp>
      <p:sp>
        <p:nvSpPr>
          <p:cNvPr id="121" name="Rectangle 16">
            <a:extLst>
              <a:ext uri="{FF2B5EF4-FFF2-40B4-BE49-F238E27FC236}">
                <a16:creationId xmlns:a16="http://schemas.microsoft.com/office/drawing/2014/main" id="{3EFD096D-A183-494B-B85C-1525C22B33AF}"/>
              </a:ext>
            </a:extLst>
          </p:cNvPr>
          <p:cNvSpPr/>
          <p:nvPr/>
        </p:nvSpPr>
        <p:spPr>
          <a:xfrm>
            <a:off x="5585309" y="2865229"/>
            <a:ext cx="518562" cy="340806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123" name="Teardrop 6">
            <a:extLst>
              <a:ext uri="{FF2B5EF4-FFF2-40B4-BE49-F238E27FC236}">
                <a16:creationId xmlns:a16="http://schemas.microsoft.com/office/drawing/2014/main" id="{6052E057-E07C-4EB9-A3FD-A53CA34403BB}"/>
              </a:ext>
            </a:extLst>
          </p:cNvPr>
          <p:cNvSpPr/>
          <p:nvPr/>
        </p:nvSpPr>
        <p:spPr>
          <a:xfrm rot="8100000">
            <a:off x="12415597" y="5491660"/>
            <a:ext cx="351773" cy="351774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125" name="Oval 21">
            <a:extLst>
              <a:ext uri="{FF2B5EF4-FFF2-40B4-BE49-F238E27FC236}">
                <a16:creationId xmlns:a16="http://schemas.microsoft.com/office/drawing/2014/main" id="{E7EDC180-435C-4A10-8F25-AA666E478D7F}"/>
              </a:ext>
            </a:extLst>
          </p:cNvPr>
          <p:cNvSpPr>
            <a:spLocks noChangeAspect="1"/>
          </p:cNvSpPr>
          <p:nvPr/>
        </p:nvSpPr>
        <p:spPr>
          <a:xfrm>
            <a:off x="5648706" y="5492778"/>
            <a:ext cx="401872" cy="40522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4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0DE00-DBB7-4127-95B7-BBF30106D2E6}"/>
              </a:ext>
            </a:extLst>
          </p:cNvPr>
          <p:cNvSpPr txBox="1"/>
          <p:nvPr/>
        </p:nvSpPr>
        <p:spPr>
          <a:xfrm>
            <a:off x="4905780" y="654738"/>
            <a:ext cx="901085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5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	</a:t>
            </a:r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Sans Serif" panose="020B0604020202020204" pitchFamily="34" charset="0"/>
              </a:rPr>
              <a:t>解決方法</a:t>
            </a:r>
            <a:endParaRPr lang="ko-KR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Microsoft JhengHei" panose="020B0604030504040204" pitchFamily="34" charset="-12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7F910652-1ED7-4779-AADE-C6DB10809118}"/>
              </a:ext>
            </a:extLst>
          </p:cNvPr>
          <p:cNvGrpSpPr/>
          <p:nvPr/>
        </p:nvGrpSpPr>
        <p:grpSpPr>
          <a:xfrm>
            <a:off x="5892679" y="4405556"/>
            <a:ext cx="2924861" cy="1908980"/>
            <a:chOff x="700575" y="477868"/>
            <a:chExt cx="9072285" cy="592124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9C6C1B3-47E0-4764-B0C3-13B7AB43E42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36AD7B-C6A3-4D0B-A90E-4BEE2F2E6E43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00B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E2C9CF7-D331-4068-9F83-D439FA291463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01999" y="407988"/>
            <a:ext cx="14049632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英語學習系統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 </a:t>
            </a:r>
            <a:r>
              <a:rPr lang="en-US" altLang="zh-TW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</a:t>
            </a: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inebot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3" name="Elbow Connector 11">
            <a:extLst>
              <a:ext uri="{FF2B5EF4-FFF2-40B4-BE49-F238E27FC236}">
                <a16:creationId xmlns:a16="http://schemas.microsoft.com/office/drawing/2014/main" id="{6436BF6A-BC8C-4147-9FA7-BACC6415024F}"/>
              </a:ext>
            </a:extLst>
          </p:cNvPr>
          <p:cNvCxnSpPr/>
          <p:nvPr/>
        </p:nvCxnSpPr>
        <p:spPr>
          <a:xfrm>
            <a:off x="3945229" y="5252942"/>
            <a:ext cx="1980822" cy="642046"/>
          </a:xfrm>
          <a:prstGeom prst="bentConnector3">
            <a:avLst>
              <a:gd name="adj1" fmla="val -202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Elbow Connector 53">
            <a:extLst>
              <a:ext uri="{FF2B5EF4-FFF2-40B4-BE49-F238E27FC236}">
                <a16:creationId xmlns:a16="http://schemas.microsoft.com/office/drawing/2014/main" id="{BFCE1F58-BC50-4DB3-BC06-3D77B9BBDEBB}"/>
              </a:ext>
            </a:extLst>
          </p:cNvPr>
          <p:cNvCxnSpPr/>
          <p:nvPr/>
        </p:nvCxnSpPr>
        <p:spPr>
          <a:xfrm rot="10800000" flipV="1">
            <a:off x="8784168" y="5573964"/>
            <a:ext cx="1813126" cy="321024"/>
          </a:xfrm>
          <a:prstGeom prst="bentConnector3">
            <a:avLst>
              <a:gd name="adj1" fmla="val 198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lbow Connector 63">
            <a:extLst>
              <a:ext uri="{FF2B5EF4-FFF2-40B4-BE49-F238E27FC236}">
                <a16:creationId xmlns:a16="http://schemas.microsoft.com/office/drawing/2014/main" id="{68F0F43F-7807-4334-A7B9-4E9F70E55740}"/>
              </a:ext>
            </a:extLst>
          </p:cNvPr>
          <p:cNvCxnSpPr/>
          <p:nvPr/>
        </p:nvCxnSpPr>
        <p:spPr>
          <a:xfrm rot="5400000" flipH="1" flipV="1">
            <a:off x="8361710" y="3495528"/>
            <a:ext cx="1371269" cy="922384"/>
          </a:xfrm>
          <a:prstGeom prst="bentConnector3">
            <a:avLst>
              <a:gd name="adj1" fmla="val 50000"/>
            </a:avLst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39">
            <a:extLst>
              <a:ext uri="{FF2B5EF4-FFF2-40B4-BE49-F238E27FC236}">
                <a16:creationId xmlns:a16="http://schemas.microsoft.com/office/drawing/2014/main" id="{09D152F6-C50C-41BB-9CC7-1A4FF74FA573}"/>
              </a:ext>
            </a:extLst>
          </p:cNvPr>
          <p:cNvSpPr>
            <a:spLocks noChangeAspect="1"/>
          </p:cNvSpPr>
          <p:nvPr/>
        </p:nvSpPr>
        <p:spPr>
          <a:xfrm>
            <a:off x="2411062" y="4034635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223511" y="1089813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1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" name="Freeform 44">
            <a:extLst>
              <a:ext uri="{FF2B5EF4-FFF2-40B4-BE49-F238E27FC236}">
                <a16:creationId xmlns:a16="http://schemas.microsoft.com/office/drawing/2014/main" id="{690A250C-1C13-490D-BF9F-41A656A23763}"/>
              </a:ext>
            </a:extLst>
          </p:cNvPr>
          <p:cNvSpPr>
            <a:spLocks noChangeAspect="1"/>
          </p:cNvSpPr>
          <p:nvPr/>
        </p:nvSpPr>
        <p:spPr>
          <a:xfrm>
            <a:off x="4039856" y="2092283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2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3" name="Freeform 45">
            <a:extLst>
              <a:ext uri="{FF2B5EF4-FFF2-40B4-BE49-F238E27FC236}">
                <a16:creationId xmlns:a16="http://schemas.microsoft.com/office/drawing/2014/main" id="{20D3B618-2061-4582-9435-52E0ED3E41E0}"/>
              </a:ext>
            </a:extLst>
          </p:cNvPr>
          <p:cNvSpPr>
            <a:spLocks noChangeAspect="1"/>
          </p:cNvSpPr>
          <p:nvPr/>
        </p:nvSpPr>
        <p:spPr>
          <a:xfrm>
            <a:off x="8145006" y="2092283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9016" y="108164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3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4" name="Freeform 46">
            <a:extLst>
              <a:ext uri="{FF2B5EF4-FFF2-40B4-BE49-F238E27FC236}">
                <a16:creationId xmlns:a16="http://schemas.microsoft.com/office/drawing/2014/main" id="{95C182BE-B7CE-4FBE-9A37-F22C63AFC163}"/>
              </a:ext>
            </a:extLst>
          </p:cNvPr>
          <p:cNvSpPr>
            <a:spLocks noChangeAspect="1"/>
          </p:cNvSpPr>
          <p:nvPr/>
        </p:nvSpPr>
        <p:spPr>
          <a:xfrm>
            <a:off x="9391272" y="4034635"/>
            <a:ext cx="2730256" cy="1471018"/>
          </a:xfrm>
          <a:custGeom>
            <a:avLst/>
            <a:gdLst>
              <a:gd name="connsiteX0" fmla="*/ 759126 w 2031627"/>
              <a:gd name="connsiteY0" fmla="*/ 175 h 1094607"/>
              <a:gd name="connsiteX1" fmla="*/ 1202563 w 2031627"/>
              <a:gd name="connsiteY1" fmla="*/ 233386 h 1094607"/>
              <a:gd name="connsiteX2" fmla="*/ 1517075 w 2031627"/>
              <a:gd name="connsiteY2" fmla="*/ 223857 h 1094607"/>
              <a:gd name="connsiteX3" fmla="*/ 1636027 w 2031627"/>
              <a:gd name="connsiteY3" fmla="*/ 467173 h 1094607"/>
              <a:gd name="connsiteX4" fmla="*/ 1993043 w 2031627"/>
              <a:gd name="connsiteY4" fmla="*/ 605752 h 1094607"/>
              <a:gd name="connsiteX5" fmla="*/ 1981034 w 2031627"/>
              <a:gd name="connsiteY5" fmla="*/ 927342 h 1094607"/>
              <a:gd name="connsiteX6" fmla="*/ 1635570 w 2031627"/>
              <a:gd name="connsiteY6" fmla="*/ 1094607 h 1094607"/>
              <a:gd name="connsiteX7" fmla="*/ 417697 w 2031627"/>
              <a:gd name="connsiteY7" fmla="*/ 1091009 h 1094607"/>
              <a:gd name="connsiteX8" fmla="*/ 4450 w 2031627"/>
              <a:gd name="connsiteY8" fmla="*/ 817631 h 1094607"/>
              <a:gd name="connsiteX9" fmla="*/ 298401 w 2031627"/>
              <a:gd name="connsiteY9" fmla="*/ 448930 h 1094607"/>
              <a:gd name="connsiteX10" fmla="*/ 704111 w 2031627"/>
              <a:gd name="connsiteY10" fmla="*/ 3572 h 1094607"/>
              <a:gd name="connsiteX11" fmla="*/ 759126 w 2031627"/>
              <a:gd name="connsiteY11" fmla="*/ 175 h 109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31627" h="1094607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82686" y="108164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accent4"/>
          </a:solidFill>
          <a:ln w="88900">
            <a:solidFill>
              <a:schemeClr val="bg1"/>
            </a:solidFill>
          </a:ln>
          <a:effectLst>
            <a:innerShdw blurRad="127000" dist="1270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F8104-B47B-44CC-9E0F-D7D5E3DA71B1}"/>
              </a:ext>
            </a:extLst>
          </p:cNvPr>
          <p:cNvSpPr txBox="1"/>
          <p:nvPr/>
        </p:nvSpPr>
        <p:spPr>
          <a:xfrm>
            <a:off x="2945074" y="4782457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提示工程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E2869-3487-4060-98F9-7A3F2AD6364A}"/>
              </a:ext>
            </a:extLst>
          </p:cNvPr>
          <p:cNvSpPr txBox="1"/>
          <p:nvPr/>
        </p:nvSpPr>
        <p:spPr>
          <a:xfrm>
            <a:off x="4558310" y="2864465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三大功能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D0486-3B3F-4B0E-B0EE-CB3E8C176627}"/>
              </a:ext>
            </a:extLst>
          </p:cNvPr>
          <p:cNvSpPr txBox="1"/>
          <p:nvPr/>
        </p:nvSpPr>
        <p:spPr>
          <a:xfrm>
            <a:off x="8663462" y="2864465"/>
            <a:ext cx="16622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3CAE7-0513-4CD7-B966-375301219B51}"/>
              </a:ext>
            </a:extLst>
          </p:cNvPr>
          <p:cNvSpPr txBox="1"/>
          <p:nvPr/>
        </p:nvSpPr>
        <p:spPr>
          <a:xfrm>
            <a:off x="9941743" y="4782457"/>
            <a:ext cx="184660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評估系統成效</a:t>
            </a:r>
            <a:endParaRPr lang="ko-KR" altLang="en-US" sz="2000" b="1" dirty="0">
              <a:solidFill>
                <a:schemeClr val="bg1"/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33D532-8FC9-46E8-934E-A4AFBC49AF9F}"/>
              </a:ext>
            </a:extLst>
          </p:cNvPr>
          <p:cNvCxnSpPr/>
          <p:nvPr/>
        </p:nvCxnSpPr>
        <p:spPr>
          <a:xfrm>
            <a:off x="6157988" y="3511708"/>
            <a:ext cx="0" cy="1130646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4079EC9-2092-4F16-96AA-059F8843BBC4}"/>
              </a:ext>
            </a:extLst>
          </p:cNvPr>
          <p:cNvSpPr txBox="1"/>
          <p:nvPr/>
        </p:nvSpPr>
        <p:spPr>
          <a:xfrm>
            <a:off x="10211165" y="5723713"/>
            <a:ext cx="4082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分析教育效果與使用者接受度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提出優化建議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為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應用於語言教育提供實務參考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14350B-2F21-4965-A954-B2BA9CD7600E}"/>
              </a:ext>
            </a:extLst>
          </p:cNvPr>
          <p:cNvSpPr txBox="1"/>
          <p:nvPr/>
        </p:nvSpPr>
        <p:spPr>
          <a:xfrm>
            <a:off x="590911" y="2697201"/>
            <a:ext cx="32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對話、單字造句、　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跟讀、聽力練習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CFC999-091F-4021-AE51-787DED20AEBB}"/>
              </a:ext>
            </a:extLst>
          </p:cNvPr>
          <p:cNvSpPr txBox="1"/>
          <p:nvPr/>
        </p:nvSpPr>
        <p:spPr>
          <a:xfrm>
            <a:off x="950932" y="5726711"/>
            <a:ext cx="3038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優化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AI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提示設計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控制語法難度、詞彙選擇與回饋方式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. 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318DC7D0-D0D5-7920-E2E2-5A83DD53A186}"/>
              </a:ext>
            </a:extLst>
          </p:cNvPr>
          <p:cNvSpPr txBox="1"/>
          <p:nvPr/>
        </p:nvSpPr>
        <p:spPr>
          <a:xfrm>
            <a:off x="6082371" y="4977816"/>
            <a:ext cx="2670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Learn English </a:t>
            </a:r>
          </a:p>
          <a:p>
            <a:pPr algn="ctr"/>
            <a:r>
              <a:rPr lang="en-US" altLang="ko-KR" sz="2000" b="1" dirty="0" err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Linebot</a:t>
            </a:r>
            <a:endParaRPr lang="en-US" altLang="ko-KR" sz="20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1" name="TextBox 28">
            <a:extLst>
              <a:ext uri="{FF2B5EF4-FFF2-40B4-BE49-F238E27FC236}">
                <a16:creationId xmlns:a16="http://schemas.microsoft.com/office/drawing/2014/main" id="{3A155E81-7B96-47C6-AFAE-328C6AFAE53F}"/>
              </a:ext>
            </a:extLst>
          </p:cNvPr>
          <p:cNvSpPr txBox="1"/>
          <p:nvPr/>
        </p:nvSpPr>
        <p:spPr>
          <a:xfrm>
            <a:off x="11000827" y="2737139"/>
            <a:ext cx="303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整合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LLM</a:t>
            </a:r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、</a:t>
            </a:r>
            <a:endParaRPr lang="en-US" altLang="zh-TW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r>
              <a:rPr lang="zh-TW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語音識別與合成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F96A3F68-9A7D-7030-7444-4BF28097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0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AD10D4C-67E0-9F99-FF49-C5AB72CA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grpSp>
        <p:nvGrpSpPr>
          <p:cNvPr id="7" name="Group 25">
            <a:extLst>
              <a:ext uri="{FF2B5EF4-FFF2-40B4-BE49-F238E27FC236}">
                <a16:creationId xmlns:a16="http://schemas.microsoft.com/office/drawing/2014/main" id="{221C8EB4-B848-98CE-7270-CC27169C781E}"/>
              </a:ext>
            </a:extLst>
          </p:cNvPr>
          <p:cNvGrpSpPr/>
          <p:nvPr/>
        </p:nvGrpSpPr>
        <p:grpSpPr>
          <a:xfrm>
            <a:off x="2168827" y="111212"/>
            <a:ext cx="4689178" cy="7908324"/>
            <a:chOff x="445712" y="1449040"/>
            <a:chExt cx="2113018" cy="3924176"/>
          </a:xfrm>
        </p:grpSpPr>
        <p:sp>
          <p:nvSpPr>
            <p:cNvPr id="8" name="Rounded Rectangle 17">
              <a:extLst>
                <a:ext uri="{FF2B5EF4-FFF2-40B4-BE49-F238E27FC236}">
                  <a16:creationId xmlns:a16="http://schemas.microsoft.com/office/drawing/2014/main" id="{84F279BF-F9BB-5E22-39D0-3F32275CE3A0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9" name="Rectangle 19">
              <a:extLst>
                <a:ext uri="{FF2B5EF4-FFF2-40B4-BE49-F238E27FC236}">
                  <a16:creationId xmlns:a16="http://schemas.microsoft.com/office/drawing/2014/main" id="{0CF163FE-28FD-536F-E31E-7EC718D9C575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33B650BF-05BA-073B-FEC9-699366D3D158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11" name="Oval 22">
                <a:extLst>
                  <a:ext uri="{FF2B5EF4-FFF2-40B4-BE49-F238E27FC236}">
                    <a16:creationId xmlns:a16="http://schemas.microsoft.com/office/drawing/2014/main" id="{43A21683-3CCD-7060-B008-8796B34C988A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" name="Rounded Rectangle 23">
                <a:extLst>
                  <a:ext uri="{FF2B5EF4-FFF2-40B4-BE49-F238E27FC236}">
                    <a16:creationId xmlns:a16="http://schemas.microsoft.com/office/drawing/2014/main" id="{F296FEAC-0D2F-26BD-6123-AB3B26FF059B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06A0B5E1-37FE-09A6-B815-DB12A2073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19"/>
          <a:stretch/>
        </p:blipFill>
        <p:spPr>
          <a:xfrm>
            <a:off x="2360148" y="1414902"/>
            <a:ext cx="4300337" cy="588727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0D60072B-E961-2029-CDDA-3CF6CF2BE5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04" b="88588"/>
          <a:stretch/>
        </p:blipFill>
        <p:spPr>
          <a:xfrm>
            <a:off x="2360147" y="733505"/>
            <a:ext cx="4300337" cy="699567"/>
          </a:xfrm>
          <a:prstGeom prst="rect">
            <a:avLst/>
          </a:prstGeom>
        </p:spPr>
      </p:pic>
      <p:grpSp>
        <p:nvGrpSpPr>
          <p:cNvPr id="20" name="Group 25">
            <a:extLst>
              <a:ext uri="{FF2B5EF4-FFF2-40B4-BE49-F238E27FC236}">
                <a16:creationId xmlns:a16="http://schemas.microsoft.com/office/drawing/2014/main" id="{6E0EA8BC-D773-80F2-8486-1071E8C73BFE}"/>
              </a:ext>
            </a:extLst>
          </p:cNvPr>
          <p:cNvGrpSpPr/>
          <p:nvPr/>
        </p:nvGrpSpPr>
        <p:grpSpPr>
          <a:xfrm>
            <a:off x="7459517" y="49188"/>
            <a:ext cx="4689178" cy="7908324"/>
            <a:chOff x="445712" y="1449040"/>
            <a:chExt cx="2113018" cy="3924176"/>
          </a:xfrm>
        </p:grpSpPr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889BB9F7-9E4B-F880-56C0-AD63B021459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75044E7B-600C-02E1-91DA-87BB7B05D39D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3" name="Group 24">
              <a:extLst>
                <a:ext uri="{FF2B5EF4-FFF2-40B4-BE49-F238E27FC236}">
                  <a16:creationId xmlns:a16="http://schemas.microsoft.com/office/drawing/2014/main" id="{9E5E28BD-E6BD-967D-6720-1427A50A49F8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4" name="Oval 22">
                <a:extLst>
                  <a:ext uri="{FF2B5EF4-FFF2-40B4-BE49-F238E27FC236}">
                    <a16:creationId xmlns:a16="http://schemas.microsoft.com/office/drawing/2014/main" id="{900D2314-8DFA-6CC2-41D0-65468BA3B933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5" name="Rounded Rectangle 23">
                <a:extLst>
                  <a:ext uri="{FF2B5EF4-FFF2-40B4-BE49-F238E27FC236}">
                    <a16:creationId xmlns:a16="http://schemas.microsoft.com/office/drawing/2014/main" id="{3B31AE26-A9BF-1016-213C-8C1A3B8F7B5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C03C3644-BFEA-9535-D939-D852FBF0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31" b="4932"/>
          <a:stretch/>
        </p:blipFill>
        <p:spPr>
          <a:xfrm>
            <a:off x="7695018" y="455332"/>
            <a:ext cx="4229255" cy="678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5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3D4551-4C53-7640-1732-325C0837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1095" y="253740"/>
            <a:ext cx="12611336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5400" b="1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英語對話練習功能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5030F3C-3F14-4280-AA6C-19204206B3E0}"/>
              </a:ext>
            </a:extLst>
          </p:cNvPr>
          <p:cNvGrpSpPr/>
          <p:nvPr/>
        </p:nvGrpSpPr>
        <p:grpSpPr>
          <a:xfrm rot="16200000">
            <a:off x="9448901" y="2939386"/>
            <a:ext cx="7164977" cy="2045129"/>
            <a:chOff x="3960971" y="2767117"/>
            <a:chExt cx="4267200" cy="132148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00CC3D4-3213-44FE-AEA1-D00F01745FC6}"/>
                </a:ext>
              </a:extLst>
            </p:cNvPr>
            <p:cNvSpPr/>
            <p:nvPr/>
          </p:nvSpPr>
          <p:spPr>
            <a:xfrm>
              <a:off x="4049553" y="3359522"/>
              <a:ext cx="4086225" cy="657225"/>
            </a:xfrm>
            <a:custGeom>
              <a:avLst/>
              <a:gdLst>
                <a:gd name="connsiteX0" fmla="*/ 3881914 w 4086225"/>
                <a:gd name="connsiteY0" fmla="*/ 86622 h 657225"/>
                <a:gd name="connsiteX1" fmla="*/ 2049304 w 4086225"/>
                <a:gd name="connsiteY1" fmla="*/ 319032 h 657225"/>
                <a:gd name="connsiteX2" fmla="*/ 2049304 w 4086225"/>
                <a:gd name="connsiteY2" fmla="*/ 313317 h 657225"/>
                <a:gd name="connsiteX3" fmla="*/ 210979 w 4086225"/>
                <a:gd name="connsiteY3" fmla="*/ 78050 h 657225"/>
                <a:gd name="connsiteX4" fmla="*/ 7144 w 4086225"/>
                <a:gd name="connsiteY4" fmla="*/ 603830 h 657225"/>
                <a:gd name="connsiteX5" fmla="*/ 1779746 w 4086225"/>
                <a:gd name="connsiteY5" fmla="*/ 375230 h 657225"/>
                <a:gd name="connsiteX6" fmla="*/ 2043589 w 4086225"/>
                <a:gd name="connsiteY6" fmla="*/ 643835 h 657225"/>
                <a:gd name="connsiteX7" fmla="*/ 2043589 w 4086225"/>
                <a:gd name="connsiteY7" fmla="*/ 652407 h 657225"/>
                <a:gd name="connsiteX8" fmla="*/ 2312194 w 4086225"/>
                <a:gd name="connsiteY8" fmla="*/ 383802 h 657225"/>
                <a:gd name="connsiteX9" fmla="*/ 4084796 w 4086225"/>
                <a:gd name="connsiteY9" fmla="*/ 612402 h 657225"/>
                <a:gd name="connsiteX10" fmla="*/ 3881914 w 4086225"/>
                <a:gd name="connsiteY10" fmla="*/ 86622 h 657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86225" h="657225">
                  <a:moveTo>
                    <a:pt x="3881914" y="86622"/>
                  </a:moveTo>
                  <a:cubicBezTo>
                    <a:pt x="3555206" y="-1960"/>
                    <a:pt x="2711291" y="-80065"/>
                    <a:pt x="2049304" y="319032"/>
                  </a:cubicBezTo>
                  <a:lnTo>
                    <a:pt x="2049304" y="313317"/>
                  </a:lnTo>
                  <a:cubicBezTo>
                    <a:pt x="1385411" y="-88638"/>
                    <a:pt x="538639" y="-9580"/>
                    <a:pt x="210979" y="78050"/>
                  </a:cubicBezTo>
                  <a:cubicBezTo>
                    <a:pt x="210979" y="78050"/>
                    <a:pt x="17621" y="294267"/>
                    <a:pt x="7144" y="603830"/>
                  </a:cubicBezTo>
                  <a:lnTo>
                    <a:pt x="1779746" y="375230"/>
                  </a:lnTo>
                  <a:cubicBezTo>
                    <a:pt x="1779746" y="521915"/>
                    <a:pt x="1897856" y="640977"/>
                    <a:pt x="2043589" y="643835"/>
                  </a:cubicBezTo>
                  <a:lnTo>
                    <a:pt x="2043589" y="652407"/>
                  </a:lnTo>
                  <a:cubicBezTo>
                    <a:pt x="2192179" y="652407"/>
                    <a:pt x="2312194" y="532392"/>
                    <a:pt x="2312194" y="383802"/>
                  </a:cubicBezTo>
                  <a:lnTo>
                    <a:pt x="4084796" y="612402"/>
                  </a:lnTo>
                  <a:cubicBezTo>
                    <a:pt x="4076224" y="302840"/>
                    <a:pt x="3881914" y="86622"/>
                    <a:pt x="3881914" y="86622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3D9FB98-AB9C-4644-A8E5-20D1B7786152}"/>
                </a:ext>
              </a:extLst>
            </p:cNvPr>
            <p:cNvSpPr/>
            <p:nvPr/>
          </p:nvSpPr>
          <p:spPr>
            <a:xfrm>
              <a:off x="3960971" y="3698081"/>
              <a:ext cx="4267200" cy="390525"/>
            </a:xfrm>
            <a:custGeom>
              <a:avLst/>
              <a:gdLst>
                <a:gd name="connsiteX0" fmla="*/ 2127409 w 4267200"/>
                <a:gd name="connsiteY0" fmla="*/ 389096 h 390525"/>
                <a:gd name="connsiteX1" fmla="*/ 1806416 w 4267200"/>
                <a:gd name="connsiteY1" fmla="*/ 120491 h 390525"/>
                <a:gd name="connsiteX2" fmla="*/ 51911 w 4267200"/>
                <a:gd name="connsiteY2" fmla="*/ 330041 h 390525"/>
                <a:gd name="connsiteX3" fmla="*/ 7144 w 4267200"/>
                <a:gd name="connsiteY3" fmla="*/ 294799 h 390525"/>
                <a:gd name="connsiteX4" fmla="*/ 7144 w 4267200"/>
                <a:gd name="connsiteY4" fmla="*/ 251936 h 390525"/>
                <a:gd name="connsiteX5" fmla="*/ 51911 w 4267200"/>
                <a:gd name="connsiteY5" fmla="*/ 216694 h 390525"/>
                <a:gd name="connsiteX6" fmla="*/ 1859756 w 4267200"/>
                <a:gd name="connsiteY6" fmla="*/ 7144 h 390525"/>
                <a:gd name="connsiteX7" fmla="*/ 1915954 w 4267200"/>
                <a:gd name="connsiteY7" fmla="*/ 65246 h 390525"/>
                <a:gd name="connsiteX8" fmla="*/ 2127409 w 4267200"/>
                <a:gd name="connsiteY8" fmla="*/ 275749 h 390525"/>
                <a:gd name="connsiteX9" fmla="*/ 2338864 w 4267200"/>
                <a:gd name="connsiteY9" fmla="*/ 65246 h 390525"/>
                <a:gd name="connsiteX10" fmla="*/ 2395061 w 4267200"/>
                <a:gd name="connsiteY10" fmla="*/ 7144 h 390525"/>
                <a:gd name="connsiteX11" fmla="*/ 4231482 w 4267200"/>
                <a:gd name="connsiteY11" fmla="*/ 216694 h 390525"/>
                <a:gd name="connsiteX12" fmla="*/ 4266724 w 4267200"/>
                <a:gd name="connsiteY12" fmla="*/ 251936 h 390525"/>
                <a:gd name="connsiteX13" fmla="*/ 4266724 w 4267200"/>
                <a:gd name="connsiteY13" fmla="*/ 294799 h 390525"/>
                <a:gd name="connsiteX14" fmla="*/ 4231482 w 4267200"/>
                <a:gd name="connsiteY14" fmla="*/ 330041 h 390525"/>
                <a:gd name="connsiteX15" fmla="*/ 2448401 w 4267200"/>
                <a:gd name="connsiteY15" fmla="*/ 120491 h 390525"/>
                <a:gd name="connsiteX16" fmla="*/ 2127409 w 4267200"/>
                <a:gd name="connsiteY16" fmla="*/ 389096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267200" h="390525">
                  <a:moveTo>
                    <a:pt x="2127409" y="389096"/>
                  </a:moveTo>
                  <a:cubicBezTo>
                    <a:pt x="1967389" y="389096"/>
                    <a:pt x="1834039" y="272891"/>
                    <a:pt x="1806416" y="120491"/>
                  </a:cubicBezTo>
                  <a:lnTo>
                    <a:pt x="51911" y="330041"/>
                  </a:lnTo>
                  <a:cubicBezTo>
                    <a:pt x="31909" y="330041"/>
                    <a:pt x="7144" y="313849"/>
                    <a:pt x="7144" y="294799"/>
                  </a:cubicBezTo>
                  <a:lnTo>
                    <a:pt x="7144" y="251936"/>
                  </a:lnTo>
                  <a:cubicBezTo>
                    <a:pt x="7144" y="231934"/>
                    <a:pt x="32861" y="216694"/>
                    <a:pt x="51911" y="216694"/>
                  </a:cubicBezTo>
                  <a:lnTo>
                    <a:pt x="1859756" y="7144"/>
                  </a:lnTo>
                  <a:cubicBezTo>
                    <a:pt x="1891189" y="7144"/>
                    <a:pt x="1915954" y="32861"/>
                    <a:pt x="1915954" y="65246"/>
                  </a:cubicBezTo>
                  <a:cubicBezTo>
                    <a:pt x="1915954" y="181451"/>
                    <a:pt x="2011204" y="275749"/>
                    <a:pt x="2127409" y="275749"/>
                  </a:cubicBezTo>
                  <a:cubicBezTo>
                    <a:pt x="2243614" y="275749"/>
                    <a:pt x="2338864" y="181451"/>
                    <a:pt x="2338864" y="65246"/>
                  </a:cubicBezTo>
                  <a:cubicBezTo>
                    <a:pt x="2338864" y="33814"/>
                    <a:pt x="2363629" y="7144"/>
                    <a:pt x="2395061" y="7144"/>
                  </a:cubicBezTo>
                  <a:lnTo>
                    <a:pt x="4231482" y="216694"/>
                  </a:lnTo>
                  <a:cubicBezTo>
                    <a:pt x="4251484" y="216694"/>
                    <a:pt x="4266724" y="232886"/>
                    <a:pt x="4266724" y="251936"/>
                  </a:cubicBezTo>
                  <a:lnTo>
                    <a:pt x="4266724" y="294799"/>
                  </a:lnTo>
                  <a:cubicBezTo>
                    <a:pt x="4266724" y="314801"/>
                    <a:pt x="4250532" y="330041"/>
                    <a:pt x="4231482" y="330041"/>
                  </a:cubicBezTo>
                  <a:lnTo>
                    <a:pt x="2448401" y="120491"/>
                  </a:lnTo>
                  <a:cubicBezTo>
                    <a:pt x="2420779" y="272891"/>
                    <a:pt x="2287429" y="389096"/>
                    <a:pt x="2127409" y="38909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6388DEA-7EFF-4878-98F7-417A594FE6FF}"/>
                </a:ext>
              </a:extLst>
            </p:cNvPr>
            <p:cNvSpPr/>
            <p:nvPr/>
          </p:nvSpPr>
          <p:spPr>
            <a:xfrm>
              <a:off x="6068849" y="2857621"/>
              <a:ext cx="1809750" cy="857250"/>
            </a:xfrm>
            <a:custGeom>
              <a:avLst/>
              <a:gdLst>
                <a:gd name="connsiteX0" fmla="*/ 1806416 w 1809750"/>
                <a:gd name="connsiteY0" fmla="*/ 463748 h 857250"/>
                <a:gd name="connsiteX1" fmla="*/ 423386 w 1809750"/>
                <a:gd name="connsiteY1" fmla="*/ 638056 h 857250"/>
                <a:gd name="connsiteX2" fmla="*/ 437674 w 1809750"/>
                <a:gd name="connsiteY2" fmla="*/ 632341 h 857250"/>
                <a:gd name="connsiteX3" fmla="*/ 1751171 w 1809750"/>
                <a:gd name="connsiteY3" fmla="*/ 395168 h 857250"/>
                <a:gd name="connsiteX4" fmla="*/ 1769269 w 1809750"/>
                <a:gd name="connsiteY4" fmla="*/ 375166 h 857250"/>
                <a:gd name="connsiteX5" fmla="*/ 1749266 w 1809750"/>
                <a:gd name="connsiteY5" fmla="*/ 357068 h 857250"/>
                <a:gd name="connsiteX6" fmla="*/ 421481 w 1809750"/>
                <a:gd name="connsiteY6" fmla="*/ 598051 h 857250"/>
                <a:gd name="connsiteX7" fmla="*/ 343376 w 1809750"/>
                <a:gd name="connsiteY7" fmla="*/ 631388 h 857250"/>
                <a:gd name="connsiteX8" fmla="*/ 1721644 w 1809750"/>
                <a:gd name="connsiteY8" fmla="*/ 305633 h 857250"/>
                <a:gd name="connsiteX9" fmla="*/ 1726406 w 1809750"/>
                <a:gd name="connsiteY9" fmla="*/ 300871 h 857250"/>
                <a:gd name="connsiteX10" fmla="*/ 1721644 w 1809750"/>
                <a:gd name="connsiteY10" fmla="*/ 296108 h 857250"/>
                <a:gd name="connsiteX11" fmla="*/ 381476 w 1809750"/>
                <a:gd name="connsiteY11" fmla="*/ 603766 h 857250"/>
                <a:gd name="connsiteX12" fmla="*/ 454819 w 1809750"/>
                <a:gd name="connsiteY12" fmla="*/ 566618 h 857250"/>
                <a:gd name="connsiteX13" fmla="*/ 1654016 w 1809750"/>
                <a:gd name="connsiteY13" fmla="*/ 252293 h 857250"/>
                <a:gd name="connsiteX14" fmla="*/ 1671161 w 1809750"/>
                <a:gd name="connsiteY14" fmla="*/ 232291 h 857250"/>
                <a:gd name="connsiteX15" fmla="*/ 1650206 w 1809750"/>
                <a:gd name="connsiteY15" fmla="*/ 214193 h 857250"/>
                <a:gd name="connsiteX16" fmla="*/ 435769 w 1809750"/>
                <a:gd name="connsiteY16" fmla="*/ 532328 h 857250"/>
                <a:gd name="connsiteX17" fmla="*/ 104299 w 1809750"/>
                <a:gd name="connsiteY17" fmla="*/ 725686 h 857250"/>
                <a:gd name="connsiteX18" fmla="*/ 1428274 w 1809750"/>
                <a:gd name="connsiteY18" fmla="*/ 17026 h 857250"/>
                <a:gd name="connsiteX19" fmla="*/ 1431131 w 1809750"/>
                <a:gd name="connsiteY19" fmla="*/ 10358 h 857250"/>
                <a:gd name="connsiteX20" fmla="*/ 1424464 w 1809750"/>
                <a:gd name="connsiteY20" fmla="*/ 7501 h 857250"/>
                <a:gd name="connsiteX21" fmla="*/ 57626 w 1809750"/>
                <a:gd name="connsiteY21" fmla="*/ 759023 h 857250"/>
                <a:gd name="connsiteX22" fmla="*/ 9049 w 1809750"/>
                <a:gd name="connsiteY22" fmla="*/ 799028 h 857250"/>
                <a:gd name="connsiteX23" fmla="*/ 21431 w 1809750"/>
                <a:gd name="connsiteY23" fmla="*/ 812363 h 857250"/>
                <a:gd name="connsiteX24" fmla="*/ 7144 w 1809750"/>
                <a:gd name="connsiteY24" fmla="*/ 823793 h 857250"/>
                <a:gd name="connsiteX25" fmla="*/ 31909 w 1809750"/>
                <a:gd name="connsiteY25" fmla="*/ 852368 h 857250"/>
                <a:gd name="connsiteX26" fmla="*/ 327184 w 1809750"/>
                <a:gd name="connsiteY26" fmla="*/ 679013 h 857250"/>
                <a:gd name="connsiteX27" fmla="*/ 330994 w 1809750"/>
                <a:gd name="connsiteY27" fmla="*/ 681871 h 857250"/>
                <a:gd name="connsiteX28" fmla="*/ 332899 w 1809750"/>
                <a:gd name="connsiteY28" fmla="*/ 681871 h 857250"/>
                <a:gd name="connsiteX29" fmla="*/ 1805464 w 1809750"/>
                <a:gd name="connsiteY29" fmla="*/ 472321 h 857250"/>
                <a:gd name="connsiteX30" fmla="*/ 1810226 w 1809750"/>
                <a:gd name="connsiteY30" fmla="*/ 467558 h 857250"/>
                <a:gd name="connsiteX31" fmla="*/ 1806416 w 1809750"/>
                <a:gd name="connsiteY31" fmla="*/ 463748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857250">
                  <a:moveTo>
                    <a:pt x="1806416" y="463748"/>
                  </a:moveTo>
                  <a:cubicBezTo>
                    <a:pt x="1798796" y="463748"/>
                    <a:pt x="1060609" y="411361"/>
                    <a:pt x="423386" y="638056"/>
                  </a:cubicBezTo>
                  <a:cubicBezTo>
                    <a:pt x="428149" y="636151"/>
                    <a:pt x="432911" y="634246"/>
                    <a:pt x="437674" y="632341"/>
                  </a:cubicBezTo>
                  <a:cubicBezTo>
                    <a:pt x="691039" y="529471"/>
                    <a:pt x="1122521" y="420886"/>
                    <a:pt x="1751171" y="395168"/>
                  </a:cubicBezTo>
                  <a:cubicBezTo>
                    <a:pt x="1761649" y="395168"/>
                    <a:pt x="1770221" y="385643"/>
                    <a:pt x="1769269" y="375166"/>
                  </a:cubicBezTo>
                  <a:cubicBezTo>
                    <a:pt x="1769269" y="364688"/>
                    <a:pt x="1759744" y="356116"/>
                    <a:pt x="1749266" y="357068"/>
                  </a:cubicBezTo>
                  <a:cubicBezTo>
                    <a:pt x="1114901" y="383738"/>
                    <a:pt x="676751" y="494228"/>
                    <a:pt x="421481" y="598051"/>
                  </a:cubicBezTo>
                  <a:cubicBezTo>
                    <a:pt x="393859" y="609481"/>
                    <a:pt x="368141" y="619958"/>
                    <a:pt x="343376" y="631388"/>
                  </a:cubicBezTo>
                  <a:cubicBezTo>
                    <a:pt x="999649" y="316111"/>
                    <a:pt x="1713071" y="305633"/>
                    <a:pt x="1721644" y="305633"/>
                  </a:cubicBezTo>
                  <a:cubicBezTo>
                    <a:pt x="1724501" y="305633"/>
                    <a:pt x="1726406" y="303728"/>
                    <a:pt x="1726406" y="300871"/>
                  </a:cubicBezTo>
                  <a:cubicBezTo>
                    <a:pt x="1726406" y="298013"/>
                    <a:pt x="1724501" y="296108"/>
                    <a:pt x="1721644" y="296108"/>
                  </a:cubicBezTo>
                  <a:cubicBezTo>
                    <a:pt x="1713071" y="296108"/>
                    <a:pt x="1027271" y="306586"/>
                    <a:pt x="381476" y="603766"/>
                  </a:cubicBezTo>
                  <a:cubicBezTo>
                    <a:pt x="404336" y="591383"/>
                    <a:pt x="429101" y="579001"/>
                    <a:pt x="454819" y="566618"/>
                  </a:cubicBezTo>
                  <a:cubicBezTo>
                    <a:pt x="708184" y="443746"/>
                    <a:pt x="1073944" y="298013"/>
                    <a:pt x="1654016" y="252293"/>
                  </a:cubicBezTo>
                  <a:cubicBezTo>
                    <a:pt x="1664494" y="251341"/>
                    <a:pt x="1672114" y="242768"/>
                    <a:pt x="1671161" y="232291"/>
                  </a:cubicBezTo>
                  <a:cubicBezTo>
                    <a:pt x="1670209" y="221813"/>
                    <a:pt x="1660684" y="214193"/>
                    <a:pt x="1650206" y="214193"/>
                  </a:cubicBezTo>
                  <a:cubicBezTo>
                    <a:pt x="1062514" y="259913"/>
                    <a:pt x="691991" y="407551"/>
                    <a:pt x="435769" y="532328"/>
                  </a:cubicBezTo>
                  <a:cubicBezTo>
                    <a:pt x="284321" y="605671"/>
                    <a:pt x="174784" y="676156"/>
                    <a:pt x="104299" y="725686"/>
                  </a:cubicBezTo>
                  <a:cubicBezTo>
                    <a:pt x="620554" y="206573"/>
                    <a:pt x="1420654" y="19883"/>
                    <a:pt x="1428274" y="17026"/>
                  </a:cubicBezTo>
                  <a:cubicBezTo>
                    <a:pt x="1431131" y="16073"/>
                    <a:pt x="1432084" y="13216"/>
                    <a:pt x="1431131" y="10358"/>
                  </a:cubicBezTo>
                  <a:cubicBezTo>
                    <a:pt x="1430179" y="7501"/>
                    <a:pt x="1427321" y="6548"/>
                    <a:pt x="1424464" y="7501"/>
                  </a:cubicBezTo>
                  <a:cubicBezTo>
                    <a:pt x="1415891" y="11311"/>
                    <a:pt x="573881" y="207526"/>
                    <a:pt x="57626" y="759023"/>
                  </a:cubicBezTo>
                  <a:cubicBezTo>
                    <a:pt x="27146" y="782836"/>
                    <a:pt x="10954" y="797123"/>
                    <a:pt x="9049" y="799028"/>
                  </a:cubicBezTo>
                  <a:lnTo>
                    <a:pt x="21431" y="812363"/>
                  </a:lnTo>
                  <a:cubicBezTo>
                    <a:pt x="12859" y="819031"/>
                    <a:pt x="8096" y="822841"/>
                    <a:pt x="7144" y="823793"/>
                  </a:cubicBezTo>
                  <a:lnTo>
                    <a:pt x="31909" y="852368"/>
                  </a:lnTo>
                  <a:cubicBezTo>
                    <a:pt x="32861" y="851416"/>
                    <a:pt x="126206" y="772358"/>
                    <a:pt x="327184" y="679013"/>
                  </a:cubicBezTo>
                  <a:cubicBezTo>
                    <a:pt x="328136" y="680918"/>
                    <a:pt x="329089" y="681871"/>
                    <a:pt x="330994" y="681871"/>
                  </a:cubicBezTo>
                  <a:cubicBezTo>
                    <a:pt x="331946" y="681871"/>
                    <a:pt x="332899" y="681871"/>
                    <a:pt x="332899" y="681871"/>
                  </a:cubicBezTo>
                  <a:cubicBezTo>
                    <a:pt x="986314" y="414218"/>
                    <a:pt x="1797844" y="472321"/>
                    <a:pt x="1805464" y="472321"/>
                  </a:cubicBezTo>
                  <a:cubicBezTo>
                    <a:pt x="1808321" y="472321"/>
                    <a:pt x="1810226" y="470416"/>
                    <a:pt x="1810226" y="467558"/>
                  </a:cubicBezTo>
                  <a:cubicBezTo>
                    <a:pt x="1811179" y="465653"/>
                    <a:pt x="1808321" y="463748"/>
                    <a:pt x="1806416" y="463748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DB4C64B-2027-487F-AE96-A7A3A8516637}"/>
                </a:ext>
              </a:extLst>
            </p:cNvPr>
            <p:cNvSpPr/>
            <p:nvPr/>
          </p:nvSpPr>
          <p:spPr>
            <a:xfrm>
              <a:off x="4297199" y="2767117"/>
              <a:ext cx="1809750" cy="942975"/>
            </a:xfrm>
            <a:custGeom>
              <a:avLst/>
              <a:gdLst>
                <a:gd name="connsiteX0" fmla="*/ 1811179 w 1809750"/>
                <a:gd name="connsiteY0" fmla="*/ 915250 h 942975"/>
                <a:gd name="connsiteX1" fmla="*/ 1796891 w 1809750"/>
                <a:gd name="connsiteY1" fmla="*/ 903820 h 942975"/>
                <a:gd name="connsiteX2" fmla="*/ 1809274 w 1809750"/>
                <a:gd name="connsiteY2" fmla="*/ 890485 h 942975"/>
                <a:gd name="connsiteX3" fmla="*/ 1779746 w 1809750"/>
                <a:gd name="connsiteY3" fmla="*/ 865720 h 942975"/>
                <a:gd name="connsiteX4" fmla="*/ 451009 w 1809750"/>
                <a:gd name="connsiteY4" fmla="*/ 7517 h 942975"/>
                <a:gd name="connsiteX5" fmla="*/ 444341 w 1809750"/>
                <a:gd name="connsiteY5" fmla="*/ 9422 h 942975"/>
                <a:gd name="connsiteX6" fmla="*/ 446246 w 1809750"/>
                <a:gd name="connsiteY6" fmla="*/ 16090 h 942975"/>
                <a:gd name="connsiteX7" fmla="*/ 1745456 w 1809750"/>
                <a:gd name="connsiteY7" fmla="*/ 839050 h 942975"/>
                <a:gd name="connsiteX8" fmla="*/ 1381601 w 1809750"/>
                <a:gd name="connsiteY8" fmla="*/ 621880 h 942975"/>
                <a:gd name="connsiteX9" fmla="*/ 168116 w 1809750"/>
                <a:gd name="connsiteY9" fmla="*/ 304697 h 942975"/>
                <a:gd name="connsiteX10" fmla="*/ 147161 w 1809750"/>
                <a:gd name="connsiteY10" fmla="*/ 322795 h 942975"/>
                <a:gd name="connsiteX11" fmla="*/ 164306 w 1809750"/>
                <a:gd name="connsiteY11" fmla="*/ 342797 h 942975"/>
                <a:gd name="connsiteX12" fmla="*/ 1363504 w 1809750"/>
                <a:gd name="connsiteY12" fmla="*/ 657122 h 942975"/>
                <a:gd name="connsiteX13" fmla="*/ 1436846 w 1809750"/>
                <a:gd name="connsiteY13" fmla="*/ 694270 h 942975"/>
                <a:gd name="connsiteX14" fmla="*/ 97631 w 1809750"/>
                <a:gd name="connsiteY14" fmla="*/ 385660 h 942975"/>
                <a:gd name="connsiteX15" fmla="*/ 92869 w 1809750"/>
                <a:gd name="connsiteY15" fmla="*/ 390422 h 942975"/>
                <a:gd name="connsiteX16" fmla="*/ 97631 w 1809750"/>
                <a:gd name="connsiteY16" fmla="*/ 395185 h 942975"/>
                <a:gd name="connsiteX17" fmla="*/ 1475899 w 1809750"/>
                <a:gd name="connsiteY17" fmla="*/ 720940 h 942975"/>
                <a:gd name="connsiteX18" fmla="*/ 1397794 w 1809750"/>
                <a:gd name="connsiteY18" fmla="*/ 687602 h 942975"/>
                <a:gd name="connsiteX19" fmla="*/ 70009 w 1809750"/>
                <a:gd name="connsiteY19" fmla="*/ 446620 h 942975"/>
                <a:gd name="connsiteX20" fmla="*/ 50006 w 1809750"/>
                <a:gd name="connsiteY20" fmla="*/ 464717 h 942975"/>
                <a:gd name="connsiteX21" fmla="*/ 68104 w 1809750"/>
                <a:gd name="connsiteY21" fmla="*/ 484720 h 942975"/>
                <a:gd name="connsiteX22" fmla="*/ 1381601 w 1809750"/>
                <a:gd name="connsiteY22" fmla="*/ 721892 h 942975"/>
                <a:gd name="connsiteX23" fmla="*/ 1395889 w 1809750"/>
                <a:gd name="connsiteY23" fmla="*/ 727607 h 942975"/>
                <a:gd name="connsiteX24" fmla="*/ 11906 w 1809750"/>
                <a:gd name="connsiteY24" fmla="*/ 554252 h 942975"/>
                <a:gd name="connsiteX25" fmla="*/ 7144 w 1809750"/>
                <a:gd name="connsiteY25" fmla="*/ 559015 h 942975"/>
                <a:gd name="connsiteX26" fmla="*/ 11906 w 1809750"/>
                <a:gd name="connsiteY26" fmla="*/ 563777 h 942975"/>
                <a:gd name="connsiteX27" fmla="*/ 1484471 w 1809750"/>
                <a:gd name="connsiteY27" fmla="*/ 773327 h 942975"/>
                <a:gd name="connsiteX28" fmla="*/ 1486376 w 1809750"/>
                <a:gd name="connsiteY28" fmla="*/ 773327 h 942975"/>
                <a:gd name="connsiteX29" fmla="*/ 1490186 w 1809750"/>
                <a:gd name="connsiteY29" fmla="*/ 770470 h 942975"/>
                <a:gd name="connsiteX30" fmla="*/ 1785461 w 1809750"/>
                <a:gd name="connsiteY30" fmla="*/ 943825 h 942975"/>
                <a:gd name="connsiteX31" fmla="*/ 1811179 w 1809750"/>
                <a:gd name="connsiteY31" fmla="*/ 915250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9750" h="942975">
                  <a:moveTo>
                    <a:pt x="1811179" y="915250"/>
                  </a:moveTo>
                  <a:cubicBezTo>
                    <a:pt x="1810226" y="914297"/>
                    <a:pt x="1805464" y="910487"/>
                    <a:pt x="1796891" y="903820"/>
                  </a:cubicBezTo>
                  <a:lnTo>
                    <a:pt x="1809274" y="890485"/>
                  </a:lnTo>
                  <a:cubicBezTo>
                    <a:pt x="1807369" y="889532"/>
                    <a:pt x="1797844" y="880007"/>
                    <a:pt x="1779746" y="865720"/>
                  </a:cubicBezTo>
                  <a:cubicBezTo>
                    <a:pt x="1303496" y="268502"/>
                    <a:pt x="459581" y="12280"/>
                    <a:pt x="451009" y="7517"/>
                  </a:cubicBezTo>
                  <a:cubicBezTo>
                    <a:pt x="448151" y="6565"/>
                    <a:pt x="446246" y="7517"/>
                    <a:pt x="444341" y="9422"/>
                  </a:cubicBezTo>
                  <a:cubicBezTo>
                    <a:pt x="443389" y="11327"/>
                    <a:pt x="444341" y="14185"/>
                    <a:pt x="446246" y="16090"/>
                  </a:cubicBezTo>
                  <a:cubicBezTo>
                    <a:pt x="453866" y="19900"/>
                    <a:pt x="1267301" y="266597"/>
                    <a:pt x="1745456" y="839050"/>
                  </a:cubicBezTo>
                  <a:cubicBezTo>
                    <a:pt x="1678781" y="789520"/>
                    <a:pt x="1558766" y="707605"/>
                    <a:pt x="1381601" y="621880"/>
                  </a:cubicBezTo>
                  <a:cubicBezTo>
                    <a:pt x="1126331" y="498055"/>
                    <a:pt x="754856" y="350417"/>
                    <a:pt x="168116" y="304697"/>
                  </a:cubicBezTo>
                  <a:cubicBezTo>
                    <a:pt x="157639" y="303745"/>
                    <a:pt x="148114" y="311365"/>
                    <a:pt x="147161" y="322795"/>
                  </a:cubicBezTo>
                  <a:cubicBezTo>
                    <a:pt x="146209" y="333272"/>
                    <a:pt x="153829" y="341845"/>
                    <a:pt x="164306" y="342797"/>
                  </a:cubicBezTo>
                  <a:cubicBezTo>
                    <a:pt x="744379" y="388517"/>
                    <a:pt x="1110139" y="534250"/>
                    <a:pt x="1363504" y="657122"/>
                  </a:cubicBezTo>
                  <a:cubicBezTo>
                    <a:pt x="1389221" y="669505"/>
                    <a:pt x="1413986" y="681887"/>
                    <a:pt x="1436846" y="694270"/>
                  </a:cubicBezTo>
                  <a:cubicBezTo>
                    <a:pt x="791051" y="396137"/>
                    <a:pt x="105251" y="385660"/>
                    <a:pt x="97631" y="385660"/>
                  </a:cubicBezTo>
                  <a:cubicBezTo>
                    <a:pt x="94774" y="385660"/>
                    <a:pt x="92869" y="387565"/>
                    <a:pt x="92869" y="390422"/>
                  </a:cubicBezTo>
                  <a:cubicBezTo>
                    <a:pt x="92869" y="393280"/>
                    <a:pt x="94774" y="395185"/>
                    <a:pt x="97631" y="395185"/>
                  </a:cubicBezTo>
                  <a:cubicBezTo>
                    <a:pt x="106204" y="395185"/>
                    <a:pt x="819626" y="405662"/>
                    <a:pt x="1475899" y="720940"/>
                  </a:cubicBezTo>
                  <a:cubicBezTo>
                    <a:pt x="1451134" y="710462"/>
                    <a:pt x="1425416" y="699032"/>
                    <a:pt x="1397794" y="687602"/>
                  </a:cubicBezTo>
                  <a:cubicBezTo>
                    <a:pt x="1141571" y="582827"/>
                    <a:pt x="704374" y="473290"/>
                    <a:pt x="70009" y="446620"/>
                  </a:cubicBezTo>
                  <a:cubicBezTo>
                    <a:pt x="59531" y="446620"/>
                    <a:pt x="50959" y="454240"/>
                    <a:pt x="50006" y="464717"/>
                  </a:cubicBezTo>
                  <a:cubicBezTo>
                    <a:pt x="50006" y="475195"/>
                    <a:pt x="57626" y="483767"/>
                    <a:pt x="68104" y="484720"/>
                  </a:cubicBezTo>
                  <a:cubicBezTo>
                    <a:pt x="695801" y="511390"/>
                    <a:pt x="1128236" y="619975"/>
                    <a:pt x="1381601" y="721892"/>
                  </a:cubicBezTo>
                  <a:cubicBezTo>
                    <a:pt x="1386364" y="723797"/>
                    <a:pt x="1391126" y="725702"/>
                    <a:pt x="1395889" y="727607"/>
                  </a:cubicBezTo>
                  <a:cubicBezTo>
                    <a:pt x="758666" y="501865"/>
                    <a:pt x="19526" y="554252"/>
                    <a:pt x="11906" y="554252"/>
                  </a:cubicBezTo>
                  <a:cubicBezTo>
                    <a:pt x="9049" y="554252"/>
                    <a:pt x="7144" y="556157"/>
                    <a:pt x="7144" y="559015"/>
                  </a:cubicBezTo>
                  <a:cubicBezTo>
                    <a:pt x="7144" y="561872"/>
                    <a:pt x="9049" y="563777"/>
                    <a:pt x="11906" y="563777"/>
                  </a:cubicBezTo>
                  <a:cubicBezTo>
                    <a:pt x="20479" y="563777"/>
                    <a:pt x="831056" y="505675"/>
                    <a:pt x="1484471" y="773327"/>
                  </a:cubicBezTo>
                  <a:cubicBezTo>
                    <a:pt x="1485424" y="773327"/>
                    <a:pt x="1486376" y="773327"/>
                    <a:pt x="1486376" y="773327"/>
                  </a:cubicBezTo>
                  <a:cubicBezTo>
                    <a:pt x="1488281" y="773327"/>
                    <a:pt x="1489234" y="772375"/>
                    <a:pt x="1490186" y="770470"/>
                  </a:cubicBezTo>
                  <a:cubicBezTo>
                    <a:pt x="1690211" y="863815"/>
                    <a:pt x="1783556" y="942872"/>
                    <a:pt x="1785461" y="943825"/>
                  </a:cubicBezTo>
                  <a:lnTo>
                    <a:pt x="1811179" y="9152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3" name="Graphic 3">
            <a:extLst>
              <a:ext uri="{FF2B5EF4-FFF2-40B4-BE49-F238E27FC236}">
                <a16:creationId xmlns:a16="http://schemas.microsoft.com/office/drawing/2014/main" id="{19C4EF18-7F43-4D6E-ACAF-E47946F46669}"/>
              </a:ext>
            </a:extLst>
          </p:cNvPr>
          <p:cNvGrpSpPr/>
          <p:nvPr/>
        </p:nvGrpSpPr>
        <p:grpSpPr>
          <a:xfrm rot="21305829" flipH="1">
            <a:off x="337513" y="3263695"/>
            <a:ext cx="1667642" cy="1348264"/>
            <a:chOff x="8338752" y="1211990"/>
            <a:chExt cx="3851961" cy="3114252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597336B-849F-41FC-8FBF-F6FB448FBA73}"/>
                </a:ext>
              </a:extLst>
            </p:cNvPr>
            <p:cNvSpPr/>
            <p:nvPr/>
          </p:nvSpPr>
          <p:spPr>
            <a:xfrm>
              <a:off x="8338752" y="1211990"/>
              <a:ext cx="3831088" cy="3114252"/>
            </a:xfrm>
            <a:custGeom>
              <a:avLst/>
              <a:gdLst>
                <a:gd name="connsiteX0" fmla="*/ 3817888 w 3831088"/>
                <a:gd name="connsiteY0" fmla="*/ 722004 h 3114252"/>
                <a:gd name="connsiteX1" fmla="*/ 3452269 w 3831088"/>
                <a:gd name="connsiteY1" fmla="*/ 280008 h 3114252"/>
                <a:gd name="connsiteX2" fmla="*/ 2264893 w 3831088"/>
                <a:gd name="connsiteY2" fmla="*/ 2082 h 3114252"/>
                <a:gd name="connsiteX3" fmla="*/ 1600132 w 3831088"/>
                <a:gd name="connsiteY3" fmla="*/ 195852 h 3114252"/>
                <a:gd name="connsiteX4" fmla="*/ 1027306 w 3831088"/>
                <a:gd name="connsiteY4" fmla="*/ 642091 h 3114252"/>
                <a:gd name="connsiteX5" fmla="*/ 513884 w 3831088"/>
                <a:gd name="connsiteY5" fmla="*/ 1130054 h 3114252"/>
                <a:gd name="connsiteX6" fmla="*/ 66231 w 3831088"/>
                <a:gd name="connsiteY6" fmla="*/ 1725510 h 3114252"/>
                <a:gd name="connsiteX7" fmla="*/ 25921 w 3831088"/>
                <a:gd name="connsiteY7" fmla="*/ 2132146 h 3114252"/>
                <a:gd name="connsiteX8" fmla="*/ 907790 w 3831088"/>
                <a:gd name="connsiteY8" fmla="*/ 2922787 h 3114252"/>
                <a:gd name="connsiteX9" fmla="*/ 1745106 w 3831088"/>
                <a:gd name="connsiteY9" fmla="*/ 3109486 h 3114252"/>
                <a:gd name="connsiteX10" fmla="*/ 2197710 w 3831088"/>
                <a:gd name="connsiteY10" fmla="*/ 2873283 h 3114252"/>
                <a:gd name="connsiteX11" fmla="*/ 2551306 w 3831088"/>
                <a:gd name="connsiteY11" fmla="*/ 2477255 h 3114252"/>
                <a:gd name="connsiteX12" fmla="*/ 3064728 w 3831088"/>
                <a:gd name="connsiteY12" fmla="*/ 1989293 h 3114252"/>
                <a:gd name="connsiteX13" fmla="*/ 3629068 w 3831088"/>
                <a:gd name="connsiteY13" fmla="*/ 1458898 h 3114252"/>
                <a:gd name="connsiteX14" fmla="*/ 3817888 w 3831088"/>
                <a:gd name="connsiteY14" fmla="*/ 1005588 h 3114252"/>
                <a:gd name="connsiteX15" fmla="*/ 3817888 w 3831088"/>
                <a:gd name="connsiteY15" fmla="*/ 722004 h 311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31088" h="3114252">
                  <a:moveTo>
                    <a:pt x="3817888" y="722004"/>
                  </a:moveTo>
                  <a:cubicBezTo>
                    <a:pt x="3782528" y="565714"/>
                    <a:pt x="3521574" y="325976"/>
                    <a:pt x="3452269" y="280008"/>
                  </a:cubicBezTo>
                  <a:cubicBezTo>
                    <a:pt x="3124839" y="63607"/>
                    <a:pt x="2569693" y="-14184"/>
                    <a:pt x="2264893" y="2082"/>
                  </a:cubicBezTo>
                  <a:cubicBezTo>
                    <a:pt x="2037176" y="14104"/>
                    <a:pt x="1734498" y="94724"/>
                    <a:pt x="1600132" y="195852"/>
                  </a:cubicBezTo>
                  <a:cubicBezTo>
                    <a:pt x="1465765" y="296981"/>
                    <a:pt x="1179352" y="499238"/>
                    <a:pt x="1027306" y="642091"/>
                  </a:cubicBezTo>
                  <a:cubicBezTo>
                    <a:pt x="875259" y="784944"/>
                    <a:pt x="615719" y="1020439"/>
                    <a:pt x="513884" y="1130054"/>
                  </a:cubicBezTo>
                  <a:cubicBezTo>
                    <a:pt x="419827" y="1231182"/>
                    <a:pt x="105127" y="1612359"/>
                    <a:pt x="66231" y="1725510"/>
                  </a:cubicBezTo>
                  <a:cubicBezTo>
                    <a:pt x="20263" y="1859169"/>
                    <a:pt x="-32776" y="2005558"/>
                    <a:pt x="25921" y="2132146"/>
                  </a:cubicBezTo>
                  <a:cubicBezTo>
                    <a:pt x="168774" y="2511201"/>
                    <a:pt x="751501" y="2843581"/>
                    <a:pt x="907790" y="2922787"/>
                  </a:cubicBezTo>
                  <a:cubicBezTo>
                    <a:pt x="1086002" y="3012600"/>
                    <a:pt x="1487688" y="3140602"/>
                    <a:pt x="1745106" y="3109486"/>
                  </a:cubicBezTo>
                  <a:cubicBezTo>
                    <a:pt x="1995453" y="3079076"/>
                    <a:pt x="2046370" y="3016843"/>
                    <a:pt x="2197710" y="2873283"/>
                  </a:cubicBezTo>
                  <a:cubicBezTo>
                    <a:pt x="2349049" y="2729723"/>
                    <a:pt x="2399967" y="2662540"/>
                    <a:pt x="2551306" y="2477255"/>
                  </a:cubicBezTo>
                  <a:cubicBezTo>
                    <a:pt x="2702645" y="2291971"/>
                    <a:pt x="2904902" y="2089714"/>
                    <a:pt x="3064728" y="1989293"/>
                  </a:cubicBezTo>
                  <a:cubicBezTo>
                    <a:pt x="3224553" y="1888164"/>
                    <a:pt x="3471363" y="1666106"/>
                    <a:pt x="3629068" y="1458898"/>
                  </a:cubicBezTo>
                  <a:cubicBezTo>
                    <a:pt x="3755654" y="1293415"/>
                    <a:pt x="3817888" y="1005588"/>
                    <a:pt x="3817888" y="1005588"/>
                  </a:cubicBezTo>
                  <a:cubicBezTo>
                    <a:pt x="3817888" y="1005588"/>
                    <a:pt x="3847589" y="852127"/>
                    <a:pt x="3817888" y="722004"/>
                  </a:cubicBezTo>
                  <a:close/>
                </a:path>
              </a:pathLst>
            </a:custGeom>
            <a:solidFill>
              <a:srgbClr val="000000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FCBCE89-77CA-4B4E-BDA6-1A6C8C0F5D90}"/>
                </a:ext>
              </a:extLst>
            </p:cNvPr>
            <p:cNvSpPr/>
            <p:nvPr/>
          </p:nvSpPr>
          <p:spPr>
            <a:xfrm>
              <a:off x="8338752" y="1947152"/>
              <a:ext cx="1882301" cy="1882825"/>
            </a:xfrm>
            <a:custGeom>
              <a:avLst/>
              <a:gdLst>
                <a:gd name="connsiteX0" fmla="*/ 1040743 w 1882301"/>
                <a:gd name="connsiteY0" fmla="*/ 1158660 h 1882825"/>
                <a:gd name="connsiteX1" fmla="*/ 1544970 w 1882301"/>
                <a:gd name="connsiteY1" fmla="*/ 517237 h 1882825"/>
                <a:gd name="connsiteX2" fmla="*/ 1882302 w 1882301"/>
                <a:gd name="connsiteY2" fmla="*/ 8765 h 1882825"/>
                <a:gd name="connsiteX3" fmla="*/ 1492638 w 1882301"/>
                <a:gd name="connsiteY3" fmla="*/ 143839 h 1882825"/>
                <a:gd name="connsiteX4" fmla="*/ 1486981 w 1882301"/>
                <a:gd name="connsiteY4" fmla="*/ 149497 h 1882825"/>
                <a:gd name="connsiteX5" fmla="*/ 1482030 w 1882301"/>
                <a:gd name="connsiteY5" fmla="*/ 143132 h 1882825"/>
                <a:gd name="connsiteX6" fmla="*/ 915569 w 1882301"/>
                <a:gd name="connsiteY6" fmla="*/ 12301 h 1882825"/>
                <a:gd name="connsiteX7" fmla="*/ 513884 w 1882301"/>
                <a:gd name="connsiteY7" fmla="*/ 395600 h 1882825"/>
                <a:gd name="connsiteX8" fmla="*/ 66231 w 1882301"/>
                <a:gd name="connsiteY8" fmla="*/ 991056 h 1882825"/>
                <a:gd name="connsiteX9" fmla="*/ 25921 w 1882301"/>
                <a:gd name="connsiteY9" fmla="*/ 1397692 h 1882825"/>
                <a:gd name="connsiteX10" fmla="*/ 375274 w 1882301"/>
                <a:gd name="connsiteY10" fmla="*/ 1727950 h 1882825"/>
                <a:gd name="connsiteX11" fmla="*/ 673710 w 1882301"/>
                <a:gd name="connsiteY11" fmla="*/ 1882826 h 1882825"/>
                <a:gd name="connsiteX12" fmla="*/ 937492 w 1882301"/>
                <a:gd name="connsiteY12" fmla="*/ 1276762 h 1882825"/>
                <a:gd name="connsiteX13" fmla="*/ 1040743 w 1882301"/>
                <a:gd name="connsiteY13" fmla="*/ 1158660 h 188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2301" h="1882825">
                  <a:moveTo>
                    <a:pt x="1040743" y="1158660"/>
                  </a:moveTo>
                  <a:cubicBezTo>
                    <a:pt x="1044986" y="1153710"/>
                    <a:pt x="1503246" y="603514"/>
                    <a:pt x="1544970" y="517237"/>
                  </a:cubicBezTo>
                  <a:cubicBezTo>
                    <a:pt x="1584573" y="435202"/>
                    <a:pt x="1839162" y="70998"/>
                    <a:pt x="1882302" y="8765"/>
                  </a:cubicBezTo>
                  <a:cubicBezTo>
                    <a:pt x="1718233" y="-28716"/>
                    <a:pt x="1580330" y="61098"/>
                    <a:pt x="1492638" y="143839"/>
                  </a:cubicBezTo>
                  <a:lnTo>
                    <a:pt x="1486981" y="149497"/>
                  </a:lnTo>
                  <a:lnTo>
                    <a:pt x="1482030" y="143132"/>
                  </a:lnTo>
                  <a:cubicBezTo>
                    <a:pt x="1443135" y="87971"/>
                    <a:pt x="1063373" y="29981"/>
                    <a:pt x="915569" y="12301"/>
                  </a:cubicBezTo>
                  <a:cubicBezTo>
                    <a:pt x="769888" y="147375"/>
                    <a:pt x="593796" y="310029"/>
                    <a:pt x="513884" y="395600"/>
                  </a:cubicBezTo>
                  <a:cubicBezTo>
                    <a:pt x="419827" y="496728"/>
                    <a:pt x="105127" y="877905"/>
                    <a:pt x="66231" y="991056"/>
                  </a:cubicBezTo>
                  <a:cubicBezTo>
                    <a:pt x="20263" y="1124715"/>
                    <a:pt x="-32776" y="1271104"/>
                    <a:pt x="25921" y="1397692"/>
                  </a:cubicBezTo>
                  <a:cubicBezTo>
                    <a:pt x="84618" y="1524279"/>
                    <a:pt x="257173" y="1655817"/>
                    <a:pt x="375274" y="1727950"/>
                  </a:cubicBezTo>
                  <a:cubicBezTo>
                    <a:pt x="455894" y="1777454"/>
                    <a:pt x="563388" y="1831908"/>
                    <a:pt x="673710" y="1882826"/>
                  </a:cubicBezTo>
                  <a:cubicBezTo>
                    <a:pt x="702704" y="1725122"/>
                    <a:pt x="896475" y="1331216"/>
                    <a:pt x="937492" y="1276762"/>
                  </a:cubicBezTo>
                  <a:cubicBezTo>
                    <a:pt x="979923" y="1220186"/>
                    <a:pt x="1040035" y="1159368"/>
                    <a:pt x="1040743" y="1158660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3E290C5-17C5-4E8C-84C3-8D553BE9FF39}"/>
                </a:ext>
              </a:extLst>
            </p:cNvPr>
            <p:cNvSpPr/>
            <p:nvPr/>
          </p:nvSpPr>
          <p:spPr>
            <a:xfrm>
              <a:off x="9018827" y="1959453"/>
              <a:ext cx="2123698" cy="2134891"/>
            </a:xfrm>
            <a:custGeom>
              <a:avLst/>
              <a:gdLst>
                <a:gd name="connsiteX0" fmla="*/ 1260924 w 2123698"/>
                <a:gd name="connsiteY0" fmla="*/ 313286 h 2134891"/>
                <a:gd name="connsiteX1" fmla="*/ 1253852 w 2123698"/>
                <a:gd name="connsiteY1" fmla="*/ 310458 h 2134891"/>
                <a:gd name="connsiteX2" fmla="*/ 1256681 w 2123698"/>
                <a:gd name="connsiteY2" fmla="*/ 303386 h 2134891"/>
                <a:gd name="connsiteX3" fmla="*/ 1261631 w 2123698"/>
                <a:gd name="connsiteY3" fmla="*/ 292071 h 2134891"/>
                <a:gd name="connsiteX4" fmla="*/ 1292041 w 2123698"/>
                <a:gd name="connsiteY4" fmla="*/ 71426 h 2134891"/>
                <a:gd name="connsiteX5" fmla="*/ 1216371 w 2123698"/>
                <a:gd name="connsiteY5" fmla="*/ 0 h 2134891"/>
                <a:gd name="connsiteX6" fmla="*/ 877626 w 2123698"/>
                <a:gd name="connsiteY6" fmla="*/ 510593 h 2134891"/>
                <a:gd name="connsiteX7" fmla="*/ 371276 w 2123698"/>
                <a:gd name="connsiteY7" fmla="*/ 1155553 h 2134891"/>
                <a:gd name="connsiteX8" fmla="*/ 268733 w 2123698"/>
                <a:gd name="connsiteY8" fmla="*/ 1272239 h 2134891"/>
                <a:gd name="connsiteX9" fmla="*/ 7072 w 2123698"/>
                <a:gd name="connsiteY9" fmla="*/ 1874060 h 2134891"/>
                <a:gd name="connsiteX10" fmla="*/ 0 w 2123698"/>
                <a:gd name="connsiteY10" fmla="*/ 1872646 h 2134891"/>
                <a:gd name="connsiteX11" fmla="*/ 438459 w 2123698"/>
                <a:gd name="connsiteY11" fmla="*/ 2050151 h 2134891"/>
                <a:gd name="connsiteX12" fmla="*/ 1079883 w 2123698"/>
                <a:gd name="connsiteY12" fmla="*/ 2116627 h 2134891"/>
                <a:gd name="connsiteX13" fmla="*/ 1440551 w 2123698"/>
                <a:gd name="connsiteY13" fmla="*/ 1869110 h 2134891"/>
                <a:gd name="connsiteX14" fmla="*/ 2023985 w 2123698"/>
                <a:gd name="connsiteY14" fmla="*/ 988655 h 2134891"/>
                <a:gd name="connsiteX15" fmla="*/ 2123699 w 2123698"/>
                <a:gd name="connsiteY15" fmla="*/ 858532 h 2134891"/>
                <a:gd name="connsiteX16" fmla="*/ 1260924 w 2123698"/>
                <a:gd name="connsiteY16" fmla="*/ 313286 h 213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23698" h="2134891">
                  <a:moveTo>
                    <a:pt x="1260924" y="313286"/>
                  </a:moveTo>
                  <a:lnTo>
                    <a:pt x="1253852" y="310458"/>
                  </a:lnTo>
                  <a:lnTo>
                    <a:pt x="1256681" y="303386"/>
                  </a:lnTo>
                  <a:cubicBezTo>
                    <a:pt x="1258095" y="300557"/>
                    <a:pt x="1259510" y="297021"/>
                    <a:pt x="1261631" y="292071"/>
                  </a:cubicBezTo>
                  <a:cubicBezTo>
                    <a:pt x="1278604" y="253175"/>
                    <a:pt x="1324571" y="148510"/>
                    <a:pt x="1292041" y="71426"/>
                  </a:cubicBezTo>
                  <a:cubicBezTo>
                    <a:pt x="1278604" y="39603"/>
                    <a:pt x="1253145" y="15558"/>
                    <a:pt x="1216371" y="0"/>
                  </a:cubicBezTo>
                  <a:cubicBezTo>
                    <a:pt x="1183840" y="46675"/>
                    <a:pt x="916521" y="428559"/>
                    <a:pt x="877626" y="510593"/>
                  </a:cubicBezTo>
                  <a:cubicBezTo>
                    <a:pt x="835194" y="598992"/>
                    <a:pt x="389663" y="1132922"/>
                    <a:pt x="371276" y="1155553"/>
                  </a:cubicBezTo>
                  <a:cubicBezTo>
                    <a:pt x="370568" y="1156967"/>
                    <a:pt x="310457" y="1216371"/>
                    <a:pt x="268733" y="1272239"/>
                  </a:cubicBezTo>
                  <a:cubicBezTo>
                    <a:pt x="228423" y="1325986"/>
                    <a:pt x="35360" y="1718478"/>
                    <a:pt x="7072" y="1874060"/>
                  </a:cubicBezTo>
                  <a:lnTo>
                    <a:pt x="0" y="1872646"/>
                  </a:lnTo>
                  <a:cubicBezTo>
                    <a:pt x="169018" y="1950437"/>
                    <a:pt x="342988" y="2020449"/>
                    <a:pt x="438459" y="2050151"/>
                  </a:cubicBezTo>
                  <a:cubicBezTo>
                    <a:pt x="606771" y="2103191"/>
                    <a:pt x="894599" y="2166838"/>
                    <a:pt x="1079883" y="2116627"/>
                  </a:cubicBezTo>
                  <a:cubicBezTo>
                    <a:pt x="1168989" y="2092583"/>
                    <a:pt x="1310427" y="1991454"/>
                    <a:pt x="1440551" y="1869110"/>
                  </a:cubicBezTo>
                  <a:cubicBezTo>
                    <a:pt x="1695140" y="1628664"/>
                    <a:pt x="1879010" y="1207885"/>
                    <a:pt x="2023985" y="988655"/>
                  </a:cubicBezTo>
                  <a:cubicBezTo>
                    <a:pt x="2050859" y="947638"/>
                    <a:pt x="2084803" y="903792"/>
                    <a:pt x="2123699" y="858532"/>
                  </a:cubicBezTo>
                  <a:cubicBezTo>
                    <a:pt x="2034593" y="741138"/>
                    <a:pt x="1751716" y="490792"/>
                    <a:pt x="1260924" y="313286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2F9C513-FADF-4D04-84EE-961B06D79CF7}"/>
                </a:ext>
              </a:extLst>
            </p:cNvPr>
            <p:cNvSpPr/>
            <p:nvPr/>
          </p:nvSpPr>
          <p:spPr>
            <a:xfrm>
              <a:off x="9256172" y="2170520"/>
              <a:ext cx="815663" cy="1058343"/>
            </a:xfrm>
            <a:custGeom>
              <a:avLst/>
              <a:gdLst>
                <a:gd name="connsiteX0" fmla="*/ 123323 w 815663"/>
                <a:gd name="connsiteY0" fmla="*/ 935292 h 1058343"/>
                <a:gd name="connsiteX1" fmla="*/ 627551 w 815663"/>
                <a:gd name="connsiteY1" fmla="*/ 293869 h 1058343"/>
                <a:gd name="connsiteX2" fmla="*/ 815664 w 815663"/>
                <a:gd name="connsiteY2" fmla="*/ 1798 h 1058343"/>
                <a:gd name="connsiteX3" fmla="*/ 263346 w 815663"/>
                <a:gd name="connsiteY3" fmla="*/ 411970 h 1058343"/>
                <a:gd name="connsiteX4" fmla="*/ 16536 w 815663"/>
                <a:gd name="connsiteY4" fmla="*/ 1058344 h 1058343"/>
                <a:gd name="connsiteX5" fmla="*/ 20072 w 815663"/>
                <a:gd name="connsiteY5" fmla="*/ 1053393 h 1058343"/>
                <a:gd name="connsiteX6" fmla="*/ 123323 w 815663"/>
                <a:gd name="connsiteY6" fmla="*/ 935292 h 105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5663" h="1058343">
                  <a:moveTo>
                    <a:pt x="123323" y="935292"/>
                  </a:moveTo>
                  <a:cubicBezTo>
                    <a:pt x="127566" y="930342"/>
                    <a:pt x="585826" y="380146"/>
                    <a:pt x="627551" y="293869"/>
                  </a:cubicBezTo>
                  <a:cubicBezTo>
                    <a:pt x="648766" y="249316"/>
                    <a:pt x="735044" y="119899"/>
                    <a:pt x="815664" y="1798"/>
                  </a:cubicBezTo>
                  <a:cubicBezTo>
                    <a:pt x="696149" y="-19418"/>
                    <a:pt x="464189" y="148894"/>
                    <a:pt x="263346" y="411970"/>
                  </a:cubicBezTo>
                  <a:cubicBezTo>
                    <a:pt x="58968" y="679289"/>
                    <a:pt x="-42160" y="952972"/>
                    <a:pt x="16536" y="1058344"/>
                  </a:cubicBezTo>
                  <a:cubicBezTo>
                    <a:pt x="17951" y="1056222"/>
                    <a:pt x="19365" y="1054808"/>
                    <a:pt x="20072" y="1053393"/>
                  </a:cubicBezTo>
                  <a:cubicBezTo>
                    <a:pt x="62504" y="996111"/>
                    <a:pt x="122615" y="935999"/>
                    <a:pt x="123323" y="93529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75D5EF7-4D68-451A-B3EF-253EC99AC782}"/>
                </a:ext>
              </a:extLst>
            </p:cNvPr>
            <p:cNvSpPr/>
            <p:nvPr/>
          </p:nvSpPr>
          <p:spPr>
            <a:xfrm>
              <a:off x="9281195" y="2175854"/>
              <a:ext cx="868199" cy="1097283"/>
            </a:xfrm>
            <a:custGeom>
              <a:avLst/>
              <a:gdLst>
                <a:gd name="connsiteX0" fmla="*/ 14144 w 868199"/>
                <a:gd name="connsiteY0" fmla="*/ 1079176 h 1097283"/>
                <a:gd name="connsiteX1" fmla="*/ 604650 w 868199"/>
                <a:gd name="connsiteY1" fmla="*/ 685270 h 1097283"/>
                <a:gd name="connsiteX2" fmla="*/ 828829 w 868199"/>
                <a:gd name="connsiteY2" fmla="*/ 12022 h 1097283"/>
                <a:gd name="connsiteX3" fmla="*/ 805493 w 868199"/>
                <a:gd name="connsiteY3" fmla="*/ 0 h 1097283"/>
                <a:gd name="connsiteX4" fmla="*/ 615258 w 868199"/>
                <a:gd name="connsiteY4" fmla="*/ 294899 h 1097283"/>
                <a:gd name="connsiteX5" fmla="*/ 108908 w 868199"/>
                <a:gd name="connsiteY5" fmla="*/ 939859 h 1097283"/>
                <a:gd name="connsiteX6" fmla="*/ 6365 w 868199"/>
                <a:gd name="connsiteY6" fmla="*/ 1056546 h 1097283"/>
                <a:gd name="connsiteX7" fmla="*/ 0 w 868199"/>
                <a:gd name="connsiteY7" fmla="*/ 1065739 h 1097283"/>
                <a:gd name="connsiteX8" fmla="*/ 14144 w 868199"/>
                <a:gd name="connsiteY8" fmla="*/ 1079176 h 1097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199" h="1097283">
                  <a:moveTo>
                    <a:pt x="14144" y="1079176"/>
                  </a:moveTo>
                  <a:cubicBezTo>
                    <a:pt x="115272" y="1156260"/>
                    <a:pt x="379762" y="980169"/>
                    <a:pt x="604650" y="685270"/>
                  </a:cubicBezTo>
                  <a:cubicBezTo>
                    <a:pt x="829536" y="390370"/>
                    <a:pt x="929958" y="89106"/>
                    <a:pt x="828829" y="12022"/>
                  </a:cubicBezTo>
                  <a:cubicBezTo>
                    <a:pt x="821757" y="6365"/>
                    <a:pt x="813979" y="2829"/>
                    <a:pt x="805493" y="0"/>
                  </a:cubicBezTo>
                  <a:cubicBezTo>
                    <a:pt x="724165" y="118808"/>
                    <a:pt x="636473" y="250346"/>
                    <a:pt x="615258" y="294899"/>
                  </a:cubicBezTo>
                  <a:cubicBezTo>
                    <a:pt x="572826" y="383298"/>
                    <a:pt x="127295" y="917229"/>
                    <a:pt x="108908" y="939859"/>
                  </a:cubicBezTo>
                  <a:cubicBezTo>
                    <a:pt x="108200" y="941273"/>
                    <a:pt x="48089" y="1000677"/>
                    <a:pt x="6365" y="1056546"/>
                  </a:cubicBezTo>
                  <a:cubicBezTo>
                    <a:pt x="4243" y="1058667"/>
                    <a:pt x="2121" y="1062203"/>
                    <a:pt x="0" y="1065739"/>
                  </a:cubicBezTo>
                  <a:cubicBezTo>
                    <a:pt x="4243" y="1070690"/>
                    <a:pt x="8486" y="1075640"/>
                    <a:pt x="14144" y="107917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7E294D0-AABC-44BF-B931-92E93C29B2EC}"/>
                </a:ext>
              </a:extLst>
            </p:cNvPr>
            <p:cNvSpPr/>
            <p:nvPr/>
          </p:nvSpPr>
          <p:spPr>
            <a:xfrm>
              <a:off x="9267758" y="1211990"/>
              <a:ext cx="2922955" cy="1595386"/>
            </a:xfrm>
            <a:custGeom>
              <a:avLst/>
              <a:gdLst>
                <a:gd name="connsiteX0" fmla="*/ 2888882 w 2922955"/>
                <a:gd name="connsiteY0" fmla="*/ 722004 h 1595386"/>
                <a:gd name="connsiteX1" fmla="*/ 2523264 w 2922955"/>
                <a:gd name="connsiteY1" fmla="*/ 280008 h 1595386"/>
                <a:gd name="connsiteX2" fmla="*/ 1335887 w 2922955"/>
                <a:gd name="connsiteY2" fmla="*/ 2082 h 1595386"/>
                <a:gd name="connsiteX3" fmla="*/ 671126 w 2922955"/>
                <a:gd name="connsiteY3" fmla="*/ 195852 h 1595386"/>
                <a:gd name="connsiteX4" fmla="*/ 98300 w 2922955"/>
                <a:gd name="connsiteY4" fmla="*/ 642091 h 1595386"/>
                <a:gd name="connsiteX5" fmla="*/ 0 w 2922955"/>
                <a:gd name="connsiteY5" fmla="*/ 734026 h 1595386"/>
                <a:gd name="connsiteX6" fmla="*/ 559389 w 2922955"/>
                <a:gd name="connsiteY6" fmla="*/ 863442 h 1595386"/>
                <a:gd name="connsiteX7" fmla="*/ 967440 w 2922955"/>
                <a:gd name="connsiteY7" fmla="*/ 732612 h 1595386"/>
                <a:gd name="connsiteX8" fmla="*/ 968147 w 2922955"/>
                <a:gd name="connsiteY8" fmla="*/ 732612 h 1595386"/>
                <a:gd name="connsiteX9" fmla="*/ 1057253 w 2922955"/>
                <a:gd name="connsiteY9" fmla="*/ 813939 h 1595386"/>
                <a:gd name="connsiteX10" fmla="*/ 1026136 w 2922955"/>
                <a:gd name="connsiteY10" fmla="*/ 1045898 h 1595386"/>
                <a:gd name="connsiteX11" fmla="*/ 1024722 w 2922955"/>
                <a:gd name="connsiteY11" fmla="*/ 1050141 h 1595386"/>
                <a:gd name="connsiteX12" fmla="*/ 1884668 w 2922955"/>
                <a:gd name="connsiteY12" fmla="*/ 1595386 h 1595386"/>
                <a:gd name="connsiteX13" fmla="*/ 2581960 w 2922955"/>
                <a:gd name="connsiteY13" fmla="*/ 1103888 h 1595386"/>
                <a:gd name="connsiteX14" fmla="*/ 2888882 w 2922955"/>
                <a:gd name="connsiteY14" fmla="*/ 722004 h 159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2955" h="1595386">
                  <a:moveTo>
                    <a:pt x="2888882" y="722004"/>
                  </a:moveTo>
                  <a:cubicBezTo>
                    <a:pt x="2853522" y="565714"/>
                    <a:pt x="2592568" y="325976"/>
                    <a:pt x="2523264" y="280008"/>
                  </a:cubicBezTo>
                  <a:cubicBezTo>
                    <a:pt x="2195833" y="63607"/>
                    <a:pt x="1640687" y="-14184"/>
                    <a:pt x="1335887" y="2082"/>
                  </a:cubicBezTo>
                  <a:cubicBezTo>
                    <a:pt x="1108170" y="14104"/>
                    <a:pt x="805493" y="94724"/>
                    <a:pt x="671126" y="195852"/>
                  </a:cubicBezTo>
                  <a:cubicBezTo>
                    <a:pt x="536759" y="296981"/>
                    <a:pt x="250346" y="499238"/>
                    <a:pt x="98300" y="642091"/>
                  </a:cubicBezTo>
                  <a:cubicBezTo>
                    <a:pt x="68597" y="669671"/>
                    <a:pt x="35360" y="701495"/>
                    <a:pt x="0" y="734026"/>
                  </a:cubicBezTo>
                  <a:cubicBezTo>
                    <a:pt x="85570" y="744634"/>
                    <a:pt x="492206" y="799795"/>
                    <a:pt x="559389" y="863442"/>
                  </a:cubicBezTo>
                  <a:cubicBezTo>
                    <a:pt x="652031" y="777872"/>
                    <a:pt x="796299" y="688058"/>
                    <a:pt x="967440" y="732612"/>
                  </a:cubicBezTo>
                  <a:lnTo>
                    <a:pt x="968147" y="732612"/>
                  </a:lnTo>
                  <a:cubicBezTo>
                    <a:pt x="1011992" y="749584"/>
                    <a:pt x="1041695" y="777165"/>
                    <a:pt x="1057253" y="813939"/>
                  </a:cubicBezTo>
                  <a:cubicBezTo>
                    <a:pt x="1091906" y="896680"/>
                    <a:pt x="1044523" y="1004881"/>
                    <a:pt x="1026136" y="1045898"/>
                  </a:cubicBezTo>
                  <a:cubicBezTo>
                    <a:pt x="1025429" y="1047312"/>
                    <a:pt x="1024722" y="1048727"/>
                    <a:pt x="1024722" y="1050141"/>
                  </a:cubicBezTo>
                  <a:cubicBezTo>
                    <a:pt x="1510563" y="1226939"/>
                    <a:pt x="1792733" y="1476578"/>
                    <a:pt x="1884668" y="1595386"/>
                  </a:cubicBezTo>
                  <a:cubicBezTo>
                    <a:pt x="2068538" y="1384643"/>
                    <a:pt x="2355658" y="1155513"/>
                    <a:pt x="2581960" y="1103888"/>
                  </a:cubicBezTo>
                  <a:cubicBezTo>
                    <a:pt x="3009105" y="1004881"/>
                    <a:pt x="2930606" y="906581"/>
                    <a:pt x="2888882" y="722004"/>
                  </a:cubicBezTo>
                  <a:close/>
                </a:path>
              </a:pathLst>
            </a:custGeom>
            <a:solidFill>
              <a:schemeClr val="accent5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34A1B24-026B-4C86-A1A6-DAF05C52EA44}"/>
                </a:ext>
              </a:extLst>
            </p:cNvPr>
            <p:cNvSpPr/>
            <p:nvPr/>
          </p:nvSpPr>
          <p:spPr>
            <a:xfrm>
              <a:off x="9012462" y="3829270"/>
              <a:ext cx="7071" cy="2828"/>
            </a:xfrm>
            <a:custGeom>
              <a:avLst/>
              <a:gdLst>
                <a:gd name="connsiteX0" fmla="*/ 0 w 7071"/>
                <a:gd name="connsiteY0" fmla="*/ 1414 h 2828"/>
                <a:gd name="connsiteX1" fmla="*/ 7072 w 7071"/>
                <a:gd name="connsiteY1" fmla="*/ 2829 h 2828"/>
                <a:gd name="connsiteX2" fmla="*/ 707 w 7071"/>
                <a:gd name="connsiteY2" fmla="*/ 0 h 2828"/>
                <a:gd name="connsiteX3" fmla="*/ 0 w 7071"/>
                <a:gd name="connsiteY3" fmla="*/ 1414 h 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71" h="2828">
                  <a:moveTo>
                    <a:pt x="0" y="1414"/>
                  </a:moveTo>
                  <a:lnTo>
                    <a:pt x="7072" y="2829"/>
                  </a:lnTo>
                  <a:cubicBezTo>
                    <a:pt x="4950" y="2121"/>
                    <a:pt x="2829" y="707"/>
                    <a:pt x="707" y="0"/>
                  </a:cubicBezTo>
                  <a:cubicBezTo>
                    <a:pt x="0" y="707"/>
                    <a:pt x="0" y="1414"/>
                    <a:pt x="0" y="1414"/>
                  </a:cubicBezTo>
                  <a:close/>
                </a:path>
              </a:pathLst>
            </a:custGeom>
            <a:solidFill>
              <a:srgbClr val="ED1C24"/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B2BFA7B-2E28-4C79-B559-1D0B0309EE94}"/>
                </a:ext>
              </a:extLst>
            </p:cNvPr>
            <p:cNvSpPr/>
            <p:nvPr/>
          </p:nvSpPr>
          <p:spPr>
            <a:xfrm>
              <a:off x="9233651" y="2347195"/>
              <a:ext cx="817443" cy="889403"/>
            </a:xfrm>
            <a:custGeom>
              <a:avLst/>
              <a:gdLst>
                <a:gd name="connsiteX0" fmla="*/ 676189 w 817443"/>
                <a:gd name="connsiteY0" fmla="*/ 114374 h 889403"/>
                <a:gd name="connsiteX1" fmla="*/ 549977 w 817443"/>
                <a:gd name="connsiteY1" fmla="*/ 559076 h 889403"/>
                <a:gd name="connsiteX2" fmla="*/ 141255 w 817443"/>
                <a:gd name="connsiteY2" fmla="*/ 775029 h 889403"/>
                <a:gd name="connsiteX3" fmla="*/ 267467 w 817443"/>
                <a:gd name="connsiteY3" fmla="*/ 330328 h 889403"/>
                <a:gd name="connsiteX4" fmla="*/ 676189 w 817443"/>
                <a:gd name="connsiteY4" fmla="*/ 114374 h 889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7443" h="889403">
                  <a:moveTo>
                    <a:pt x="676189" y="114374"/>
                  </a:moveTo>
                  <a:cubicBezTo>
                    <a:pt x="754202" y="177542"/>
                    <a:pt x="697694" y="376641"/>
                    <a:pt x="549977" y="559076"/>
                  </a:cubicBezTo>
                  <a:cubicBezTo>
                    <a:pt x="402259" y="741511"/>
                    <a:pt x="219268" y="838196"/>
                    <a:pt x="141255" y="775029"/>
                  </a:cubicBezTo>
                  <a:cubicBezTo>
                    <a:pt x="63242" y="711862"/>
                    <a:pt x="119749" y="512762"/>
                    <a:pt x="267467" y="330328"/>
                  </a:cubicBezTo>
                  <a:cubicBezTo>
                    <a:pt x="415185" y="147893"/>
                    <a:pt x="598176" y="51207"/>
                    <a:pt x="676189" y="11437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320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C938BF-274F-4644-8F23-CD7AE6676BA0}"/>
              </a:ext>
            </a:extLst>
          </p:cNvPr>
          <p:cNvGrpSpPr/>
          <p:nvPr/>
        </p:nvGrpSpPr>
        <p:grpSpPr>
          <a:xfrm>
            <a:off x="1607969" y="2823252"/>
            <a:ext cx="12073986" cy="3141121"/>
            <a:chOff x="1427713" y="2852132"/>
            <a:chExt cx="10061655" cy="261760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DB454B5-5F77-4C49-9103-B7C97A7995BA}"/>
                </a:ext>
              </a:extLst>
            </p:cNvPr>
            <p:cNvGrpSpPr/>
            <p:nvPr/>
          </p:nvGrpSpPr>
          <p:grpSpPr>
            <a:xfrm>
              <a:off x="1427713" y="2852132"/>
              <a:ext cx="9478349" cy="2617601"/>
              <a:chOff x="2895898" y="2601320"/>
              <a:chExt cx="9478349" cy="2617601"/>
            </a:xfrm>
          </p:grpSpPr>
          <p:sp>
            <p:nvSpPr>
              <p:cNvPr id="109" name="Block Arc 108">
                <a:extLst>
                  <a:ext uri="{FF2B5EF4-FFF2-40B4-BE49-F238E27FC236}">
                    <a16:creationId xmlns:a16="http://schemas.microsoft.com/office/drawing/2014/main" id="{FE8A1025-CBFC-402B-BE6B-AFFE5D4E969B}"/>
                  </a:ext>
                </a:extLst>
              </p:cNvPr>
              <p:cNvSpPr/>
              <p:nvPr/>
            </p:nvSpPr>
            <p:spPr>
              <a:xfrm>
                <a:off x="10539544" y="3374995"/>
                <a:ext cx="1834703" cy="1834703"/>
              </a:xfrm>
              <a:prstGeom prst="blockArc">
                <a:avLst>
                  <a:gd name="adj1" fmla="val 12399071"/>
                  <a:gd name="adj2" fmla="val 16243311"/>
                  <a:gd name="adj3" fmla="val 6643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dirty="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0" name="Block Arc 109">
                <a:extLst>
                  <a:ext uri="{FF2B5EF4-FFF2-40B4-BE49-F238E27FC236}">
                    <a16:creationId xmlns:a16="http://schemas.microsoft.com/office/drawing/2014/main" id="{5B9948DF-5A0A-4747-B694-A56DACB3FF4D}"/>
                  </a:ext>
                </a:extLst>
              </p:cNvPr>
              <p:cNvSpPr/>
              <p:nvPr/>
            </p:nvSpPr>
            <p:spPr>
              <a:xfrm rot="10800000">
                <a:off x="2895898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1" name="Block Arc 110">
                <a:extLst>
                  <a:ext uri="{FF2B5EF4-FFF2-40B4-BE49-F238E27FC236}">
                    <a16:creationId xmlns:a16="http://schemas.microsoft.com/office/drawing/2014/main" id="{E67BDBDC-F19E-406B-B8E2-0E2179EB9E4D}"/>
                  </a:ext>
                </a:extLst>
              </p:cNvPr>
              <p:cNvSpPr/>
              <p:nvPr/>
            </p:nvSpPr>
            <p:spPr>
              <a:xfrm>
                <a:off x="747756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2" name="Block Arc 111">
                <a:extLst>
                  <a:ext uri="{FF2B5EF4-FFF2-40B4-BE49-F238E27FC236}">
                    <a16:creationId xmlns:a16="http://schemas.microsoft.com/office/drawing/2014/main" id="{330036F1-9DAC-4969-B3EF-83EF2CF63EB1}"/>
                  </a:ext>
                </a:extLst>
              </p:cNvPr>
              <p:cNvSpPr/>
              <p:nvPr/>
            </p:nvSpPr>
            <p:spPr>
              <a:xfrm>
                <a:off x="4416280" y="3384218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3" name="Block Arc 112">
                <a:extLst>
                  <a:ext uri="{FF2B5EF4-FFF2-40B4-BE49-F238E27FC236}">
                    <a16:creationId xmlns:a16="http://schemas.microsoft.com/office/drawing/2014/main" id="{E40E8946-5E4B-4C26-84C5-466244B4392C}"/>
                  </a:ext>
                </a:extLst>
              </p:cNvPr>
              <p:cNvSpPr/>
              <p:nvPr/>
            </p:nvSpPr>
            <p:spPr>
              <a:xfrm rot="10800000">
                <a:off x="5946920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114" name="Block Arc 160">
                <a:extLst>
                  <a:ext uri="{FF2B5EF4-FFF2-40B4-BE49-F238E27FC236}">
                    <a16:creationId xmlns:a16="http://schemas.microsoft.com/office/drawing/2014/main" id="{66238CEF-C54D-4BBA-BA3E-140CFFCE07D7}"/>
                  </a:ext>
                </a:extLst>
              </p:cNvPr>
              <p:cNvSpPr/>
              <p:nvPr/>
            </p:nvSpPr>
            <p:spPr>
              <a:xfrm rot="10800000">
                <a:off x="9008904" y="2601320"/>
                <a:ext cx="1834703" cy="1834703"/>
              </a:xfrm>
              <a:prstGeom prst="blockArc">
                <a:avLst>
                  <a:gd name="adj1" fmla="val 12399071"/>
                  <a:gd name="adj2" fmla="val 20021087"/>
                  <a:gd name="adj3" fmla="val 6481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>
                  <a:latin typeface="Microsoft JhengHei" panose="020B0604030504040204" pitchFamily="34" charset="-120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BD60E6-79DF-41AA-859E-722ADC1D512C}"/>
                </a:ext>
              </a:extLst>
            </p:cNvPr>
            <p:cNvSpPr/>
            <p:nvPr/>
          </p:nvSpPr>
          <p:spPr>
            <a:xfrm>
              <a:off x="9988709" y="3625806"/>
              <a:ext cx="1500659" cy="1180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15" name="Oval 114">
            <a:extLst>
              <a:ext uri="{FF2B5EF4-FFF2-40B4-BE49-F238E27FC236}">
                <a16:creationId xmlns:a16="http://schemas.microsoft.com/office/drawing/2014/main" id="{7054A256-8CF5-4768-B0E4-8D3ABDC99DD0}"/>
              </a:ext>
            </a:extLst>
          </p:cNvPr>
          <p:cNvSpPr/>
          <p:nvPr/>
        </p:nvSpPr>
        <p:spPr>
          <a:xfrm>
            <a:off x="5958845" y="3717985"/>
            <a:ext cx="832097" cy="832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A478EFDC-91F9-4AB0-86AA-EF757AA65B89}"/>
              </a:ext>
            </a:extLst>
          </p:cNvPr>
          <p:cNvSpPr/>
          <p:nvPr/>
        </p:nvSpPr>
        <p:spPr>
          <a:xfrm>
            <a:off x="4124090" y="4299252"/>
            <a:ext cx="832097" cy="832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58C1468-307F-4474-A7C3-796841EE438D}"/>
              </a:ext>
            </a:extLst>
          </p:cNvPr>
          <p:cNvSpPr/>
          <p:nvPr/>
        </p:nvSpPr>
        <p:spPr>
          <a:xfrm>
            <a:off x="2289336" y="3717985"/>
            <a:ext cx="832097" cy="832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2E9AEEA8-BE6A-406B-BB73-D62F6237E8FD}"/>
              </a:ext>
            </a:extLst>
          </p:cNvPr>
          <p:cNvSpPr/>
          <p:nvPr/>
        </p:nvSpPr>
        <p:spPr>
          <a:xfrm>
            <a:off x="7793598" y="4299252"/>
            <a:ext cx="832097" cy="832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1" name="Oval 100">
            <a:extLst>
              <a:ext uri="{FF2B5EF4-FFF2-40B4-BE49-F238E27FC236}">
                <a16:creationId xmlns:a16="http://schemas.microsoft.com/office/drawing/2014/main" id="{102A3DBB-340A-440D-BDBC-B66D4D01EFDC}"/>
              </a:ext>
            </a:extLst>
          </p:cNvPr>
          <p:cNvSpPr/>
          <p:nvPr/>
        </p:nvSpPr>
        <p:spPr>
          <a:xfrm>
            <a:off x="9628351" y="3717985"/>
            <a:ext cx="832097" cy="832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>
              <a:latin typeface="Microsoft JhengHei" panose="020B0604030504040204" pitchFamily="34" charset="-120"/>
            </a:endParaRPr>
          </a:p>
        </p:txBody>
      </p:sp>
      <p:sp>
        <p:nvSpPr>
          <p:cNvPr id="122" name="Rounded Rectangle 5">
            <a:extLst>
              <a:ext uri="{FF2B5EF4-FFF2-40B4-BE49-F238E27FC236}">
                <a16:creationId xmlns:a16="http://schemas.microsoft.com/office/drawing/2014/main" id="{D97E1B44-B49D-405E-95C5-A37725F4C545}"/>
              </a:ext>
            </a:extLst>
          </p:cNvPr>
          <p:cNvSpPr/>
          <p:nvPr/>
        </p:nvSpPr>
        <p:spPr>
          <a:xfrm flipH="1">
            <a:off x="8012568" y="4559568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3" name="Teardrop 1">
            <a:extLst>
              <a:ext uri="{FF2B5EF4-FFF2-40B4-BE49-F238E27FC236}">
                <a16:creationId xmlns:a16="http://schemas.microsoft.com/office/drawing/2014/main" id="{C847896E-BD24-44C0-9042-AA9B5E52CAB5}"/>
              </a:ext>
            </a:extLst>
          </p:cNvPr>
          <p:cNvSpPr/>
          <p:nvPr/>
        </p:nvSpPr>
        <p:spPr>
          <a:xfrm rot="18805991">
            <a:off x="9818282" y="3910275"/>
            <a:ext cx="452234" cy="44751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5" name="Donut 39">
            <a:extLst>
              <a:ext uri="{FF2B5EF4-FFF2-40B4-BE49-F238E27FC236}">
                <a16:creationId xmlns:a16="http://schemas.microsoft.com/office/drawing/2014/main" id="{DD09BE52-0808-4E49-8B9D-FD83EFC511C3}"/>
              </a:ext>
            </a:extLst>
          </p:cNvPr>
          <p:cNvSpPr/>
          <p:nvPr/>
        </p:nvSpPr>
        <p:spPr>
          <a:xfrm>
            <a:off x="2462905" y="3891554"/>
            <a:ext cx="484958" cy="48495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126" name="Rectangle 36">
            <a:extLst>
              <a:ext uri="{FF2B5EF4-FFF2-40B4-BE49-F238E27FC236}">
                <a16:creationId xmlns:a16="http://schemas.microsoft.com/office/drawing/2014/main" id="{E23CAE8B-D24C-4776-AE65-17AEE895AF15}"/>
              </a:ext>
            </a:extLst>
          </p:cNvPr>
          <p:cNvSpPr/>
          <p:nvPr/>
        </p:nvSpPr>
        <p:spPr>
          <a:xfrm>
            <a:off x="6152184" y="3938744"/>
            <a:ext cx="467244" cy="390578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27" name="Chord 15">
            <a:extLst>
              <a:ext uri="{FF2B5EF4-FFF2-40B4-BE49-F238E27FC236}">
                <a16:creationId xmlns:a16="http://schemas.microsoft.com/office/drawing/2014/main" id="{2B10FE4D-3BAF-420B-A89E-5967ADB268E1}"/>
              </a:ext>
            </a:extLst>
          </p:cNvPr>
          <p:cNvSpPr/>
          <p:nvPr/>
        </p:nvSpPr>
        <p:spPr>
          <a:xfrm>
            <a:off x="4410671" y="4454813"/>
            <a:ext cx="238950" cy="520975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3200" dirty="0">
              <a:latin typeface="Microsoft JhengHei" panose="020B0604030504040204" pitchFamily="34" charset="-12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F4618F2-4883-423B-AE84-8CF62C57CB54}"/>
              </a:ext>
            </a:extLst>
          </p:cNvPr>
          <p:cNvSpPr txBox="1"/>
          <p:nvPr/>
        </p:nvSpPr>
        <p:spPr>
          <a:xfrm>
            <a:off x="1602794" y="313100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主題選擇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84529F9-1047-4826-8B79-9416E4A16560}"/>
              </a:ext>
            </a:extLst>
          </p:cNvPr>
          <p:cNvSpPr txBox="1"/>
          <p:nvPr/>
        </p:nvSpPr>
        <p:spPr>
          <a:xfrm>
            <a:off x="7226078" y="5382231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使用者回應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5C191C3-10BB-43C7-BB71-6081C453520A}"/>
              </a:ext>
            </a:extLst>
          </p:cNvPr>
          <p:cNvSpPr txBox="1"/>
          <p:nvPr/>
        </p:nvSpPr>
        <p:spPr>
          <a:xfrm>
            <a:off x="5284138" y="2989768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對話引導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13B9285-80FB-4AF7-AADC-36E601DD3EDE}"/>
              </a:ext>
            </a:extLst>
          </p:cNvPr>
          <p:cNvSpPr txBox="1"/>
          <p:nvPr/>
        </p:nvSpPr>
        <p:spPr>
          <a:xfrm>
            <a:off x="8992995" y="2892593"/>
            <a:ext cx="2152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系統回饋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7CF6FF8-66D2-839E-2675-4197FB26DFB7}"/>
              </a:ext>
            </a:extLst>
          </p:cNvPr>
          <p:cNvSpPr txBox="1"/>
          <p:nvPr/>
        </p:nvSpPr>
        <p:spPr>
          <a:xfrm>
            <a:off x="3723141" y="5421498"/>
            <a:ext cx="2201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主題選擇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27C7E5-0D50-B41C-9354-B0E1765E3244}"/>
              </a:ext>
            </a:extLst>
          </p:cNvPr>
          <p:cNvSpPr txBox="1"/>
          <p:nvPr/>
        </p:nvSpPr>
        <p:spPr>
          <a:xfrm>
            <a:off x="3950522" y="6791497"/>
            <a:ext cx="73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支援文字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語音輸入，回覆範例降低學習壓力</a:t>
            </a:r>
            <a:endParaRPr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對話具連貫性，系統可延伸話題</a:t>
            </a:r>
          </a:p>
        </p:txBody>
      </p:sp>
    </p:spTree>
    <p:extLst>
      <p:ext uri="{BB962C8B-B14F-4D97-AF65-F5344CB8AC3E}">
        <p14:creationId xmlns:p14="http://schemas.microsoft.com/office/powerpoint/2010/main" val="189180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BAF077F-E9AA-35CD-6C90-F6BBA179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17FC64D-0225-E137-C6B6-435A3AD3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357" y="0"/>
            <a:ext cx="515368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2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4D4C23-81FB-460B-A16B-715818231E4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0241" y="356612"/>
            <a:ext cx="5983613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單字造句練習功能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3B0E7B-0E58-43A0-88FC-794C043EB0DF}"/>
              </a:ext>
            </a:extLst>
          </p:cNvPr>
          <p:cNvSpPr/>
          <p:nvPr/>
        </p:nvSpPr>
        <p:spPr>
          <a:xfrm>
            <a:off x="6074441" y="6138733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2ED873-13CE-4E55-BCC5-5AB15A39B02E}"/>
              </a:ext>
            </a:extLst>
          </p:cNvPr>
          <p:cNvSpPr/>
          <p:nvPr/>
        </p:nvSpPr>
        <p:spPr>
          <a:xfrm>
            <a:off x="7685441" y="5105879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77E4A7-CCA3-4C64-B89F-9487147317F8}"/>
              </a:ext>
            </a:extLst>
          </p:cNvPr>
          <p:cNvSpPr/>
          <p:nvPr/>
        </p:nvSpPr>
        <p:spPr>
          <a:xfrm>
            <a:off x="6074441" y="4073022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0A2FB5-174C-4E55-84D6-DA857A6D71BC}"/>
              </a:ext>
            </a:extLst>
          </p:cNvPr>
          <p:cNvSpPr/>
          <p:nvPr/>
        </p:nvSpPr>
        <p:spPr>
          <a:xfrm>
            <a:off x="7685441" y="3040168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EFBC72-1C81-44DC-BF8B-10C03C43E42C}"/>
              </a:ext>
            </a:extLst>
          </p:cNvPr>
          <p:cNvSpPr/>
          <p:nvPr/>
        </p:nvSpPr>
        <p:spPr>
          <a:xfrm>
            <a:off x="6074441" y="2007311"/>
            <a:ext cx="898778" cy="89877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  <a:effectLst>
            <a:innerShdw blurRad="101600" dist="88900" dir="13500000">
              <a:prstClr val="black">
                <a:alpha val="56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 dirty="0"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8" name="Freeform 65">
            <a:extLst>
              <a:ext uri="{FF2B5EF4-FFF2-40B4-BE49-F238E27FC236}">
                <a16:creationId xmlns:a16="http://schemas.microsoft.com/office/drawing/2014/main" id="{47D1EAA2-836C-4FC8-A189-4DE0B1C3BD0A}"/>
              </a:ext>
            </a:extLst>
          </p:cNvPr>
          <p:cNvSpPr/>
          <p:nvPr/>
        </p:nvSpPr>
        <p:spPr>
          <a:xfrm>
            <a:off x="7121141" y="2409097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9" name="Freeform 66">
            <a:extLst>
              <a:ext uri="{FF2B5EF4-FFF2-40B4-BE49-F238E27FC236}">
                <a16:creationId xmlns:a16="http://schemas.microsoft.com/office/drawing/2014/main" id="{2F587C56-2D1F-454D-9D36-3B981D9948F3}"/>
              </a:ext>
            </a:extLst>
          </p:cNvPr>
          <p:cNvSpPr/>
          <p:nvPr/>
        </p:nvSpPr>
        <p:spPr>
          <a:xfrm flipH="1">
            <a:off x="5327860" y="3450366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0" name="Freeform 67">
            <a:extLst>
              <a:ext uri="{FF2B5EF4-FFF2-40B4-BE49-F238E27FC236}">
                <a16:creationId xmlns:a16="http://schemas.microsoft.com/office/drawing/2014/main" id="{7FE3E602-CF2F-47FB-B50E-FEA01A03AC37}"/>
              </a:ext>
            </a:extLst>
          </p:cNvPr>
          <p:cNvSpPr/>
          <p:nvPr/>
        </p:nvSpPr>
        <p:spPr>
          <a:xfrm>
            <a:off x="7121141" y="4522411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1" name="Freeform 68">
            <a:extLst>
              <a:ext uri="{FF2B5EF4-FFF2-40B4-BE49-F238E27FC236}">
                <a16:creationId xmlns:a16="http://schemas.microsoft.com/office/drawing/2014/main" id="{E8982959-F5BB-4826-B860-9F9E247CC240}"/>
              </a:ext>
            </a:extLst>
          </p:cNvPr>
          <p:cNvSpPr/>
          <p:nvPr/>
        </p:nvSpPr>
        <p:spPr>
          <a:xfrm flipH="1">
            <a:off x="5327860" y="5563680"/>
            <a:ext cx="2160000" cy="1071154"/>
          </a:xfrm>
          <a:custGeom>
            <a:avLst/>
            <a:gdLst>
              <a:gd name="connsiteX0" fmla="*/ 0 w 1447800"/>
              <a:gd name="connsiteY0" fmla="*/ 0 h 892628"/>
              <a:gd name="connsiteX1" fmla="*/ 1447800 w 1447800"/>
              <a:gd name="connsiteY1" fmla="*/ 0 h 892628"/>
              <a:gd name="connsiteX2" fmla="*/ 1447800 w 1447800"/>
              <a:gd name="connsiteY2" fmla="*/ 892628 h 892628"/>
              <a:gd name="connsiteX3" fmla="*/ 1077685 w 1447800"/>
              <a:gd name="connsiteY3" fmla="*/ 892628 h 892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7800" h="892628">
                <a:moveTo>
                  <a:pt x="0" y="0"/>
                </a:moveTo>
                <a:lnTo>
                  <a:pt x="1447800" y="0"/>
                </a:lnTo>
                <a:lnTo>
                  <a:pt x="1447800" y="892628"/>
                </a:lnTo>
                <a:lnTo>
                  <a:pt x="1077685" y="892628"/>
                </a:lnTo>
              </a:path>
            </a:pathLst>
          </a:custGeom>
          <a:ln w="50800">
            <a:solidFill>
              <a:schemeClr val="accent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A5CAC-D092-4CFE-9191-F023ACE1131B}"/>
              </a:ext>
            </a:extLst>
          </p:cNvPr>
          <p:cNvSpPr txBox="1"/>
          <p:nvPr/>
        </p:nvSpPr>
        <p:spPr>
          <a:xfrm>
            <a:off x="1579627" y="6004657"/>
            <a:ext cx="3767275" cy="523220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輸入指令或選單啟動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30EC4-4F6F-4AEB-9470-F1926A2C7C51}"/>
              </a:ext>
            </a:extLst>
          </p:cNvPr>
          <p:cNvSpPr txBox="1"/>
          <p:nvPr/>
        </p:nvSpPr>
        <p:spPr>
          <a:xfrm>
            <a:off x="9281141" y="4580337"/>
            <a:ext cx="31264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提供三種難度與</a:t>
            </a:r>
            <a:endParaRPr lang="en-US" altLang="zh-TW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 pitchFamily="34" charset="0"/>
            </a:endParaRPr>
          </a:p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每日單字清單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E0E023-AA01-44F1-BE6F-FCA574206449}"/>
              </a:ext>
            </a:extLst>
          </p:cNvPr>
          <p:cNvSpPr txBox="1"/>
          <p:nvPr/>
        </p:nvSpPr>
        <p:spPr>
          <a:xfrm>
            <a:off x="1705753" y="3709578"/>
            <a:ext cx="4845151" cy="523220"/>
          </a:xfrm>
          <a:prstGeom prst="rect">
            <a:avLst/>
          </a:prstGeom>
          <a:noFill/>
        </p:spPr>
        <p:txBody>
          <a:bodyPr wrap="square" lIns="129600" rIns="129600" rtlCol="0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附詞性、定義、例句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4" name="Isosceles Triangle 51">
            <a:extLst>
              <a:ext uri="{FF2B5EF4-FFF2-40B4-BE49-F238E27FC236}">
                <a16:creationId xmlns:a16="http://schemas.microsoft.com/office/drawing/2014/main" id="{A24E2121-4AF7-427A-86EF-337919F3F135}"/>
              </a:ext>
            </a:extLst>
          </p:cNvPr>
          <p:cNvSpPr/>
          <p:nvPr/>
        </p:nvSpPr>
        <p:spPr>
          <a:xfrm>
            <a:off x="6353854" y="4389544"/>
            <a:ext cx="399650" cy="293065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BF27EBD3-3206-4C8A-9B24-1300017ECF40}"/>
              </a:ext>
            </a:extLst>
          </p:cNvPr>
          <p:cNvSpPr/>
          <p:nvPr/>
        </p:nvSpPr>
        <p:spPr>
          <a:xfrm rot="2700000">
            <a:off x="7990436" y="5277635"/>
            <a:ext cx="319104" cy="57209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0C6EE5F0-BAF3-465E-964F-2CA5A51C8604}"/>
              </a:ext>
            </a:extLst>
          </p:cNvPr>
          <p:cNvSpPr/>
          <p:nvPr/>
        </p:nvSpPr>
        <p:spPr>
          <a:xfrm flipH="1">
            <a:off x="7918431" y="3325547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918B03A7-C29B-4642-B5FB-6EAA705CB936}"/>
              </a:ext>
            </a:extLst>
          </p:cNvPr>
          <p:cNvSpPr/>
          <p:nvPr/>
        </p:nvSpPr>
        <p:spPr>
          <a:xfrm>
            <a:off x="6267367" y="6381138"/>
            <a:ext cx="512926" cy="413969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28" name="Oval 21">
            <a:extLst>
              <a:ext uri="{FF2B5EF4-FFF2-40B4-BE49-F238E27FC236}">
                <a16:creationId xmlns:a16="http://schemas.microsoft.com/office/drawing/2014/main" id="{FFA25F9C-9F12-4757-9B7A-720CE2B55BC8}"/>
              </a:ext>
            </a:extLst>
          </p:cNvPr>
          <p:cNvSpPr>
            <a:spLocks noChangeAspect="1"/>
          </p:cNvSpPr>
          <p:nvPr/>
        </p:nvSpPr>
        <p:spPr>
          <a:xfrm>
            <a:off x="6313010" y="2228106"/>
            <a:ext cx="475789" cy="47976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7E558556-8B68-69B3-6EBE-EDE19CCD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9C6C5CCF-251F-7773-B7EF-F164062E9370}"/>
              </a:ext>
            </a:extLst>
          </p:cNvPr>
          <p:cNvSpPr txBox="1"/>
          <p:nvPr/>
        </p:nvSpPr>
        <p:spPr>
          <a:xfrm>
            <a:off x="9429063" y="1753761"/>
            <a:ext cx="38334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使用者造句後給予語法分析、建議與改進範例</a:t>
            </a:r>
          </a:p>
        </p:txBody>
      </p:sp>
    </p:spTree>
    <p:extLst>
      <p:ext uri="{BB962C8B-B14F-4D97-AF65-F5344CB8AC3E}">
        <p14:creationId xmlns:p14="http://schemas.microsoft.com/office/powerpoint/2010/main" val="394488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E7D5-A58E-B110-5195-A2FD63233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6B5D0FC-E50A-534D-6703-0C8072F9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CCE8190-6BF5-132A-05DD-3E2991DD8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455" y="0"/>
            <a:ext cx="680548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45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6354" y="407988"/>
            <a:ext cx="14214046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跟讀練習功能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" name="그룹 12">
            <a:extLst>
              <a:ext uri="{FF2B5EF4-FFF2-40B4-BE49-F238E27FC236}">
                <a16:creationId xmlns:a16="http://schemas.microsoft.com/office/drawing/2014/main" id="{F9100D22-6F2D-4BBF-9C17-554A67E0CC25}"/>
              </a:ext>
            </a:extLst>
          </p:cNvPr>
          <p:cNvGrpSpPr/>
          <p:nvPr/>
        </p:nvGrpSpPr>
        <p:grpSpPr>
          <a:xfrm>
            <a:off x="4725765" y="2474592"/>
            <a:ext cx="5147174" cy="1515448"/>
            <a:chOff x="4054872" y="2062159"/>
            <a:chExt cx="4289312" cy="1262873"/>
          </a:xfrm>
        </p:grpSpPr>
        <p:sp>
          <p:nvSpPr>
            <p:cNvPr id="4" name="Rectangle 44">
              <a:extLst>
                <a:ext uri="{FF2B5EF4-FFF2-40B4-BE49-F238E27FC236}">
                  <a16:creationId xmlns:a16="http://schemas.microsoft.com/office/drawing/2014/main" id="{2F5CDD95-A6F5-423A-A99F-F02C31F5DC46}"/>
                </a:ext>
              </a:extLst>
            </p:cNvPr>
            <p:cNvSpPr/>
            <p:nvPr/>
          </p:nvSpPr>
          <p:spPr>
            <a:xfrm>
              <a:off x="5317238" y="3133113"/>
              <a:ext cx="785533" cy="1919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542ADC-AD48-44A8-AD43-D1362927C678}"/>
                </a:ext>
              </a:extLst>
            </p:cNvPr>
            <p:cNvSpPr/>
            <p:nvPr/>
          </p:nvSpPr>
          <p:spPr>
            <a:xfrm>
              <a:off x="5317238" y="2231199"/>
              <a:ext cx="2747277" cy="1927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7161380-3D67-4D1B-81A7-16F22900EFF0}"/>
                </a:ext>
              </a:extLst>
            </p:cNvPr>
            <p:cNvSpPr/>
            <p:nvPr/>
          </p:nvSpPr>
          <p:spPr>
            <a:xfrm rot="5400000">
              <a:off x="7894041" y="2157089"/>
              <a:ext cx="545074" cy="35521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7" name="Block Arc 2">
              <a:extLst>
                <a:ext uri="{FF2B5EF4-FFF2-40B4-BE49-F238E27FC236}">
                  <a16:creationId xmlns:a16="http://schemas.microsoft.com/office/drawing/2014/main" id="{C7493750-D971-4D80-A215-1DCE9898D37C}"/>
                </a:ext>
              </a:extLst>
            </p:cNvPr>
            <p:cNvSpPr/>
            <p:nvPr/>
          </p:nvSpPr>
          <p:spPr>
            <a:xfrm rot="16200000">
              <a:off x="4139139" y="2146933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8" name="그룹 13">
            <a:extLst>
              <a:ext uri="{FF2B5EF4-FFF2-40B4-BE49-F238E27FC236}">
                <a16:creationId xmlns:a16="http://schemas.microsoft.com/office/drawing/2014/main" id="{757BF4CE-A7B4-4C30-B5A2-CEF1AF6F82F8}"/>
              </a:ext>
            </a:extLst>
          </p:cNvPr>
          <p:cNvGrpSpPr/>
          <p:nvPr/>
        </p:nvGrpSpPr>
        <p:grpSpPr>
          <a:xfrm>
            <a:off x="6756986" y="3554810"/>
            <a:ext cx="2490689" cy="1509329"/>
            <a:chOff x="5747557" y="2962342"/>
            <a:chExt cx="2075574" cy="1257774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8AEF3A5F-ED00-46D2-9374-11595279C1DC}"/>
                </a:ext>
              </a:extLst>
            </p:cNvPr>
            <p:cNvSpPr/>
            <p:nvPr/>
          </p:nvSpPr>
          <p:spPr>
            <a:xfrm>
              <a:off x="5778874" y="4028197"/>
              <a:ext cx="784800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19534FF-1EBB-46EF-93F4-0D85B38FEF67}"/>
                </a:ext>
              </a:extLst>
            </p:cNvPr>
            <p:cNvSpPr/>
            <p:nvPr/>
          </p:nvSpPr>
          <p:spPr>
            <a:xfrm rot="16200000">
              <a:off x="5652627" y="3057272"/>
              <a:ext cx="545074" cy="355213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1" name="Rectangle 44">
              <a:extLst>
                <a:ext uri="{FF2B5EF4-FFF2-40B4-BE49-F238E27FC236}">
                  <a16:creationId xmlns:a16="http://schemas.microsoft.com/office/drawing/2014/main" id="{BCBB4509-4980-4D60-A85C-1C57D33719E0}"/>
                </a:ext>
              </a:extLst>
            </p:cNvPr>
            <p:cNvSpPr/>
            <p:nvPr/>
          </p:nvSpPr>
          <p:spPr>
            <a:xfrm>
              <a:off x="6095999" y="3126283"/>
              <a:ext cx="467675" cy="1919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12" name="Block Arc 2">
              <a:extLst>
                <a:ext uri="{FF2B5EF4-FFF2-40B4-BE49-F238E27FC236}">
                  <a16:creationId xmlns:a16="http://schemas.microsoft.com/office/drawing/2014/main" id="{ED8164D0-B083-44B8-AA73-51D95E291918}"/>
                </a:ext>
              </a:extLst>
            </p:cNvPr>
            <p:cNvSpPr/>
            <p:nvPr/>
          </p:nvSpPr>
          <p:spPr>
            <a:xfrm rot="5400000">
              <a:off x="6645033" y="304126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AFA2F3A-D401-4D31-AA0F-548413EB0F95}"/>
              </a:ext>
            </a:extLst>
          </p:cNvPr>
          <p:cNvSpPr txBox="1"/>
          <p:nvPr/>
        </p:nvSpPr>
        <p:spPr>
          <a:xfrm>
            <a:off x="9355502" y="3895367"/>
            <a:ext cx="3559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提供即時評估與改善建議（如發音相似度）</a:t>
            </a:r>
            <a:endParaRPr lang="ko-KR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8D605A-9FF8-4740-8D14-7114442DAF31}"/>
              </a:ext>
            </a:extLst>
          </p:cNvPr>
          <p:cNvSpPr txBox="1"/>
          <p:nvPr/>
        </p:nvSpPr>
        <p:spPr>
          <a:xfrm>
            <a:off x="9524667" y="6126379"/>
            <a:ext cx="3150494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難度選擇 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+ </a:t>
            </a:r>
          </a:p>
          <a:p>
            <a:pPr algn="ctr"/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 pitchFamily="34" charset="0"/>
              </a:rPr>
              <a:t>標準語音示範</a:t>
            </a: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Microsoft JhengHei" panose="020B0604030504040204" pitchFamily="34" charset="-120"/>
              <a:cs typeface="Arial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6C3AB22-D184-465A-92A9-62DEB76DCC18}"/>
              </a:ext>
            </a:extLst>
          </p:cNvPr>
          <p:cNvGrpSpPr/>
          <p:nvPr/>
        </p:nvGrpSpPr>
        <p:grpSpPr>
          <a:xfrm>
            <a:off x="1388926" y="4961689"/>
            <a:ext cx="2874433" cy="954107"/>
            <a:chOff x="232423" y="3803170"/>
            <a:chExt cx="2395361" cy="79508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CFB836-F50E-4C5C-A4B5-64A5A3FFE335}"/>
                </a:ext>
              </a:extLst>
            </p:cNvPr>
            <p:cNvSpPr txBox="1"/>
            <p:nvPr/>
          </p:nvSpPr>
          <p:spPr>
            <a:xfrm>
              <a:off x="232423" y="3803170"/>
              <a:ext cx="2395361" cy="7950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使用</a:t>
              </a:r>
              <a:r>
                <a:rPr lang="en-US" altLang="zh-TW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LINE</a:t>
              </a:r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語音訊息進行發音練習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51D4A1D-05BF-4709-A091-7DA4BD951B39}"/>
                </a:ext>
              </a:extLst>
            </p:cNvPr>
            <p:cNvSpPr txBox="1"/>
            <p:nvPr/>
          </p:nvSpPr>
          <p:spPr>
            <a:xfrm>
              <a:off x="232423" y="4261461"/>
              <a:ext cx="23953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44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8A0E653-C9DA-459D-A0F6-4332F8673894}"/>
              </a:ext>
            </a:extLst>
          </p:cNvPr>
          <p:cNvGrpSpPr/>
          <p:nvPr/>
        </p:nvGrpSpPr>
        <p:grpSpPr>
          <a:xfrm>
            <a:off x="1752560" y="2696987"/>
            <a:ext cx="2874432" cy="985939"/>
            <a:chOff x="7308304" y="1365984"/>
            <a:chExt cx="1691680" cy="82161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159DF5A-1B0A-430A-B131-8FC4C269F2F2}"/>
                </a:ext>
              </a:extLst>
            </p:cNvPr>
            <p:cNvSpPr txBox="1"/>
            <p:nvPr/>
          </p:nvSpPr>
          <p:spPr>
            <a:xfrm>
              <a:off x="7308304" y="1365984"/>
              <a:ext cx="169168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ko-KR" altLang="en-US" sz="144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ABB121-2C89-4989-AF97-D2F8CAB007AA}"/>
                </a:ext>
              </a:extLst>
            </p:cNvPr>
            <p:cNvSpPr txBox="1"/>
            <p:nvPr/>
          </p:nvSpPr>
          <p:spPr>
            <a:xfrm>
              <a:off x="7308304" y="1392511"/>
              <a:ext cx="1691680" cy="795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  <a:cs typeface="Arial" pitchFamily="34" charset="0"/>
                </a:rPr>
                <a:t>鼓勵反覆練習，提升口語流暢度</a:t>
              </a:r>
              <a:endPara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" panose="020B0604030504040204" pitchFamily="34" charset="-120"/>
                <a:cs typeface="Arial" pitchFamily="34" charset="0"/>
              </a:endParaRPr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21EF4BF-26F9-4040-8939-2CE7A6995298}"/>
              </a:ext>
            </a:extLst>
          </p:cNvPr>
          <p:cNvSpPr/>
          <p:nvPr/>
        </p:nvSpPr>
        <p:spPr>
          <a:xfrm>
            <a:off x="5010868" y="2981254"/>
            <a:ext cx="731310" cy="731309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C32B2D-E12C-44A3-BA3B-0E56497B410E}"/>
              </a:ext>
            </a:extLst>
          </p:cNvPr>
          <p:cNvSpPr/>
          <p:nvPr/>
        </p:nvSpPr>
        <p:spPr>
          <a:xfrm>
            <a:off x="8233430" y="4044110"/>
            <a:ext cx="731310" cy="731309"/>
          </a:xfrm>
          <a:prstGeom prst="ellipse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C87023-689C-4DF0-B8BB-3626E861EFD1}"/>
              </a:ext>
            </a:extLst>
          </p:cNvPr>
          <p:cNvSpPr/>
          <p:nvPr/>
        </p:nvSpPr>
        <p:spPr>
          <a:xfrm>
            <a:off x="5010868" y="5141743"/>
            <a:ext cx="731310" cy="731309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9A9C859-E442-42D1-AE47-7FF5ECC57352}"/>
              </a:ext>
            </a:extLst>
          </p:cNvPr>
          <p:cNvSpPr/>
          <p:nvPr/>
        </p:nvSpPr>
        <p:spPr>
          <a:xfrm>
            <a:off x="8233430" y="6219980"/>
            <a:ext cx="731310" cy="731309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40">
              <a:latin typeface="Microsoft JhengHei" panose="020B0604030504040204" pitchFamily="34" charset="-120"/>
            </a:endParaRPr>
          </a:p>
        </p:txBody>
      </p:sp>
      <p:grpSp>
        <p:nvGrpSpPr>
          <p:cNvPr id="33" name="그룹 14">
            <a:extLst>
              <a:ext uri="{FF2B5EF4-FFF2-40B4-BE49-F238E27FC236}">
                <a16:creationId xmlns:a16="http://schemas.microsoft.com/office/drawing/2014/main" id="{E06BBE54-E860-4812-8A9D-14E4E3212CCE}"/>
              </a:ext>
            </a:extLst>
          </p:cNvPr>
          <p:cNvGrpSpPr/>
          <p:nvPr/>
        </p:nvGrpSpPr>
        <p:grpSpPr>
          <a:xfrm>
            <a:off x="4725766" y="4626665"/>
            <a:ext cx="2495060" cy="1523071"/>
            <a:chOff x="4054872" y="3855554"/>
            <a:chExt cx="2079217" cy="1269226"/>
          </a:xfrm>
        </p:grpSpPr>
        <p:sp>
          <p:nvSpPr>
            <p:cNvPr id="34" name="Rectangle 44">
              <a:extLst>
                <a:ext uri="{FF2B5EF4-FFF2-40B4-BE49-F238E27FC236}">
                  <a16:creationId xmlns:a16="http://schemas.microsoft.com/office/drawing/2014/main" id="{8640024A-38CA-4774-A680-12ED0BE3CAC5}"/>
                </a:ext>
              </a:extLst>
            </p:cNvPr>
            <p:cNvSpPr/>
            <p:nvPr/>
          </p:nvSpPr>
          <p:spPr>
            <a:xfrm>
              <a:off x="5317238" y="4932861"/>
              <a:ext cx="785533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5" name="Block Arc 2">
              <a:extLst>
                <a:ext uri="{FF2B5EF4-FFF2-40B4-BE49-F238E27FC236}">
                  <a16:creationId xmlns:a16="http://schemas.microsoft.com/office/drawing/2014/main" id="{18BED823-96BD-4EB3-8945-4DCDA5F4B6E6}"/>
                </a:ext>
              </a:extLst>
            </p:cNvPr>
            <p:cNvSpPr/>
            <p:nvPr/>
          </p:nvSpPr>
          <p:spPr>
            <a:xfrm rot="16200000">
              <a:off x="4139139" y="3946681"/>
              <a:ext cx="1093832" cy="1262365"/>
            </a:xfrm>
            <a:custGeom>
              <a:avLst/>
              <a:gdLst>
                <a:gd name="connsiteX0" fmla="*/ 990372 w 1011518"/>
                <a:gd name="connsiteY0" fmla="*/ 485411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14" fmla="*/ 990372 w 1011518"/>
                <a:gd name="connsiteY14" fmla="*/ 485411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504057 h 1167369"/>
                <a:gd name="connsiteX10" fmla="*/ 0 w 1011518"/>
                <a:gd name="connsiteY10" fmla="*/ 485411 h 1167369"/>
                <a:gd name="connsiteX11" fmla="*/ 1856 w 1011518"/>
                <a:gd name="connsiteY11" fmla="*/ 485411 h 1167369"/>
                <a:gd name="connsiteX12" fmla="*/ 494398 w 1011518"/>
                <a:gd name="connsiteY12" fmla="*/ 94 h 1167369"/>
                <a:gd name="connsiteX13" fmla="*/ 1007742 w 1011518"/>
                <a:gd name="connsiteY13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4370 w 1011518"/>
                <a:gd name="connsiteY3" fmla="*/ 491393 h 1167369"/>
                <a:gd name="connsiteX4" fmla="*/ 831381 w 1011518"/>
                <a:gd name="connsiteY4" fmla="*/ 491507 h 1167369"/>
                <a:gd name="connsiteX5" fmla="*/ 497779 w 1011518"/>
                <a:gd name="connsiteY5" fmla="*/ 176552 h 1167369"/>
                <a:gd name="connsiteX6" fmla="*/ 177148 w 1011518"/>
                <a:gd name="connsiteY6" fmla="*/ 497438 h 1167369"/>
                <a:gd name="connsiteX7" fmla="*/ 177148 w 1011518"/>
                <a:gd name="connsiteY7" fmla="*/ 1167369 h 1167369"/>
                <a:gd name="connsiteX8" fmla="*/ 0 w 1011518"/>
                <a:gd name="connsiteY8" fmla="*/ 1167369 h 1167369"/>
                <a:gd name="connsiteX9" fmla="*/ 0 w 1011518"/>
                <a:gd name="connsiteY9" fmla="*/ 485411 h 1167369"/>
                <a:gd name="connsiteX10" fmla="*/ 1856 w 1011518"/>
                <a:gd name="connsiteY10" fmla="*/ 485411 h 1167369"/>
                <a:gd name="connsiteX11" fmla="*/ 494398 w 1011518"/>
                <a:gd name="connsiteY11" fmla="*/ 94 h 1167369"/>
                <a:gd name="connsiteX12" fmla="*/ 1007742 w 1011518"/>
                <a:gd name="connsiteY12" fmla="*/ 484745 h 1167369"/>
                <a:gd name="connsiteX0" fmla="*/ 1007742 w 1011518"/>
                <a:gd name="connsiteY0" fmla="*/ 484745 h 1167369"/>
                <a:gd name="connsiteX1" fmla="*/ 1011518 w 1011518"/>
                <a:gd name="connsiteY1" fmla="*/ 1167369 h 1167369"/>
                <a:gd name="connsiteX2" fmla="*/ 834370 w 1011518"/>
                <a:gd name="connsiteY2" fmla="*/ 1167369 h 1167369"/>
                <a:gd name="connsiteX3" fmla="*/ 831381 w 1011518"/>
                <a:gd name="connsiteY3" fmla="*/ 491507 h 1167369"/>
                <a:gd name="connsiteX4" fmla="*/ 497779 w 1011518"/>
                <a:gd name="connsiteY4" fmla="*/ 176552 h 1167369"/>
                <a:gd name="connsiteX5" fmla="*/ 177148 w 1011518"/>
                <a:gd name="connsiteY5" fmla="*/ 497438 h 1167369"/>
                <a:gd name="connsiteX6" fmla="*/ 177148 w 1011518"/>
                <a:gd name="connsiteY6" fmla="*/ 1167369 h 1167369"/>
                <a:gd name="connsiteX7" fmla="*/ 0 w 1011518"/>
                <a:gd name="connsiteY7" fmla="*/ 1167369 h 1167369"/>
                <a:gd name="connsiteX8" fmla="*/ 0 w 1011518"/>
                <a:gd name="connsiteY8" fmla="*/ 485411 h 1167369"/>
                <a:gd name="connsiteX9" fmla="*/ 1856 w 1011518"/>
                <a:gd name="connsiteY9" fmla="*/ 485411 h 1167369"/>
                <a:gd name="connsiteX10" fmla="*/ 494398 w 1011518"/>
                <a:gd name="connsiteY10" fmla="*/ 94 h 1167369"/>
                <a:gd name="connsiteX11" fmla="*/ 1007742 w 1011518"/>
                <a:gd name="connsiteY11" fmla="*/ 484745 h 1167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1518" h="1167369">
                  <a:moveTo>
                    <a:pt x="1007742" y="484745"/>
                  </a:moveTo>
                  <a:cubicBezTo>
                    <a:pt x="1009001" y="712286"/>
                    <a:pt x="1010259" y="939828"/>
                    <a:pt x="1011518" y="1167369"/>
                  </a:cubicBezTo>
                  <a:lnTo>
                    <a:pt x="834370" y="1167369"/>
                  </a:lnTo>
                  <a:cubicBezTo>
                    <a:pt x="833374" y="942082"/>
                    <a:pt x="832377" y="716794"/>
                    <a:pt x="831381" y="491507"/>
                  </a:cubicBez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BD57713-BD8B-4AE3-9B63-9DFBD7EB9D21}"/>
                </a:ext>
              </a:extLst>
            </p:cNvPr>
            <p:cNvSpPr/>
            <p:nvPr/>
          </p:nvSpPr>
          <p:spPr>
            <a:xfrm rot="5400000">
              <a:off x="5683946" y="3950484"/>
              <a:ext cx="545074" cy="355213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37" name="Rectangle 44">
              <a:extLst>
                <a:ext uri="{FF2B5EF4-FFF2-40B4-BE49-F238E27FC236}">
                  <a16:creationId xmlns:a16="http://schemas.microsoft.com/office/drawing/2014/main" id="{146BD6C3-0ADF-4ACC-B1E1-755F03497CDD}"/>
                </a:ext>
              </a:extLst>
            </p:cNvPr>
            <p:cNvSpPr/>
            <p:nvPr/>
          </p:nvSpPr>
          <p:spPr>
            <a:xfrm>
              <a:off x="5317239" y="4030947"/>
              <a:ext cx="559042" cy="1919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38" name="그룹 15">
            <a:extLst>
              <a:ext uri="{FF2B5EF4-FFF2-40B4-BE49-F238E27FC236}">
                <a16:creationId xmlns:a16="http://schemas.microsoft.com/office/drawing/2014/main" id="{5B646D24-989E-40CE-9ABE-211DD1919461}"/>
              </a:ext>
            </a:extLst>
          </p:cNvPr>
          <p:cNvGrpSpPr/>
          <p:nvPr/>
        </p:nvGrpSpPr>
        <p:grpSpPr>
          <a:xfrm>
            <a:off x="1955239" y="5703962"/>
            <a:ext cx="7292436" cy="1524433"/>
            <a:chOff x="1746101" y="4753300"/>
            <a:chExt cx="6077030" cy="1270361"/>
          </a:xfrm>
        </p:grpSpPr>
        <p:sp>
          <p:nvSpPr>
            <p:cNvPr id="39" name="Block Arc 2">
              <a:extLst>
                <a:ext uri="{FF2B5EF4-FFF2-40B4-BE49-F238E27FC236}">
                  <a16:creationId xmlns:a16="http://schemas.microsoft.com/office/drawing/2014/main" id="{82B75635-848B-4D1F-AEC3-A9C9787CBA1D}"/>
                </a:ext>
              </a:extLst>
            </p:cNvPr>
            <p:cNvSpPr/>
            <p:nvPr/>
          </p:nvSpPr>
          <p:spPr>
            <a:xfrm rot="5400000">
              <a:off x="6645033" y="4845562"/>
              <a:ext cx="1093832" cy="1262365"/>
            </a:xfrm>
            <a:custGeom>
              <a:avLst/>
              <a:gdLst/>
              <a:ahLst/>
              <a:cxnLst/>
              <a:rect l="l" t="t" r="r" b="b"/>
              <a:pathLst>
                <a:path w="1011518" h="1167369">
                  <a:moveTo>
                    <a:pt x="1011518" y="485411"/>
                  </a:moveTo>
                  <a:lnTo>
                    <a:pt x="1011518" y="1167369"/>
                  </a:lnTo>
                  <a:lnTo>
                    <a:pt x="834370" y="1167369"/>
                  </a:lnTo>
                  <a:lnTo>
                    <a:pt x="834370" y="491393"/>
                  </a:lnTo>
                  <a:lnTo>
                    <a:pt x="831381" y="491507"/>
                  </a:lnTo>
                  <a:cubicBezTo>
                    <a:pt x="824543" y="313175"/>
                    <a:pt x="676210" y="173132"/>
                    <a:pt x="497779" y="176552"/>
                  </a:cubicBezTo>
                  <a:cubicBezTo>
                    <a:pt x="321564" y="179929"/>
                    <a:pt x="180042" y="322001"/>
                    <a:pt x="177148" y="497438"/>
                  </a:cubicBezTo>
                  <a:lnTo>
                    <a:pt x="177148" y="1167369"/>
                  </a:lnTo>
                  <a:lnTo>
                    <a:pt x="0" y="1167369"/>
                  </a:lnTo>
                  <a:lnTo>
                    <a:pt x="0" y="504057"/>
                  </a:lnTo>
                  <a:lnTo>
                    <a:pt x="0" y="485411"/>
                  </a:lnTo>
                  <a:lnTo>
                    <a:pt x="1856" y="485411"/>
                  </a:lnTo>
                  <a:cubicBezTo>
                    <a:pt x="10052" y="219336"/>
                    <a:pt x="226090" y="5235"/>
                    <a:pt x="494398" y="94"/>
                  </a:cubicBezTo>
                  <a:cubicBezTo>
                    <a:pt x="768966" y="-5168"/>
                    <a:pt x="997220" y="210329"/>
                    <a:pt x="1007742" y="484745"/>
                  </a:cubicBezTo>
                  <a:lnTo>
                    <a:pt x="990372" y="48541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 dirty="0">
                <a:solidFill>
                  <a:schemeClr val="tx1"/>
                </a:solidFill>
                <a:latin typeface="Microsoft JhengHei" panose="020B0604030504040204" pitchFamily="34" charset="-12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BC8FB40-4465-40EC-8BB3-D381EC775854}"/>
                </a:ext>
              </a:extLst>
            </p:cNvPr>
            <p:cNvSpPr/>
            <p:nvPr/>
          </p:nvSpPr>
          <p:spPr>
            <a:xfrm>
              <a:off x="1746101" y="5828472"/>
              <a:ext cx="4817572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42963681-4EBA-49BC-B0D0-FAC3DA06B35D}"/>
                </a:ext>
              </a:extLst>
            </p:cNvPr>
            <p:cNvSpPr/>
            <p:nvPr/>
          </p:nvSpPr>
          <p:spPr>
            <a:xfrm rot="16200000">
              <a:off x="5652627" y="4848230"/>
              <a:ext cx="545074" cy="3552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  <p:sp>
          <p:nvSpPr>
            <p:cNvPr id="42" name="Rectangle 44">
              <a:extLst>
                <a:ext uri="{FF2B5EF4-FFF2-40B4-BE49-F238E27FC236}">
                  <a16:creationId xmlns:a16="http://schemas.microsoft.com/office/drawing/2014/main" id="{F8A6D69D-0985-4CCD-8BE6-2CE52574F85C}"/>
                </a:ext>
              </a:extLst>
            </p:cNvPr>
            <p:cNvSpPr/>
            <p:nvPr/>
          </p:nvSpPr>
          <p:spPr>
            <a:xfrm>
              <a:off x="6102771" y="4936555"/>
              <a:ext cx="460903" cy="1919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40">
                <a:latin typeface="Microsoft JhengHei" panose="020B0604030504040204" pitchFamily="34" charset="-120"/>
              </a:endParaRPr>
            </a:p>
          </p:txBody>
        </p:sp>
      </p:grpSp>
      <p:sp>
        <p:nvSpPr>
          <p:cNvPr id="44" name="Rounded Rectangle 10">
            <a:extLst>
              <a:ext uri="{FF2B5EF4-FFF2-40B4-BE49-F238E27FC236}">
                <a16:creationId xmlns:a16="http://schemas.microsoft.com/office/drawing/2014/main" id="{F887A7C0-A74B-4C41-992C-32BF73D74B8B}"/>
              </a:ext>
            </a:extLst>
          </p:cNvPr>
          <p:cNvSpPr/>
          <p:nvPr/>
        </p:nvSpPr>
        <p:spPr>
          <a:xfrm>
            <a:off x="8452770" y="4223041"/>
            <a:ext cx="304992" cy="40362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5" name="Frame 17">
            <a:extLst>
              <a:ext uri="{FF2B5EF4-FFF2-40B4-BE49-F238E27FC236}">
                <a16:creationId xmlns:a16="http://schemas.microsoft.com/office/drawing/2014/main" id="{FC7A52F0-04B7-48A9-9838-5D9DBB87721E}"/>
              </a:ext>
            </a:extLst>
          </p:cNvPr>
          <p:cNvSpPr/>
          <p:nvPr/>
        </p:nvSpPr>
        <p:spPr>
          <a:xfrm>
            <a:off x="5185462" y="3155849"/>
            <a:ext cx="382121" cy="382121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solidFill>
                <a:schemeClr val="tx1"/>
              </a:solidFill>
              <a:latin typeface="Microsoft JhengHei" panose="020B0604030504040204" pitchFamily="34" charset="-120"/>
            </a:endParaRPr>
          </a:p>
        </p:txBody>
      </p:sp>
      <p:sp>
        <p:nvSpPr>
          <p:cNvPr id="46" name="Rounded Rectangle 5">
            <a:extLst>
              <a:ext uri="{FF2B5EF4-FFF2-40B4-BE49-F238E27FC236}">
                <a16:creationId xmlns:a16="http://schemas.microsoft.com/office/drawing/2014/main" id="{27451FAA-5645-4A7F-A46E-BD8138E07EDC}"/>
              </a:ext>
            </a:extLst>
          </p:cNvPr>
          <p:cNvSpPr/>
          <p:nvPr/>
        </p:nvSpPr>
        <p:spPr>
          <a:xfrm flipH="1">
            <a:off x="5136288" y="5313530"/>
            <a:ext cx="470018" cy="387737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sp>
        <p:nvSpPr>
          <p:cNvPr id="47" name="Oval 7">
            <a:extLst>
              <a:ext uri="{FF2B5EF4-FFF2-40B4-BE49-F238E27FC236}">
                <a16:creationId xmlns:a16="http://schemas.microsoft.com/office/drawing/2014/main" id="{F59119B5-750F-4381-8915-B555ADC69974}"/>
              </a:ext>
            </a:extLst>
          </p:cNvPr>
          <p:cNvSpPr/>
          <p:nvPr/>
        </p:nvSpPr>
        <p:spPr>
          <a:xfrm>
            <a:off x="8382318" y="6355328"/>
            <a:ext cx="433532" cy="4335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160" dirty="0">
              <a:latin typeface="Microsoft JhengHei" panose="020B0604030504040204" pitchFamily="34" charset="-120"/>
            </a:endParaRPr>
          </a:p>
        </p:txBody>
      </p:sp>
      <p:grpSp>
        <p:nvGrpSpPr>
          <p:cNvPr id="48" name="Group 115">
            <a:extLst>
              <a:ext uri="{FF2B5EF4-FFF2-40B4-BE49-F238E27FC236}">
                <a16:creationId xmlns:a16="http://schemas.microsoft.com/office/drawing/2014/main" id="{96D3B590-B0E9-45F5-BD00-05B3544E7CA1}"/>
              </a:ext>
            </a:extLst>
          </p:cNvPr>
          <p:cNvGrpSpPr/>
          <p:nvPr/>
        </p:nvGrpSpPr>
        <p:grpSpPr>
          <a:xfrm rot="5400000">
            <a:off x="702673" y="6339878"/>
            <a:ext cx="966247" cy="1538884"/>
            <a:chOff x="6867874" y="3721883"/>
            <a:chExt cx="1093501" cy="1741553"/>
          </a:xfrm>
        </p:grpSpPr>
        <p:sp>
          <p:nvSpPr>
            <p:cNvPr id="49" name="Oval 7">
              <a:extLst>
                <a:ext uri="{FF2B5EF4-FFF2-40B4-BE49-F238E27FC236}">
                  <a16:creationId xmlns:a16="http://schemas.microsoft.com/office/drawing/2014/main" id="{C4968815-35AC-47E1-AA90-AE1E1545E641}"/>
                </a:ext>
              </a:extLst>
            </p:cNvPr>
            <p:cNvSpPr/>
            <p:nvPr/>
          </p:nvSpPr>
          <p:spPr>
            <a:xfrm>
              <a:off x="6867874" y="3721883"/>
              <a:ext cx="1093501" cy="1741553"/>
            </a:xfrm>
            <a:custGeom>
              <a:avLst/>
              <a:gdLst/>
              <a:ahLst/>
              <a:cxnLst/>
              <a:rect l="l" t="t" r="r" b="b"/>
              <a:pathLst>
                <a:path w="1093501" h="1741553">
                  <a:moveTo>
                    <a:pt x="422037" y="0"/>
                  </a:moveTo>
                  <a:lnTo>
                    <a:pt x="422037" y="630979"/>
                  </a:lnTo>
                  <a:cubicBezTo>
                    <a:pt x="422037" y="680563"/>
                    <a:pt x="455258" y="722388"/>
                    <a:pt x="500795" y="734926"/>
                  </a:cubicBezTo>
                  <a:lnTo>
                    <a:pt x="500795" y="955639"/>
                  </a:lnTo>
                  <a:cubicBezTo>
                    <a:pt x="500795" y="982077"/>
                    <a:pt x="522227" y="1003509"/>
                    <a:pt x="548664" y="1003509"/>
                  </a:cubicBezTo>
                  <a:cubicBezTo>
                    <a:pt x="575102" y="1003509"/>
                    <a:pt x="596533" y="982077"/>
                    <a:pt x="596533" y="955639"/>
                  </a:cubicBezTo>
                  <a:lnTo>
                    <a:pt x="596533" y="735077"/>
                  </a:lnTo>
                  <a:cubicBezTo>
                    <a:pt x="642317" y="722690"/>
                    <a:pt x="675778" y="680742"/>
                    <a:pt x="675778" y="630979"/>
                  </a:cubicBezTo>
                  <a:lnTo>
                    <a:pt x="675778" y="658"/>
                  </a:lnTo>
                  <a:cubicBezTo>
                    <a:pt x="911634" y="31647"/>
                    <a:pt x="1093500" y="233580"/>
                    <a:pt x="1093500" y="477990"/>
                  </a:cubicBezTo>
                  <a:lnTo>
                    <a:pt x="1093500" y="780133"/>
                  </a:lnTo>
                  <a:lnTo>
                    <a:pt x="1093501" y="780133"/>
                  </a:lnTo>
                  <a:lnTo>
                    <a:pt x="1093501" y="1260843"/>
                  </a:lnTo>
                  <a:cubicBezTo>
                    <a:pt x="1093501" y="1526332"/>
                    <a:pt x="878279" y="1741553"/>
                    <a:pt x="612791" y="1741553"/>
                  </a:cubicBezTo>
                  <a:lnTo>
                    <a:pt x="480710" y="1741553"/>
                  </a:lnTo>
                  <a:cubicBezTo>
                    <a:pt x="215222" y="1741553"/>
                    <a:pt x="1" y="1526332"/>
                    <a:pt x="1" y="1260843"/>
                  </a:cubicBezTo>
                  <a:lnTo>
                    <a:pt x="1" y="787709"/>
                  </a:lnTo>
                  <a:lnTo>
                    <a:pt x="0" y="787709"/>
                  </a:lnTo>
                  <a:lnTo>
                    <a:pt x="0" y="477990"/>
                  </a:lnTo>
                  <a:cubicBezTo>
                    <a:pt x="0" y="232085"/>
                    <a:pt x="184097" y="29180"/>
                    <a:pt x="4220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 dirty="0">
                <a:latin typeface="Microsoft JhengHei" panose="020B0604030504040204" pitchFamily="34" charset="-120"/>
              </a:endParaRPr>
            </a:p>
          </p:txBody>
        </p:sp>
        <p:sp>
          <p:nvSpPr>
            <p:cNvPr id="50" name="Rounded Rectangle 108">
              <a:extLst>
                <a:ext uri="{FF2B5EF4-FFF2-40B4-BE49-F238E27FC236}">
                  <a16:creationId xmlns:a16="http://schemas.microsoft.com/office/drawing/2014/main" id="{41537A03-55CA-4A94-86B9-E2733194DA5D}"/>
                </a:ext>
              </a:extLst>
            </p:cNvPr>
            <p:cNvSpPr/>
            <p:nvPr/>
          </p:nvSpPr>
          <p:spPr>
            <a:xfrm>
              <a:off x="7309131" y="3809649"/>
              <a:ext cx="210986" cy="457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B0980FB-357A-414B-A235-EF1FC419EBB2}"/>
              </a:ext>
            </a:extLst>
          </p:cNvPr>
          <p:cNvGrpSpPr/>
          <p:nvPr/>
        </p:nvGrpSpPr>
        <p:grpSpPr>
          <a:xfrm>
            <a:off x="9875907" y="1584916"/>
            <a:ext cx="1552669" cy="2127647"/>
            <a:chOff x="149043" y="399678"/>
            <a:chExt cx="1877570" cy="2572864"/>
          </a:xfrm>
        </p:grpSpPr>
        <p:sp>
          <p:nvSpPr>
            <p:cNvPr id="53" name="Rounded Rectangle 39">
              <a:extLst>
                <a:ext uri="{FF2B5EF4-FFF2-40B4-BE49-F238E27FC236}">
                  <a16:creationId xmlns:a16="http://schemas.microsoft.com/office/drawing/2014/main" id="{F788514F-57BD-4FB4-BB0A-B6F8D1854EA6}"/>
                </a:ext>
              </a:extLst>
            </p:cNvPr>
            <p:cNvSpPr/>
            <p:nvPr/>
          </p:nvSpPr>
          <p:spPr>
            <a:xfrm rot="2483232">
              <a:off x="149043" y="703955"/>
              <a:ext cx="1877570" cy="2268587"/>
            </a:xfrm>
            <a:custGeom>
              <a:avLst/>
              <a:gdLst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11097 w 2194524"/>
                <a:gd name="connsiteY3" fmla="*/ 753742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75818 w 2194524"/>
                <a:gd name="connsiteY5" fmla="*/ 1808656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94524"/>
                <a:gd name="connsiteY0" fmla="*/ 41365 h 3010473"/>
                <a:gd name="connsiteX1" fmla="*/ 769866 w 2194524"/>
                <a:gd name="connsiteY1" fmla="*/ 0 h 3010473"/>
                <a:gd name="connsiteX2" fmla="*/ 911097 w 2194524"/>
                <a:gd name="connsiteY2" fmla="*/ 141231 h 3010473"/>
                <a:gd name="connsiteX3" fmla="*/ 960469 w 2194524"/>
                <a:gd name="connsiteY3" fmla="*/ 784060 h 3010473"/>
                <a:gd name="connsiteX4" fmla="*/ 1594794 w 2194524"/>
                <a:gd name="connsiteY4" fmla="*/ 789196 h 3010473"/>
                <a:gd name="connsiteX5" fmla="*/ 1848308 w 2194524"/>
                <a:gd name="connsiteY5" fmla="*/ 1898342 h 3010473"/>
                <a:gd name="connsiteX6" fmla="*/ 2194524 w 2194524"/>
                <a:gd name="connsiteY6" fmla="*/ 2178856 h 3010473"/>
                <a:gd name="connsiteX7" fmla="*/ 1488044 w 2194524"/>
                <a:gd name="connsiteY7" fmla="*/ 3010473 h 3010473"/>
                <a:gd name="connsiteX8" fmla="*/ 1136947 w 2194524"/>
                <a:gd name="connsiteY8" fmla="*/ 2468062 h 3010473"/>
                <a:gd name="connsiteX9" fmla="*/ 519460 w 2194524"/>
                <a:gd name="connsiteY9" fmla="*/ 2013663 h 3010473"/>
                <a:gd name="connsiteX10" fmla="*/ 0 w 2194524"/>
                <a:gd name="connsiteY10" fmla="*/ 1326467 h 3010473"/>
                <a:gd name="connsiteX11" fmla="*/ 628635 w 2194524"/>
                <a:gd name="connsiteY11" fmla="*/ 1589678 h 3010473"/>
                <a:gd name="connsiteX12" fmla="*/ 628635 w 2194524"/>
                <a:gd name="connsiteY12" fmla="*/ 141231 h 3010473"/>
                <a:gd name="connsiteX13" fmla="*/ 670001 w 2194524"/>
                <a:gd name="connsiteY13" fmla="*/ 41365 h 3010473"/>
                <a:gd name="connsiteX0" fmla="*/ 670001 w 2145453"/>
                <a:gd name="connsiteY0" fmla="*/ 41365 h 3010473"/>
                <a:gd name="connsiteX1" fmla="*/ 769866 w 2145453"/>
                <a:gd name="connsiteY1" fmla="*/ 0 h 3010473"/>
                <a:gd name="connsiteX2" fmla="*/ 911097 w 2145453"/>
                <a:gd name="connsiteY2" fmla="*/ 141231 h 3010473"/>
                <a:gd name="connsiteX3" fmla="*/ 960469 w 2145453"/>
                <a:gd name="connsiteY3" fmla="*/ 784060 h 3010473"/>
                <a:gd name="connsiteX4" fmla="*/ 1594794 w 2145453"/>
                <a:gd name="connsiteY4" fmla="*/ 789196 h 3010473"/>
                <a:gd name="connsiteX5" fmla="*/ 1848308 w 2145453"/>
                <a:gd name="connsiteY5" fmla="*/ 1898342 h 3010473"/>
                <a:gd name="connsiteX6" fmla="*/ 2145453 w 2145453"/>
                <a:gd name="connsiteY6" fmla="*/ 2249789 h 3010473"/>
                <a:gd name="connsiteX7" fmla="*/ 1488044 w 2145453"/>
                <a:gd name="connsiteY7" fmla="*/ 3010473 h 3010473"/>
                <a:gd name="connsiteX8" fmla="*/ 1136947 w 2145453"/>
                <a:gd name="connsiteY8" fmla="*/ 2468062 h 3010473"/>
                <a:gd name="connsiteX9" fmla="*/ 519460 w 2145453"/>
                <a:gd name="connsiteY9" fmla="*/ 2013663 h 3010473"/>
                <a:gd name="connsiteX10" fmla="*/ 0 w 2145453"/>
                <a:gd name="connsiteY10" fmla="*/ 1326467 h 3010473"/>
                <a:gd name="connsiteX11" fmla="*/ 628635 w 2145453"/>
                <a:gd name="connsiteY11" fmla="*/ 1589678 h 3010473"/>
                <a:gd name="connsiteX12" fmla="*/ 628635 w 2145453"/>
                <a:gd name="connsiteY12" fmla="*/ 141231 h 3010473"/>
                <a:gd name="connsiteX13" fmla="*/ 670001 w 2145453"/>
                <a:gd name="connsiteY13" fmla="*/ 41365 h 3010473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19460 w 2145453"/>
                <a:gd name="connsiteY9" fmla="*/ 2013663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28635 w 2145453"/>
                <a:gd name="connsiteY11" fmla="*/ 1589678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60469 w 2145453"/>
                <a:gd name="connsiteY3" fmla="*/ 784060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94794 w 2145453"/>
                <a:gd name="connsiteY4" fmla="*/ 789196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679880 w 2145453"/>
                <a:gd name="connsiteY11" fmla="*/ 1646872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670001 w 2145453"/>
                <a:gd name="connsiteY0" fmla="*/ 41365 h 2912664"/>
                <a:gd name="connsiteX1" fmla="*/ 769866 w 2145453"/>
                <a:gd name="connsiteY1" fmla="*/ 0 h 2912664"/>
                <a:gd name="connsiteX2" fmla="*/ 911097 w 2145453"/>
                <a:gd name="connsiteY2" fmla="*/ 141231 h 2912664"/>
                <a:gd name="connsiteX3" fmla="*/ 979523 w 2145453"/>
                <a:gd name="connsiteY3" fmla="*/ 863751 h 2912664"/>
                <a:gd name="connsiteX4" fmla="*/ 1578849 w 2145453"/>
                <a:gd name="connsiteY4" fmla="*/ 851069 h 2912664"/>
                <a:gd name="connsiteX5" fmla="*/ 1848308 w 2145453"/>
                <a:gd name="connsiteY5" fmla="*/ 1898342 h 2912664"/>
                <a:gd name="connsiteX6" fmla="*/ 2145453 w 2145453"/>
                <a:gd name="connsiteY6" fmla="*/ 2249789 h 2912664"/>
                <a:gd name="connsiteX7" fmla="*/ 1535243 w 2145453"/>
                <a:gd name="connsiteY7" fmla="*/ 2912664 h 2912664"/>
                <a:gd name="connsiteX8" fmla="*/ 1136947 w 2145453"/>
                <a:gd name="connsiteY8" fmla="*/ 2468062 h 2912664"/>
                <a:gd name="connsiteX9" fmla="*/ 530391 w 2145453"/>
                <a:gd name="connsiteY9" fmla="*/ 2073665 h 2912664"/>
                <a:gd name="connsiteX10" fmla="*/ 0 w 2145453"/>
                <a:gd name="connsiteY10" fmla="*/ 1326467 h 2912664"/>
                <a:gd name="connsiteX11" fmla="*/ 710556 w 2145453"/>
                <a:gd name="connsiteY11" fmla="*/ 1634217 h 2912664"/>
                <a:gd name="connsiteX12" fmla="*/ 628635 w 2145453"/>
                <a:gd name="connsiteY12" fmla="*/ 141231 h 2912664"/>
                <a:gd name="connsiteX13" fmla="*/ 670001 w 2145453"/>
                <a:gd name="connsiteY13" fmla="*/ 41365 h 2912664"/>
                <a:gd name="connsiteX0" fmla="*/ 733305 w 2208757"/>
                <a:gd name="connsiteY0" fmla="*/ 41365 h 2912664"/>
                <a:gd name="connsiteX1" fmla="*/ 833170 w 2208757"/>
                <a:gd name="connsiteY1" fmla="*/ 0 h 2912664"/>
                <a:gd name="connsiteX2" fmla="*/ 974401 w 2208757"/>
                <a:gd name="connsiteY2" fmla="*/ 141231 h 2912664"/>
                <a:gd name="connsiteX3" fmla="*/ 1042827 w 2208757"/>
                <a:gd name="connsiteY3" fmla="*/ 863751 h 2912664"/>
                <a:gd name="connsiteX4" fmla="*/ 1642153 w 2208757"/>
                <a:gd name="connsiteY4" fmla="*/ 851069 h 2912664"/>
                <a:gd name="connsiteX5" fmla="*/ 1911612 w 2208757"/>
                <a:gd name="connsiteY5" fmla="*/ 1898342 h 2912664"/>
                <a:gd name="connsiteX6" fmla="*/ 2208757 w 2208757"/>
                <a:gd name="connsiteY6" fmla="*/ 2249789 h 2912664"/>
                <a:gd name="connsiteX7" fmla="*/ 1598547 w 2208757"/>
                <a:gd name="connsiteY7" fmla="*/ 2912664 h 2912664"/>
                <a:gd name="connsiteX8" fmla="*/ 1200251 w 2208757"/>
                <a:gd name="connsiteY8" fmla="*/ 2468062 h 2912664"/>
                <a:gd name="connsiteX9" fmla="*/ 593695 w 2208757"/>
                <a:gd name="connsiteY9" fmla="*/ 2073665 h 2912664"/>
                <a:gd name="connsiteX10" fmla="*/ 0 w 2208757"/>
                <a:gd name="connsiteY10" fmla="*/ 1399250 h 2912664"/>
                <a:gd name="connsiteX11" fmla="*/ 773860 w 2208757"/>
                <a:gd name="connsiteY11" fmla="*/ 1634217 h 2912664"/>
                <a:gd name="connsiteX12" fmla="*/ 691939 w 2208757"/>
                <a:gd name="connsiteY12" fmla="*/ 141231 h 2912664"/>
                <a:gd name="connsiteX13" fmla="*/ 733305 w 2208757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2912664"/>
                <a:gd name="connsiteX1" fmla="*/ 886969 w 2262556"/>
                <a:gd name="connsiteY1" fmla="*/ 0 h 2912664"/>
                <a:gd name="connsiteX2" fmla="*/ 1028200 w 2262556"/>
                <a:gd name="connsiteY2" fmla="*/ 141231 h 2912664"/>
                <a:gd name="connsiteX3" fmla="*/ 1096626 w 2262556"/>
                <a:gd name="connsiteY3" fmla="*/ 863751 h 2912664"/>
                <a:gd name="connsiteX4" fmla="*/ 1695952 w 2262556"/>
                <a:gd name="connsiteY4" fmla="*/ 851069 h 2912664"/>
                <a:gd name="connsiteX5" fmla="*/ 1965411 w 2262556"/>
                <a:gd name="connsiteY5" fmla="*/ 1898342 h 2912664"/>
                <a:gd name="connsiteX6" fmla="*/ 2262556 w 2262556"/>
                <a:gd name="connsiteY6" fmla="*/ 2249789 h 2912664"/>
                <a:gd name="connsiteX7" fmla="*/ 1652346 w 2262556"/>
                <a:gd name="connsiteY7" fmla="*/ 2912664 h 2912664"/>
                <a:gd name="connsiteX8" fmla="*/ 1254050 w 2262556"/>
                <a:gd name="connsiteY8" fmla="*/ 2468062 h 2912664"/>
                <a:gd name="connsiteX9" fmla="*/ 647494 w 2262556"/>
                <a:gd name="connsiteY9" fmla="*/ 2073665 h 2912664"/>
                <a:gd name="connsiteX10" fmla="*/ 0 w 2262556"/>
                <a:gd name="connsiteY10" fmla="*/ 1381959 h 2912664"/>
                <a:gd name="connsiteX11" fmla="*/ 827659 w 2262556"/>
                <a:gd name="connsiteY11" fmla="*/ 1634217 h 2912664"/>
                <a:gd name="connsiteX12" fmla="*/ 745738 w 2262556"/>
                <a:gd name="connsiteY12" fmla="*/ 141231 h 2912664"/>
                <a:gd name="connsiteX13" fmla="*/ 787104 w 2262556"/>
                <a:gd name="connsiteY13" fmla="*/ 41365 h 2912664"/>
                <a:gd name="connsiteX0" fmla="*/ 787104 w 2262556"/>
                <a:gd name="connsiteY0" fmla="*/ 41365 h 3204020"/>
                <a:gd name="connsiteX1" fmla="*/ 886969 w 2262556"/>
                <a:gd name="connsiteY1" fmla="*/ 0 h 3204020"/>
                <a:gd name="connsiteX2" fmla="*/ 1028200 w 2262556"/>
                <a:gd name="connsiteY2" fmla="*/ 141231 h 3204020"/>
                <a:gd name="connsiteX3" fmla="*/ 1096626 w 2262556"/>
                <a:gd name="connsiteY3" fmla="*/ 863751 h 3204020"/>
                <a:gd name="connsiteX4" fmla="*/ 1695952 w 2262556"/>
                <a:gd name="connsiteY4" fmla="*/ 851069 h 3204020"/>
                <a:gd name="connsiteX5" fmla="*/ 1965411 w 2262556"/>
                <a:gd name="connsiteY5" fmla="*/ 1898342 h 3204020"/>
                <a:gd name="connsiteX6" fmla="*/ 2262556 w 2262556"/>
                <a:gd name="connsiteY6" fmla="*/ 2249789 h 3204020"/>
                <a:gd name="connsiteX7" fmla="*/ 1875442 w 2262556"/>
                <a:gd name="connsiteY7" fmla="*/ 3204020 h 3204020"/>
                <a:gd name="connsiteX8" fmla="*/ 1254050 w 2262556"/>
                <a:gd name="connsiteY8" fmla="*/ 2468062 h 3204020"/>
                <a:gd name="connsiteX9" fmla="*/ 647494 w 2262556"/>
                <a:gd name="connsiteY9" fmla="*/ 2073665 h 3204020"/>
                <a:gd name="connsiteX10" fmla="*/ 0 w 2262556"/>
                <a:gd name="connsiteY10" fmla="*/ 1381959 h 3204020"/>
                <a:gd name="connsiteX11" fmla="*/ 827659 w 2262556"/>
                <a:gd name="connsiteY11" fmla="*/ 1634217 h 3204020"/>
                <a:gd name="connsiteX12" fmla="*/ 745738 w 2262556"/>
                <a:gd name="connsiteY12" fmla="*/ 141231 h 3204020"/>
                <a:gd name="connsiteX13" fmla="*/ 787104 w 2262556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16797"/>
                <a:gd name="connsiteY0" fmla="*/ 41365 h 3204020"/>
                <a:gd name="connsiteX1" fmla="*/ 886969 w 2616797"/>
                <a:gd name="connsiteY1" fmla="*/ 0 h 3204020"/>
                <a:gd name="connsiteX2" fmla="*/ 1028200 w 2616797"/>
                <a:gd name="connsiteY2" fmla="*/ 141231 h 3204020"/>
                <a:gd name="connsiteX3" fmla="*/ 1096626 w 2616797"/>
                <a:gd name="connsiteY3" fmla="*/ 863751 h 3204020"/>
                <a:gd name="connsiteX4" fmla="*/ 1695952 w 2616797"/>
                <a:gd name="connsiteY4" fmla="*/ 851069 h 3204020"/>
                <a:gd name="connsiteX5" fmla="*/ 1965411 w 2616797"/>
                <a:gd name="connsiteY5" fmla="*/ 1898342 h 3204020"/>
                <a:gd name="connsiteX6" fmla="*/ 2616797 w 2616797"/>
                <a:gd name="connsiteY6" fmla="*/ 2518120 h 3204020"/>
                <a:gd name="connsiteX7" fmla="*/ 1875442 w 2616797"/>
                <a:gd name="connsiteY7" fmla="*/ 3204020 h 3204020"/>
                <a:gd name="connsiteX8" fmla="*/ 1254050 w 2616797"/>
                <a:gd name="connsiteY8" fmla="*/ 2468062 h 3204020"/>
                <a:gd name="connsiteX9" fmla="*/ 647494 w 2616797"/>
                <a:gd name="connsiteY9" fmla="*/ 2073665 h 3204020"/>
                <a:gd name="connsiteX10" fmla="*/ 0 w 2616797"/>
                <a:gd name="connsiteY10" fmla="*/ 1381959 h 3204020"/>
                <a:gd name="connsiteX11" fmla="*/ 827659 w 2616797"/>
                <a:gd name="connsiteY11" fmla="*/ 1634217 h 3204020"/>
                <a:gd name="connsiteX12" fmla="*/ 745738 w 2616797"/>
                <a:gd name="connsiteY12" fmla="*/ 141231 h 3204020"/>
                <a:gd name="connsiteX13" fmla="*/ 787104 w 2616797"/>
                <a:gd name="connsiteY13" fmla="*/ 41365 h 3204020"/>
                <a:gd name="connsiteX0" fmla="*/ 787104 w 2635848"/>
                <a:gd name="connsiteY0" fmla="*/ 41365 h 3204020"/>
                <a:gd name="connsiteX1" fmla="*/ 886969 w 2635848"/>
                <a:gd name="connsiteY1" fmla="*/ 0 h 3204020"/>
                <a:gd name="connsiteX2" fmla="*/ 1028200 w 2635848"/>
                <a:gd name="connsiteY2" fmla="*/ 141231 h 3204020"/>
                <a:gd name="connsiteX3" fmla="*/ 1096626 w 2635848"/>
                <a:gd name="connsiteY3" fmla="*/ 863751 h 3204020"/>
                <a:gd name="connsiteX4" fmla="*/ 1695952 w 2635848"/>
                <a:gd name="connsiteY4" fmla="*/ 851069 h 3204020"/>
                <a:gd name="connsiteX5" fmla="*/ 1965411 w 2635848"/>
                <a:gd name="connsiteY5" fmla="*/ 1898342 h 3204020"/>
                <a:gd name="connsiteX6" fmla="*/ 2635848 w 2635848"/>
                <a:gd name="connsiteY6" fmla="*/ 2523197 h 3204020"/>
                <a:gd name="connsiteX7" fmla="*/ 1875442 w 2635848"/>
                <a:gd name="connsiteY7" fmla="*/ 3204020 h 3204020"/>
                <a:gd name="connsiteX8" fmla="*/ 1254050 w 2635848"/>
                <a:gd name="connsiteY8" fmla="*/ 2468062 h 3204020"/>
                <a:gd name="connsiteX9" fmla="*/ 647494 w 2635848"/>
                <a:gd name="connsiteY9" fmla="*/ 2073665 h 3204020"/>
                <a:gd name="connsiteX10" fmla="*/ 0 w 2635848"/>
                <a:gd name="connsiteY10" fmla="*/ 1381959 h 3204020"/>
                <a:gd name="connsiteX11" fmla="*/ 827659 w 2635848"/>
                <a:gd name="connsiteY11" fmla="*/ 1634217 h 3204020"/>
                <a:gd name="connsiteX12" fmla="*/ 745738 w 2635848"/>
                <a:gd name="connsiteY12" fmla="*/ 141231 h 3204020"/>
                <a:gd name="connsiteX13" fmla="*/ 787104 w 2635848"/>
                <a:gd name="connsiteY13" fmla="*/ 41365 h 3204020"/>
                <a:gd name="connsiteX0" fmla="*/ 787104 w 2651771"/>
                <a:gd name="connsiteY0" fmla="*/ 41365 h 3204020"/>
                <a:gd name="connsiteX1" fmla="*/ 886969 w 2651771"/>
                <a:gd name="connsiteY1" fmla="*/ 0 h 3204020"/>
                <a:gd name="connsiteX2" fmla="*/ 1028200 w 2651771"/>
                <a:gd name="connsiteY2" fmla="*/ 141231 h 3204020"/>
                <a:gd name="connsiteX3" fmla="*/ 1096626 w 2651771"/>
                <a:gd name="connsiteY3" fmla="*/ 863751 h 3204020"/>
                <a:gd name="connsiteX4" fmla="*/ 1695952 w 2651771"/>
                <a:gd name="connsiteY4" fmla="*/ 851069 h 3204020"/>
                <a:gd name="connsiteX5" fmla="*/ 1965411 w 2651771"/>
                <a:gd name="connsiteY5" fmla="*/ 1898342 h 3204020"/>
                <a:gd name="connsiteX6" fmla="*/ 2651771 w 2651771"/>
                <a:gd name="connsiteY6" fmla="*/ 2516454 h 3204020"/>
                <a:gd name="connsiteX7" fmla="*/ 1875442 w 2651771"/>
                <a:gd name="connsiteY7" fmla="*/ 3204020 h 3204020"/>
                <a:gd name="connsiteX8" fmla="*/ 1254050 w 2651771"/>
                <a:gd name="connsiteY8" fmla="*/ 2468062 h 3204020"/>
                <a:gd name="connsiteX9" fmla="*/ 647494 w 2651771"/>
                <a:gd name="connsiteY9" fmla="*/ 2073665 h 3204020"/>
                <a:gd name="connsiteX10" fmla="*/ 0 w 2651771"/>
                <a:gd name="connsiteY10" fmla="*/ 1381959 h 3204020"/>
                <a:gd name="connsiteX11" fmla="*/ 827659 w 2651771"/>
                <a:gd name="connsiteY11" fmla="*/ 1634217 h 3204020"/>
                <a:gd name="connsiteX12" fmla="*/ 745738 w 2651771"/>
                <a:gd name="connsiteY12" fmla="*/ 141231 h 3204020"/>
                <a:gd name="connsiteX13" fmla="*/ 787104 w 2651771"/>
                <a:gd name="connsiteY13" fmla="*/ 41365 h 3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51771" h="3204020">
                  <a:moveTo>
                    <a:pt x="787104" y="41365"/>
                  </a:moveTo>
                  <a:cubicBezTo>
                    <a:pt x="812661" y="15808"/>
                    <a:pt x="847969" y="0"/>
                    <a:pt x="886969" y="0"/>
                  </a:cubicBezTo>
                  <a:cubicBezTo>
                    <a:pt x="964969" y="0"/>
                    <a:pt x="1028200" y="63231"/>
                    <a:pt x="1028200" y="141231"/>
                  </a:cubicBezTo>
                  <a:lnTo>
                    <a:pt x="1096626" y="863751"/>
                  </a:lnTo>
                  <a:cubicBezTo>
                    <a:pt x="1324950" y="817026"/>
                    <a:pt x="1594219" y="679679"/>
                    <a:pt x="1695952" y="851069"/>
                  </a:cubicBezTo>
                  <a:cubicBezTo>
                    <a:pt x="1896857" y="1284096"/>
                    <a:pt x="2012961" y="1443677"/>
                    <a:pt x="1965411" y="1898342"/>
                  </a:cubicBezTo>
                  <a:cubicBezTo>
                    <a:pt x="2062863" y="2027881"/>
                    <a:pt x="2521735" y="2407218"/>
                    <a:pt x="2651771" y="2516454"/>
                  </a:cubicBezTo>
                  <a:lnTo>
                    <a:pt x="1875442" y="3204020"/>
                  </a:lnTo>
                  <a:lnTo>
                    <a:pt x="1254050" y="2468062"/>
                  </a:lnTo>
                  <a:cubicBezTo>
                    <a:pt x="1117281" y="2338792"/>
                    <a:pt x="856388" y="2269133"/>
                    <a:pt x="647494" y="2073665"/>
                  </a:cubicBezTo>
                  <a:cubicBezTo>
                    <a:pt x="560013" y="2007911"/>
                    <a:pt x="439289" y="1645529"/>
                    <a:pt x="0" y="1381959"/>
                  </a:cubicBezTo>
                  <a:cubicBezTo>
                    <a:pt x="137000" y="1119373"/>
                    <a:pt x="679491" y="1549956"/>
                    <a:pt x="827659" y="1634217"/>
                  </a:cubicBezTo>
                  <a:lnTo>
                    <a:pt x="745738" y="141231"/>
                  </a:lnTo>
                  <a:cubicBezTo>
                    <a:pt x="745738" y="102231"/>
                    <a:pt x="761546" y="66923"/>
                    <a:pt x="787104" y="41365"/>
                  </a:cubicBezTo>
                  <a:close/>
                </a:path>
              </a:pathLst>
            </a:custGeom>
            <a:solidFill>
              <a:srgbClr val="FCC698"/>
            </a:solidFill>
            <a:ln w="336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160">
                <a:latin typeface="Microsoft JhengHei" panose="020B0604030504040204" pitchFamily="34" charset="-12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BDF997-D8F0-4793-9BC0-325BD455A6D5}"/>
                </a:ext>
              </a:extLst>
            </p:cNvPr>
            <p:cNvGrpSpPr/>
            <p:nvPr/>
          </p:nvGrpSpPr>
          <p:grpSpPr>
            <a:xfrm>
              <a:off x="664860" y="399678"/>
              <a:ext cx="1074221" cy="1717693"/>
              <a:chOff x="664860" y="399678"/>
              <a:chExt cx="1074221" cy="1717693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7F00225-F5AB-40B7-874F-745A8104A5BA}"/>
                  </a:ext>
                </a:extLst>
              </p:cNvPr>
              <p:cNvGrpSpPr/>
              <p:nvPr/>
            </p:nvGrpSpPr>
            <p:grpSpPr>
              <a:xfrm rot="20671139">
                <a:off x="664860" y="399678"/>
                <a:ext cx="920312" cy="1717693"/>
                <a:chOff x="3501573" y="3178068"/>
                <a:chExt cx="1340594" cy="2737840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57F78C17-B246-47F0-B740-112984E52643}"/>
                    </a:ext>
                  </a:extLst>
                </p:cNvPr>
                <p:cNvSpPr/>
                <p:nvPr/>
              </p:nvSpPr>
              <p:spPr>
                <a:xfrm>
                  <a:off x="3504728" y="3612346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9651AA12-E3A8-4758-9CCA-20DBC4440451}"/>
                    </a:ext>
                  </a:extLst>
                </p:cNvPr>
                <p:cNvSpPr/>
                <p:nvPr/>
              </p:nvSpPr>
              <p:spPr>
                <a:xfrm>
                  <a:off x="3501573" y="3832632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8574" y="65246"/>
                        <a:pt x="15716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1F542D0E-A035-48AE-9CE2-87436B5E5DEE}"/>
                    </a:ext>
                  </a:extLst>
                </p:cNvPr>
                <p:cNvSpPr/>
                <p:nvPr/>
              </p:nvSpPr>
              <p:spPr>
                <a:xfrm>
                  <a:off x="4776089" y="3829487"/>
                  <a:ext cx="62939" cy="220286"/>
                </a:xfrm>
                <a:custGeom>
                  <a:avLst/>
                  <a:gdLst>
                    <a:gd name="connsiteX0" fmla="*/ 12859 w 19050"/>
                    <a:gd name="connsiteY0" fmla="*/ 68104 h 66675"/>
                    <a:gd name="connsiteX1" fmla="*/ 12859 w 19050"/>
                    <a:gd name="connsiteY1" fmla="*/ 68104 h 66675"/>
                    <a:gd name="connsiteX2" fmla="*/ 7144 w 19050"/>
                    <a:gd name="connsiteY2" fmla="*/ 62389 h 66675"/>
                    <a:gd name="connsiteX3" fmla="*/ 7144 w 19050"/>
                    <a:gd name="connsiteY3" fmla="*/ 12859 h 66675"/>
                    <a:gd name="connsiteX4" fmla="*/ 12859 w 19050"/>
                    <a:gd name="connsiteY4" fmla="*/ 7144 h 66675"/>
                    <a:gd name="connsiteX5" fmla="*/ 12859 w 19050"/>
                    <a:gd name="connsiteY5" fmla="*/ 7144 h 66675"/>
                    <a:gd name="connsiteX6" fmla="*/ 18574 w 19050"/>
                    <a:gd name="connsiteY6" fmla="*/ 12859 h 66675"/>
                    <a:gd name="connsiteX7" fmla="*/ 18574 w 19050"/>
                    <a:gd name="connsiteY7" fmla="*/ 62389 h 66675"/>
                    <a:gd name="connsiteX8" fmla="*/ 12859 w 19050"/>
                    <a:gd name="connsiteY8" fmla="*/ 68104 h 66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050" h="66675">
                      <a:moveTo>
                        <a:pt x="12859" y="68104"/>
                      </a:moveTo>
                      <a:lnTo>
                        <a:pt x="12859" y="68104"/>
                      </a:lnTo>
                      <a:cubicBezTo>
                        <a:pt x="10001" y="68104"/>
                        <a:pt x="7144" y="65246"/>
                        <a:pt x="7144" y="62389"/>
                      </a:cubicBezTo>
                      <a:lnTo>
                        <a:pt x="7144" y="12859"/>
                      </a:lnTo>
                      <a:cubicBezTo>
                        <a:pt x="7144" y="10001"/>
                        <a:pt x="10001" y="7144"/>
                        <a:pt x="12859" y="7144"/>
                      </a:cubicBezTo>
                      <a:lnTo>
                        <a:pt x="12859" y="7144"/>
                      </a:lnTo>
                      <a:cubicBezTo>
                        <a:pt x="15716" y="7144"/>
                        <a:pt x="18574" y="10001"/>
                        <a:pt x="18574" y="12859"/>
                      </a:cubicBezTo>
                      <a:lnTo>
                        <a:pt x="18574" y="62389"/>
                      </a:lnTo>
                      <a:cubicBezTo>
                        <a:pt x="19526" y="65246"/>
                        <a:pt x="16669" y="68104"/>
                        <a:pt x="12859" y="6810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F6BF979-9805-471D-AC76-389632C6A90B}"/>
                    </a:ext>
                  </a:extLst>
                </p:cNvPr>
                <p:cNvSpPr/>
                <p:nvPr/>
              </p:nvSpPr>
              <p:spPr>
                <a:xfrm>
                  <a:off x="3520451" y="3178068"/>
                  <a:ext cx="1321716" cy="2737840"/>
                </a:xfrm>
                <a:custGeom>
                  <a:avLst/>
                  <a:gdLst>
                    <a:gd name="connsiteX0" fmla="*/ 350044 w 400050"/>
                    <a:gd name="connsiteY0" fmla="*/ 7144 h 828675"/>
                    <a:gd name="connsiteX1" fmla="*/ 53816 w 400050"/>
                    <a:gd name="connsiteY1" fmla="*/ 7144 h 828675"/>
                    <a:gd name="connsiteX2" fmla="*/ 7144 w 400050"/>
                    <a:gd name="connsiteY2" fmla="*/ 53816 h 828675"/>
                    <a:gd name="connsiteX3" fmla="*/ 7144 w 400050"/>
                    <a:gd name="connsiteY3" fmla="*/ 781526 h 828675"/>
                    <a:gd name="connsiteX4" fmla="*/ 53816 w 400050"/>
                    <a:gd name="connsiteY4" fmla="*/ 828199 h 828675"/>
                    <a:gd name="connsiteX5" fmla="*/ 350044 w 400050"/>
                    <a:gd name="connsiteY5" fmla="*/ 828199 h 828675"/>
                    <a:gd name="connsiteX6" fmla="*/ 396716 w 400050"/>
                    <a:gd name="connsiteY6" fmla="*/ 781526 h 828675"/>
                    <a:gd name="connsiteX7" fmla="*/ 396716 w 400050"/>
                    <a:gd name="connsiteY7" fmla="*/ 53816 h 828675"/>
                    <a:gd name="connsiteX8" fmla="*/ 350044 w 400050"/>
                    <a:gd name="connsiteY8" fmla="*/ 7144 h 828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0050" h="828675">
                      <a:moveTo>
                        <a:pt x="350044" y="7144"/>
                      </a:moveTo>
                      <a:lnTo>
                        <a:pt x="53816" y="7144"/>
                      </a:lnTo>
                      <a:cubicBezTo>
                        <a:pt x="28099" y="7144"/>
                        <a:pt x="7144" y="28099"/>
                        <a:pt x="7144" y="53816"/>
                      </a:cubicBezTo>
                      <a:lnTo>
                        <a:pt x="7144" y="781526"/>
                      </a:lnTo>
                      <a:cubicBezTo>
                        <a:pt x="7144" y="807244"/>
                        <a:pt x="28099" y="828199"/>
                        <a:pt x="53816" y="828199"/>
                      </a:cubicBezTo>
                      <a:lnTo>
                        <a:pt x="350044" y="828199"/>
                      </a:lnTo>
                      <a:cubicBezTo>
                        <a:pt x="375761" y="828199"/>
                        <a:pt x="396716" y="807244"/>
                        <a:pt x="396716" y="781526"/>
                      </a:cubicBezTo>
                      <a:lnTo>
                        <a:pt x="396716" y="53816"/>
                      </a:lnTo>
                      <a:cubicBezTo>
                        <a:pt x="396716" y="28099"/>
                        <a:pt x="375761" y="7144"/>
                        <a:pt x="350044" y="71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C5C14AEB-789D-4545-A72D-6A34B0E4341A}"/>
                    </a:ext>
                  </a:extLst>
                </p:cNvPr>
                <p:cNvSpPr/>
                <p:nvPr/>
              </p:nvSpPr>
              <p:spPr>
                <a:xfrm>
                  <a:off x="3529897" y="3190652"/>
                  <a:ext cx="1290246" cy="2706371"/>
                </a:xfrm>
                <a:custGeom>
                  <a:avLst/>
                  <a:gdLst>
                    <a:gd name="connsiteX0" fmla="*/ 345281 w 390525"/>
                    <a:gd name="connsiteY0" fmla="*/ 7144 h 819150"/>
                    <a:gd name="connsiteX1" fmla="*/ 52864 w 390525"/>
                    <a:gd name="connsiteY1" fmla="*/ 7144 h 819150"/>
                    <a:gd name="connsiteX2" fmla="*/ 7144 w 390525"/>
                    <a:gd name="connsiteY2" fmla="*/ 52864 h 819150"/>
                    <a:gd name="connsiteX3" fmla="*/ 7144 w 390525"/>
                    <a:gd name="connsiteY3" fmla="*/ 772954 h 819150"/>
                    <a:gd name="connsiteX4" fmla="*/ 52864 w 390525"/>
                    <a:gd name="connsiteY4" fmla="*/ 818674 h 819150"/>
                    <a:gd name="connsiteX5" fmla="*/ 345281 w 390525"/>
                    <a:gd name="connsiteY5" fmla="*/ 818674 h 819150"/>
                    <a:gd name="connsiteX6" fmla="*/ 391001 w 390525"/>
                    <a:gd name="connsiteY6" fmla="*/ 772954 h 819150"/>
                    <a:gd name="connsiteX7" fmla="*/ 391001 w 390525"/>
                    <a:gd name="connsiteY7" fmla="*/ 52864 h 819150"/>
                    <a:gd name="connsiteX8" fmla="*/ 345281 w 390525"/>
                    <a:gd name="connsiteY8" fmla="*/ 7144 h 819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0525" h="819150">
                      <a:moveTo>
                        <a:pt x="345281" y="7144"/>
                      </a:moveTo>
                      <a:lnTo>
                        <a:pt x="52864" y="7144"/>
                      </a:lnTo>
                      <a:cubicBezTo>
                        <a:pt x="27146" y="7144"/>
                        <a:pt x="7144" y="27146"/>
                        <a:pt x="7144" y="52864"/>
                      </a:cubicBezTo>
                      <a:lnTo>
                        <a:pt x="7144" y="772954"/>
                      </a:lnTo>
                      <a:cubicBezTo>
                        <a:pt x="7144" y="798671"/>
                        <a:pt x="27146" y="818674"/>
                        <a:pt x="52864" y="818674"/>
                      </a:cubicBezTo>
                      <a:lnTo>
                        <a:pt x="345281" y="818674"/>
                      </a:lnTo>
                      <a:cubicBezTo>
                        <a:pt x="370999" y="818674"/>
                        <a:pt x="391001" y="798671"/>
                        <a:pt x="391001" y="772954"/>
                      </a:cubicBezTo>
                      <a:lnTo>
                        <a:pt x="391001" y="52864"/>
                      </a:lnTo>
                      <a:cubicBezTo>
                        <a:pt x="391001" y="28099"/>
                        <a:pt x="370046" y="7144"/>
                        <a:pt x="345281" y="7144"/>
                      </a:cubicBezTo>
                      <a:close/>
                    </a:path>
                  </a:pathLst>
                </a:custGeom>
                <a:solidFill>
                  <a:srgbClr val="1A1A1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4C629FE2-B500-4E35-98FC-07EBCC72310F}"/>
                    </a:ext>
                  </a:extLst>
                </p:cNvPr>
                <p:cNvSpPr/>
                <p:nvPr/>
              </p:nvSpPr>
              <p:spPr>
                <a:xfrm>
                  <a:off x="3627447" y="3596610"/>
                  <a:ext cx="1101430" cy="1951104"/>
                </a:xfrm>
                <a:custGeom>
                  <a:avLst/>
                  <a:gdLst>
                    <a:gd name="connsiteX0" fmla="*/ 7144 w 333375"/>
                    <a:gd name="connsiteY0" fmla="*/ 7144 h 590550"/>
                    <a:gd name="connsiteX1" fmla="*/ 331946 w 333375"/>
                    <a:gd name="connsiteY1" fmla="*/ 7144 h 590550"/>
                    <a:gd name="connsiteX2" fmla="*/ 331946 w 333375"/>
                    <a:gd name="connsiteY2" fmla="*/ 586264 h 590550"/>
                    <a:gd name="connsiteX3" fmla="*/ 7144 w 333375"/>
                    <a:gd name="connsiteY3" fmla="*/ 586264 h 590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75" h="590550">
                      <a:moveTo>
                        <a:pt x="7144" y="7144"/>
                      </a:moveTo>
                      <a:lnTo>
                        <a:pt x="331946" y="7144"/>
                      </a:lnTo>
                      <a:lnTo>
                        <a:pt x="331946" y="586264"/>
                      </a:lnTo>
                      <a:lnTo>
                        <a:pt x="7144" y="586264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160" dirty="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59C20D9-CE8B-48C4-9C66-7C4D378E64DE}"/>
                    </a:ext>
                  </a:extLst>
                </p:cNvPr>
                <p:cNvGrpSpPr/>
                <p:nvPr/>
              </p:nvGrpSpPr>
              <p:grpSpPr>
                <a:xfrm>
                  <a:off x="4088508" y="5635852"/>
                  <a:ext cx="173080" cy="173080"/>
                  <a:chOff x="6768665" y="6038214"/>
                  <a:chExt cx="147968" cy="147968"/>
                </a:xfrm>
              </p:grpSpPr>
              <p:sp>
                <p:nvSpPr>
                  <p:cNvPr id="69" name="Oval 68">
                    <a:extLst>
                      <a:ext uri="{FF2B5EF4-FFF2-40B4-BE49-F238E27FC236}">
                        <a16:creationId xmlns:a16="http://schemas.microsoft.com/office/drawing/2014/main" id="{FDB7D03D-9282-4DE9-904F-17ACCC89C8AE}"/>
                      </a:ext>
                    </a:extLst>
                  </p:cNvPr>
                  <p:cNvSpPr/>
                  <p:nvPr/>
                </p:nvSpPr>
                <p:spPr>
                  <a:xfrm>
                    <a:off x="6768665" y="6038214"/>
                    <a:ext cx="147968" cy="147968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46B6EE85-04A7-475F-B569-336DD289BCC4}"/>
                      </a:ext>
                    </a:extLst>
                  </p:cNvPr>
                  <p:cNvSpPr/>
                  <p:nvPr/>
                </p:nvSpPr>
                <p:spPr>
                  <a:xfrm>
                    <a:off x="6802088" y="6071634"/>
                    <a:ext cx="81180" cy="81180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latin typeface="Microsoft JhengHei" panose="020B0604030504040204" pitchFamily="34" charset="-120"/>
                      <a:ea typeface="Microsoft JhengHei" panose="020B0604030504040204" pitchFamily="34" charset="-120"/>
                    </a:endParaRPr>
                  </a:p>
                </p:txBody>
              </p:sp>
            </p:grp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55D00922-C018-49AF-A8EB-C9EFBFCE3772}"/>
                    </a:ext>
                  </a:extLst>
                </p:cNvPr>
                <p:cNvSpPr/>
                <p:nvPr/>
              </p:nvSpPr>
              <p:spPr>
                <a:xfrm>
                  <a:off x="3821102" y="3628406"/>
                  <a:ext cx="906450" cy="1887518"/>
                </a:xfrm>
                <a:custGeom>
                  <a:avLst/>
                  <a:gdLst>
                    <a:gd name="connsiteX0" fmla="*/ 614149 w 1119116"/>
                    <a:gd name="connsiteY0" fmla="*/ 0 h 2330356"/>
                    <a:gd name="connsiteX1" fmla="*/ 1115704 w 1119116"/>
                    <a:gd name="connsiteY1" fmla="*/ 6824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  <a:gd name="connsiteX0" fmla="*/ 614149 w 1119116"/>
                    <a:gd name="connsiteY0" fmla="*/ 0 h 2330356"/>
                    <a:gd name="connsiteX1" fmla="*/ 1115704 w 1119116"/>
                    <a:gd name="connsiteY1" fmla="*/ 3412 h 2330356"/>
                    <a:gd name="connsiteX2" fmla="*/ 1119116 w 1119116"/>
                    <a:gd name="connsiteY2" fmla="*/ 2330356 h 2330356"/>
                    <a:gd name="connsiteX3" fmla="*/ 0 w 1119116"/>
                    <a:gd name="connsiteY3" fmla="*/ 2330356 h 2330356"/>
                    <a:gd name="connsiteX4" fmla="*/ 614149 w 1119116"/>
                    <a:gd name="connsiteY4" fmla="*/ 0 h 2330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9116" h="2330356">
                      <a:moveTo>
                        <a:pt x="614149" y="0"/>
                      </a:moveTo>
                      <a:lnTo>
                        <a:pt x="1115704" y="3412"/>
                      </a:lnTo>
                      <a:cubicBezTo>
                        <a:pt x="1116841" y="777923"/>
                        <a:pt x="1117979" y="1555845"/>
                        <a:pt x="1119116" y="2330356"/>
                      </a:cubicBezTo>
                      <a:lnTo>
                        <a:pt x="0" y="2330356"/>
                      </a:lnTo>
                      <a:lnTo>
                        <a:pt x="614149" y="0"/>
                      </a:lnTo>
                      <a:close/>
                    </a:path>
                  </a:pathLst>
                </a:custGeom>
                <a:solidFill>
                  <a:srgbClr val="999999">
                    <a:alpha val="10000"/>
                  </a:srgb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8B6C582F-4337-419B-98EE-DEE80E587CBF}"/>
                    </a:ext>
                  </a:extLst>
                </p:cNvPr>
                <p:cNvSpPr/>
                <p:nvPr/>
              </p:nvSpPr>
              <p:spPr>
                <a:xfrm>
                  <a:off x="4058661" y="3449093"/>
                  <a:ext cx="254255" cy="583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5D38A93-CE35-4CBC-8267-0A9BD24EA0DB}"/>
                    </a:ext>
                  </a:extLst>
                </p:cNvPr>
                <p:cNvSpPr/>
                <p:nvPr/>
              </p:nvSpPr>
              <p:spPr>
                <a:xfrm>
                  <a:off x="3922825" y="3449093"/>
                  <a:ext cx="58393" cy="58393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>
                    <a:latin typeface="Microsoft JhengHei" panose="020B0604030504040204" pitchFamily="34" charset="-120"/>
                    <a:ea typeface="Microsoft JhengHei" panose="020B0604030504040204" pitchFamily="34" charset="-120"/>
                  </a:endParaRPr>
                </a:p>
              </p:txBody>
            </p:sp>
          </p:grpSp>
          <p:sp>
            <p:nvSpPr>
              <p:cNvPr id="56" name="Rounded Rectangle 51">
                <a:extLst>
                  <a:ext uri="{FF2B5EF4-FFF2-40B4-BE49-F238E27FC236}">
                    <a16:creationId xmlns:a16="http://schemas.microsoft.com/office/drawing/2014/main" id="{5D8EE758-1B64-4E5D-9173-8D81009E057F}"/>
                  </a:ext>
                </a:extLst>
              </p:cNvPr>
              <p:cNvSpPr/>
              <p:nvPr/>
            </p:nvSpPr>
            <p:spPr>
              <a:xfrm rot="3148397">
                <a:off x="1443651" y="1047331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7" name="Rounded Rectangle 52">
                <a:extLst>
                  <a:ext uri="{FF2B5EF4-FFF2-40B4-BE49-F238E27FC236}">
                    <a16:creationId xmlns:a16="http://schemas.microsoft.com/office/drawing/2014/main" id="{42AB6689-921F-40DE-84CA-54B216685B94}"/>
                  </a:ext>
                </a:extLst>
              </p:cNvPr>
              <p:cNvSpPr/>
              <p:nvPr/>
            </p:nvSpPr>
            <p:spPr>
              <a:xfrm rot="3148397">
                <a:off x="1463592" y="1265972"/>
                <a:ext cx="227781" cy="304797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  <p:sp>
            <p:nvSpPr>
              <p:cNvPr id="58" name="Rounded Rectangle 53">
                <a:extLst>
                  <a:ext uri="{FF2B5EF4-FFF2-40B4-BE49-F238E27FC236}">
                    <a16:creationId xmlns:a16="http://schemas.microsoft.com/office/drawing/2014/main" id="{FE93D1CA-F359-4FE3-B77E-AA48E6FAD03D}"/>
                  </a:ext>
                </a:extLst>
              </p:cNvPr>
              <p:cNvSpPr/>
              <p:nvPr/>
            </p:nvSpPr>
            <p:spPr>
              <a:xfrm rot="3148397">
                <a:off x="1500837" y="1488593"/>
                <a:ext cx="215985" cy="260502"/>
              </a:xfrm>
              <a:prstGeom prst="roundRect">
                <a:avLst>
                  <a:gd name="adj" fmla="val 50000"/>
                </a:avLst>
              </a:prstGeom>
              <a:solidFill>
                <a:srgbClr val="FCC698"/>
              </a:solidFill>
              <a:ln w="3363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160">
                  <a:latin typeface="Microsoft JhengHei" panose="020B0604030504040204" pitchFamily="34" charset="-120"/>
                </a:endParaRPr>
              </a:p>
            </p:txBody>
          </p:sp>
        </p:grp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8973A0A7-18AE-223D-7504-DA3E8E0B5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88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8B92-2BFF-3DCE-97ED-44B8593B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622230E-31D0-34D7-0C60-82B3597A1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380" y="6949329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C2B4109-AC37-A6E3-D1B3-BC8A3099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802" y="0"/>
            <a:ext cx="53721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6127055-938D-78DE-5028-909EF04A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58346" y="272063"/>
            <a:ext cx="14143907" cy="95091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現有英語學習應用比較</a:t>
            </a:r>
            <a:endParaRPr lang="en-US" sz="54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974B2B-D7E9-2D4D-679F-CED51C1BE741}"/>
              </a:ext>
            </a:extLst>
          </p:cNvPr>
          <p:cNvGraphicFramePr>
            <a:graphicFrameLocks noGrp="1"/>
          </p:cNvGraphicFramePr>
          <p:nvPr/>
        </p:nvGraphicFramePr>
        <p:xfrm>
          <a:off x="936793" y="1514497"/>
          <a:ext cx="12617450" cy="34442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23490">
                  <a:extLst>
                    <a:ext uri="{9D8B030D-6E8A-4147-A177-3AD203B41FA5}">
                      <a16:colId xmlns:a16="http://schemas.microsoft.com/office/drawing/2014/main" val="2317270925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1292655883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330181598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3472439507"/>
                    </a:ext>
                  </a:extLst>
                </a:gridCol>
                <a:gridCol w="2523490">
                  <a:extLst>
                    <a:ext uri="{9D8B030D-6E8A-4147-A177-3AD203B41FA5}">
                      <a16:colId xmlns:a16="http://schemas.microsoft.com/office/drawing/2014/main" val="99418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ELSA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本研究系統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33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下載</a:t>
                      </a:r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LINE Bot（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免安裝）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2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主要功能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 </a:t>
                      </a:r>
                      <a:r>
                        <a:rPr lang="en-US" altLang="zh-TW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 </a:t>
                      </a:r>
                      <a:r>
                        <a:rPr lang="en-US" altLang="zh-TW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遊戲化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發音訓練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對話 </a:t>
                      </a:r>
                      <a:r>
                        <a:rPr lang="en-US" altLang="zh-TW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造句 </a:t>
                      </a:r>
                      <a:r>
                        <a:rPr lang="en-US" altLang="zh-TW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+ </a:t>
                      </a:r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跟讀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19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價格模式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訂閱制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完全免費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71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目標用戶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廣泛使用者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英語初學者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084672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0A30482B-0DE2-B56F-1C59-9F1DC0AE779B}"/>
              </a:ext>
            </a:extLst>
          </p:cNvPr>
          <p:cNvSpPr txBox="1"/>
          <p:nvPr/>
        </p:nvSpPr>
        <p:spPr>
          <a:xfrm>
            <a:off x="3435178" y="5429717"/>
            <a:ext cx="81183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差異化優勢總結</a:t>
            </a:r>
          </a:p>
          <a:p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低使用門檻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：免註冊、免安裝、</a:t>
            </a:r>
            <a:r>
              <a:rPr lang="en-US" altLang="zh-TW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直接使用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功能整合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：對話、造句、跟讀三合一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零成本學習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：完全免費，無經濟壓力</a:t>
            </a:r>
            <a:b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✅ </a:t>
            </a:r>
            <a:r>
              <a:rPr lang="zh-TW" altLang="en-US" sz="28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適合初學者</a:t>
            </a: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：簡易操作、降低技術門檻</a:t>
            </a:r>
          </a:p>
        </p:txBody>
      </p:sp>
    </p:spTree>
    <p:extLst>
      <p:ext uri="{BB962C8B-B14F-4D97-AF65-F5344CB8AC3E}">
        <p14:creationId xmlns:p14="http://schemas.microsoft.com/office/powerpoint/2010/main" val="2682271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FE32435-FD35-80A5-5B6D-6C832830A1F0}"/>
              </a:ext>
            </a:extLst>
          </p:cNvPr>
          <p:cNvSpPr txBox="1"/>
          <p:nvPr/>
        </p:nvSpPr>
        <p:spPr>
          <a:xfrm>
            <a:off x="481913" y="371388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系統設計與開發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905756D-C4A0-6D08-6676-EB391C74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33" y="6904304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5E7BF36-AF4B-4B49-B74F-A61EC2ED6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919" y="1796309"/>
            <a:ext cx="9385593" cy="53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2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8E203BC-5C69-AD4A-1706-027F00FCC699}"/>
              </a:ext>
            </a:extLst>
          </p:cNvPr>
          <p:cNvSpPr txBox="1"/>
          <p:nvPr/>
        </p:nvSpPr>
        <p:spPr>
          <a:xfrm>
            <a:off x="358345" y="494955"/>
            <a:ext cx="12084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系統運作流程（</a:t>
            </a:r>
            <a:r>
              <a:rPr lang="en-US" altLang="zh-TW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System Workflow</a:t>
            </a:r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FC5E2A-4184-D379-F433-C8BC4D402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6BB30A6-2176-308B-D5A9-9D59392E2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904" y="2163444"/>
            <a:ext cx="8497660" cy="521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95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F0045FA-6A06-D8CE-5D30-2D7517EA9688}"/>
              </a:ext>
            </a:extLst>
          </p:cNvPr>
          <p:cNvSpPr txBox="1"/>
          <p:nvPr/>
        </p:nvSpPr>
        <p:spPr>
          <a:xfrm>
            <a:off x="1210961" y="1479364"/>
            <a:ext cx="1259153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英語學習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語言學習環境對第二語言習得具決定性作用。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有意義的互動可促進語言學習，重點在於傳達與理解資訊，而非語言形式。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互動與輸入是語言發展的關鍵，有助於詞彙與語法能力建構。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學習者透過「鷹架式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(scaffolding)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」互動，逐步掌握複雜語法表達（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Newton, 2013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可理解輸入與語言產出能強化語言學習，促進自然發展（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Krashen, 1985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Whisper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語音識別技術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OpenAI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於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2022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年開發的先進語音辨識系統（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Radford et al., 2022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68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萬小時多語言音訊資料進行訓練，具高度跨語言辨識能力與抗干擾性。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採用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encoder-decoder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架構，能處理不同口音與環境噪音。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在複雜聲學條件下（如噪音、回音、語速變化）仍具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85%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以上準確率。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Katkov (2024)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Whisper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在高噪音環境下仍穩定運作，適用於實境應用。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(Prompt Engineering)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提示工程是優化與大型語言模型互動的關鍵技術。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本質為設計最佳輸入提示，引導 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產出符合需求的結果。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**思維鏈提示（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Chain-of-thought prompting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）**可強化模型推理能力（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Wei, 2022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分為 零樣本提示（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Zero-shot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）、**少樣本提示（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Few-shot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）**等方式。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有效提示設計包含：清楚指令適當上下文範例展示明確輸出格式</a:t>
            </a:r>
            <a:b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這些元素有助於產生更準確、相關、符合預期的模型回應（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Liu, 2023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4F81B45-690E-D1A2-6C31-7F903A6A9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CCF2722-5EC9-DA2D-2600-70D5512D1C84}"/>
              </a:ext>
            </a:extLst>
          </p:cNvPr>
          <p:cNvSpPr txBox="1"/>
          <p:nvPr/>
        </p:nvSpPr>
        <p:spPr>
          <a:xfrm>
            <a:off x="494271" y="421482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文獻探討</a:t>
            </a:r>
          </a:p>
        </p:txBody>
      </p:sp>
    </p:spTree>
    <p:extLst>
      <p:ext uri="{BB962C8B-B14F-4D97-AF65-F5344CB8AC3E}">
        <p14:creationId xmlns:p14="http://schemas.microsoft.com/office/powerpoint/2010/main" val="3278386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16BE842-5796-E9FF-BDB1-68F1A3FE7081}"/>
              </a:ext>
            </a:extLst>
          </p:cNvPr>
          <p:cNvSpPr txBox="1"/>
          <p:nvPr/>
        </p:nvSpPr>
        <p:spPr>
          <a:xfrm>
            <a:off x="210065" y="291869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使用者回饋與改善建議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9DB159-3CB0-D5AF-8ECE-59659AC4D189}"/>
              </a:ext>
            </a:extLst>
          </p:cNvPr>
          <p:cNvSpPr txBox="1"/>
          <p:nvPr/>
        </p:nvSpPr>
        <p:spPr>
          <a:xfrm>
            <a:off x="3867665" y="876644"/>
            <a:ext cx="7315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訪談發現</a:t>
            </a:r>
          </a:p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(1)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系統優勢與正面體驗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平台便利性：基於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平台，無需額外下載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操作簡單：介面直觀，新手容易上手。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對話自然：回應流暢，能理解上下文，具真人互動感。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即時回饋：強化互動性，幫助即時修正錯誤。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功能多樣、適應不同程度需求：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初學者：喜歡「跟讀練習」，幫助發音修正。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中級學習者：偏好「對話練習」，強化實際應用。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高級學習者：重視「單字造句」，提升語法與表達力。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學習成效顯著：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發音改善、單字應用能力提升。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表達與語法理解進步。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學習信心與動機增強。</a:t>
            </a:r>
          </a:p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(2)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使用挑戰與系統限制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回應時間偶有延遲，特別是處理語音或複雜問題時。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無離線模式，依賴網路環境。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缺乏學習進度追蹤與成效分析功能。</a:t>
            </a:r>
          </a:p>
          <a:p>
            <a:pPr>
              <a:buNone/>
            </a:pP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(3)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改進建議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加入學習追蹤與視覺化報告，幫助調整學習策略。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優化語音辨識準確率，提升對不同口音的辨識能力。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縮短回應時間，提升互動流暢度。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開發離線功能，降低對網路依賴。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個性化學習與遊戲化元素整合，提升學習動機與持續性。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AC9CE63-5BFE-D037-DEB9-CEB6E072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2066" y="6949329"/>
            <a:ext cx="1896020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7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1097</Words>
  <Application>Microsoft Office PowerPoint</Application>
  <PresentationFormat>自訂</PresentationFormat>
  <Paragraphs>125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F112119106</cp:lastModifiedBy>
  <cp:revision>2</cp:revision>
  <dcterms:created xsi:type="dcterms:W3CDTF">2025-05-15T02:28:07Z</dcterms:created>
  <dcterms:modified xsi:type="dcterms:W3CDTF">2025-05-15T17:35:30Z</dcterms:modified>
</cp:coreProperties>
</file>